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E7916-0D77-468F-8E39-981533599714}" v="3" dt="2025-09-14T11:25:02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77" d="100"/>
          <a:sy n="77" d="100"/>
        </p:scale>
        <p:origin x="60" y="1060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addSld delSld modMainMaster">
      <pc:chgData name="Christian Rummey" userId="1616f22b-5705-4d11-a330-2855031cc605" providerId="ADAL" clId="{8AFA1528-CF22-4F7C-B96F-03281A2A1DDB}" dt="2025-09-14T11:25:19.975" v="7" actId="47"/>
      <pc:docMkLst>
        <pc:docMk/>
      </pc:docMkLst>
      <pc:sldChg chg="new del">
        <pc:chgData name="Christian Rummey" userId="1616f22b-5705-4d11-a330-2855031cc605" providerId="ADAL" clId="{8AFA1528-CF22-4F7C-B96F-03281A2A1DDB}" dt="2025-09-14T11:25:19.975" v="7" actId="47"/>
        <pc:sldMkLst>
          <pc:docMk/>
          <pc:sldMk cId="2061475379" sldId="256"/>
        </pc:sldMkLst>
      </pc:sldChg>
      <pc:sldMasterChg chg="modSldLayout">
        <pc:chgData name="Christian Rummey" userId="1616f22b-5705-4d11-a330-2855031cc605" providerId="ADAL" clId="{8AFA1528-CF22-4F7C-B96F-03281A2A1DDB}" dt="2025-09-14T11:25:02.616" v="5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8AFA1528-CF22-4F7C-B96F-03281A2A1DDB}" dt="2025-09-14T11:25:02.616" v="5" actId="255"/>
          <pc:sldLayoutMkLst>
            <pc:docMk/>
            <pc:sldMasterMk cId="1297349460" sldId="2147483648"/>
            <pc:sldLayoutMk cId="1779765834" sldId="2147483662"/>
          </pc:sldLayoutMkLst>
          <pc:spChg chg="mod">
            <ac:chgData name="Christian Rummey" userId="1616f22b-5705-4d11-a330-2855031cc605" providerId="ADAL" clId="{8AFA1528-CF22-4F7C-B96F-03281A2A1DDB}" dt="2025-09-14T11:25:02.616" v="5" actId="255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2025-09-14 14-07-27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 anchor="ctr">
            <a:noAutofit/>
          </a:bodyPr>
          <a:lstStyle>
            <a:lvl1pPr>
              <a:defRPr lang="en-US" sz="1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5718655" y="199864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718655" y="1706790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718655" y="1414933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718655" y="1123076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18655" y="831219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035194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87392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39590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391788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718655" y="2144576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718655" y="1852719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18655" y="1560862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8655" y="126900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18655" y="97714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809095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261293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713491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165689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617888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6694213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759861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7146412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920312" y="14442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920312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694213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7146412" y="13761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694213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6694213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7146412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242015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6920312" y="15804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6694213" y="14637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7146412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59861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6242015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748556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146412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7146412" y="12594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7146412" y="17458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598610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146412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146412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7259461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48556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146412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694213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146412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7033362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7146412" y="12983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259461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128966" y="18042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581164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015916" y="15804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146412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468114" y="17847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902867" y="18528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6920312" y="16096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789817" y="2105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920312" y="13470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789817" y="16485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7146412" y="14442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789817" y="208638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7146412" y="14345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789817" y="20669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355065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7372511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6468114" y="1872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789817" y="1872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694213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6920312" y="16388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920312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9203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598610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6694213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598610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6355065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669421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7146412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7598610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242015" y="18918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7146412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7598610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6468114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7146412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9203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69421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7146412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6920312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694213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355065" y="16777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7598610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7146412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468114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6694213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7259461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7372511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7146412" y="12691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6015916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6694213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920312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789817" y="20571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6807263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7259461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7598610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6920312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6920312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6581164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7146412" y="1356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6468114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7146412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6920312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6920312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7146412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6468114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6920312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6468114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6242015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6694213" y="15026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468114" y="13761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7146412" y="1278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6468114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146412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7146412" y="12010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759861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7146412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7033362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789817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789817" y="16875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6015916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6242015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669421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6920312" y="13275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6468114" y="17847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6694213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920312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7372511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242015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6015916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6920312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789817" y="16485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7146412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6242015" y="15221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6015916" y="20669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6920312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6015916" y="18042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6468114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242015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6015916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6468114" y="15318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6242015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468114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15916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42015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6242015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789817" y="19793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789817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7146412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6694213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789817" y="18918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6468114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6694213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6694213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6468114" y="18042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789817" y="16875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669421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669421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789817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6242015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6242015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20312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6581164" y="16875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5789817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6694213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6468114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6694213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920312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6242015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6242015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242015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69203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6694213" y="17264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6920312" y="15221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6242015" y="16388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6694213" y="14151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6015916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7146412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6015916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6468114" y="15902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789817" y="18626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6694213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6242015" y="1278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6694213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5789817" y="18626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6242015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6242015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6694213" y="15026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6242015" y="15221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242015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7146412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7259461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6468114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7146412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7146412" y="12594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6694213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6920312" y="13470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7146412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7372511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7146412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6468114" y="17361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7146412" y="18626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7146412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468114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7372511" y="1278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920312" y="12594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7146412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6807263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6128966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7033362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6242015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6242015" y="15902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7259461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6694213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7146412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6468114" y="1356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7259461" y="14734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468114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6920312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92031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242015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7146412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6468114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6355065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6807263" y="15804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6468114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6242015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015916" y="16096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789817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6015916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6242015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468114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6242015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6015916" y="16972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581164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7033362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242015" y="2037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807263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7146412" y="1288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7033362" y="15318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6807263" y="14345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6807263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6920312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7146412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355065" y="17264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7146412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7259461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6694213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6694213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7033362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789817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6242015" y="1969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6468114" y="14151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5789817" y="16096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6468114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6694213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692031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7146412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6468114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6468114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7146412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7372511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6242015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6468114" y="16972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7146412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92031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6468114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355065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6015916" y="17264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242015" y="17653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6015916" y="17945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6920312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5789817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6015916" y="1959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7146412" y="1288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6920312" y="14345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6694213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6128966" y="17069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5789817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6468114" y="1288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6468114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7033362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807263" y="1356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6015916" y="195018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789817" y="11329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7146412" y="1356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468114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7146412" y="15221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694213" y="1901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6128966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6807263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5789817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7146412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6468114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7033362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6920312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5789817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6920312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6242015" y="2047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6468114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6920312" y="18237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789817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5789817" y="18820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6694213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5789817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68114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6015916" y="16972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89817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7146412" y="12497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578981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6355065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5789817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6468114" y="17264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5789817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902867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6355065" y="2037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6694213" y="16388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6468114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6920312" y="1444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242015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6468114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6468114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6015916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6015916" y="18334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7146412" y="16096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6694213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6694213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6920312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6920312" y="16972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7598610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789817" y="18820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6920312" y="16485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6694213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6015916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6807263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6468114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6468114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7598610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694213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6581164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6242015" y="20182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6581164" y="16777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624201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920312" y="16485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6694213" y="15026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6581164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7146412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6128966" y="18528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6694213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6581164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6355065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6015916" y="17653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7146412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624201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7146412" y="12691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7146412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6015916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5789817" y="17945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6015916" y="18820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6015916" y="20863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6468114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5789817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6015916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7146412" y="1288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6920312" y="15513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7146412" y="12594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6920312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7146412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590286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6468114" y="15902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6920312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578981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6242015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6128966" y="1989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7146412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6920312" y="1356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6468114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78981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7146412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6694213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6694213" y="16972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7146412" y="17847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6468114" y="1376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6015916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7146412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6468114" y="15513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7033362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7146412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6920312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6242015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7598610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5789817" y="19793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78981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6015916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6355065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7146412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7146412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6015916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6694213" y="14832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7146412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6694213" y="19793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578981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694213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6355065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7146412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6468114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6468114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624201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578981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578981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7146412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7146412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789817" y="19793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6581164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6128966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6355065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7146412" y="12789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7146412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6015916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5789817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6242015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6015916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6128966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7146412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6015916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6015916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7146412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6242015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7146412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7146412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6581164" y="12497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6242015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6581164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578981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6694213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6694213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5789817" y="17556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7146412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5789817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5789817" y="20182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578981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6242015" y="11329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6015916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6468114" y="17069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5789817" y="20863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6242015" y="20280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6015916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6694213" y="18334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6694213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789817" y="20085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7146412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6694213" y="1434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7146412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6468114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6468114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5789817" y="20085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6807263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6242015" y="17556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6694213" y="16680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6242015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7146412" y="12789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6242015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6920312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5789817" y="2057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789817" y="20085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7146412" y="13178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5789817" y="19209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6015916" y="17847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6468114" y="14929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624201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6920312" y="13178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5789817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6468114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6920312" y="17653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6015916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6242015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6015916" y="16680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6242015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6468114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6694213" y="1843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7146412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6920312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6468114" y="15610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6468114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694213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6242015" y="1376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6242015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6128966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6242015" y="18918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7146412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920312" y="1434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6920312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624201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7146412" y="15610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578981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7485560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7146412" y="15902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6468114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6468114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6015916" y="1843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6920312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6242015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6920312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6242015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6015916" y="19209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6920312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6694213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7146412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6920312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6468114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6920312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6468114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6355065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7146412" y="1444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6468114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6920312" y="1376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6242015" y="17361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7146412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6920312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6468114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6015916" y="18237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6242015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6694213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6694213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6015916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5789817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578981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6694213" y="17945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6694213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6694213" y="15318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6128966" y="1969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5789817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6581164" y="2037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7146412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7146412" y="14637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6015916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578981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5789817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5789817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6694213" y="19209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6128966" y="16680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6355065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6015916" y="1969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6694213" y="14637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6920312" y="11329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6694213" y="13470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6242015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6015916" y="1989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6468114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6468114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6468114" y="15318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6468114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6468114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6015916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6920312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6468114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6920312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94213" y="14637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6468114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5789817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7146412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6468114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7146412" y="12691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7146412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6015916" y="17361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6468114" y="18139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624201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7259461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624201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7146412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015916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6242015" y="1969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6015916" y="2076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578981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6920312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6468114" y="16096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6694213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6242015" y="18139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6694213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7146412" y="14832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6694213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714641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578981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6015916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902867" y="2115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6807263" y="15221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692031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6242015" y="16388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6694213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015" y="18334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7033362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468114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7146412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7146412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7146412" y="1434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5789817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7146412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6468114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6242015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6581164" y="17264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590286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128966" y="1843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5789817" y="2047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6920312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6242015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789817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7146412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6468114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6015916" y="17847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809095" y="1123588"/>
              <a:ext cx="1808792" cy="845049"/>
            </a:xfrm>
            <a:custGeom>
              <a:avLst/>
              <a:pathLst>
                <a:path w="1808792" h="845049">
                  <a:moveTo>
                    <a:pt x="0" y="746084"/>
                  </a:moveTo>
                  <a:lnTo>
                    <a:pt x="22896" y="741822"/>
                  </a:lnTo>
                  <a:lnTo>
                    <a:pt x="45792" y="737343"/>
                  </a:lnTo>
                  <a:lnTo>
                    <a:pt x="68688" y="732641"/>
                  </a:lnTo>
                  <a:lnTo>
                    <a:pt x="91584" y="727710"/>
                  </a:lnTo>
                  <a:lnTo>
                    <a:pt x="114480" y="722544"/>
                  </a:lnTo>
                  <a:lnTo>
                    <a:pt x="137376" y="717138"/>
                  </a:lnTo>
                  <a:lnTo>
                    <a:pt x="160272" y="711488"/>
                  </a:lnTo>
                  <a:lnTo>
                    <a:pt x="183168" y="705592"/>
                  </a:lnTo>
                  <a:lnTo>
                    <a:pt x="206064" y="699451"/>
                  </a:lnTo>
                  <a:lnTo>
                    <a:pt x="228961" y="693067"/>
                  </a:lnTo>
                  <a:lnTo>
                    <a:pt x="251857" y="686447"/>
                  </a:lnTo>
                  <a:lnTo>
                    <a:pt x="274753" y="679601"/>
                  </a:lnTo>
                  <a:lnTo>
                    <a:pt x="297649" y="672542"/>
                  </a:lnTo>
                  <a:lnTo>
                    <a:pt x="320545" y="665284"/>
                  </a:lnTo>
                  <a:lnTo>
                    <a:pt x="343441" y="657846"/>
                  </a:lnTo>
                  <a:lnTo>
                    <a:pt x="366337" y="650247"/>
                  </a:lnTo>
                  <a:lnTo>
                    <a:pt x="389233" y="642505"/>
                  </a:lnTo>
                  <a:lnTo>
                    <a:pt x="412129" y="634640"/>
                  </a:lnTo>
                  <a:lnTo>
                    <a:pt x="435026" y="626669"/>
                  </a:lnTo>
                  <a:lnTo>
                    <a:pt x="457922" y="618610"/>
                  </a:lnTo>
                  <a:lnTo>
                    <a:pt x="480818" y="610478"/>
                  </a:lnTo>
                  <a:lnTo>
                    <a:pt x="503714" y="602287"/>
                  </a:lnTo>
                  <a:lnTo>
                    <a:pt x="526610" y="594048"/>
                  </a:lnTo>
                  <a:lnTo>
                    <a:pt x="549506" y="585773"/>
                  </a:lnTo>
                  <a:lnTo>
                    <a:pt x="572402" y="577471"/>
                  </a:lnTo>
                  <a:lnTo>
                    <a:pt x="595298" y="569148"/>
                  </a:lnTo>
                  <a:lnTo>
                    <a:pt x="618194" y="560812"/>
                  </a:lnTo>
                  <a:lnTo>
                    <a:pt x="641091" y="552467"/>
                  </a:lnTo>
                  <a:lnTo>
                    <a:pt x="663987" y="544117"/>
                  </a:lnTo>
                  <a:lnTo>
                    <a:pt x="686883" y="535766"/>
                  </a:lnTo>
                  <a:lnTo>
                    <a:pt x="709779" y="527415"/>
                  </a:lnTo>
                  <a:lnTo>
                    <a:pt x="732675" y="519065"/>
                  </a:lnTo>
                  <a:lnTo>
                    <a:pt x="755571" y="510718"/>
                  </a:lnTo>
                  <a:lnTo>
                    <a:pt x="778467" y="502371"/>
                  </a:lnTo>
                  <a:lnTo>
                    <a:pt x="801363" y="494024"/>
                  </a:lnTo>
                  <a:lnTo>
                    <a:pt x="824259" y="485674"/>
                  </a:lnTo>
                  <a:lnTo>
                    <a:pt x="847156" y="477317"/>
                  </a:lnTo>
                  <a:lnTo>
                    <a:pt x="870052" y="468950"/>
                  </a:lnTo>
                  <a:lnTo>
                    <a:pt x="892948" y="460566"/>
                  </a:lnTo>
                  <a:lnTo>
                    <a:pt x="915844" y="452159"/>
                  </a:lnTo>
                  <a:lnTo>
                    <a:pt x="938740" y="443720"/>
                  </a:lnTo>
                  <a:lnTo>
                    <a:pt x="961636" y="435241"/>
                  </a:lnTo>
                  <a:lnTo>
                    <a:pt x="984532" y="426709"/>
                  </a:lnTo>
                  <a:lnTo>
                    <a:pt x="1007428" y="418112"/>
                  </a:lnTo>
                  <a:lnTo>
                    <a:pt x="1030324" y="409436"/>
                  </a:lnTo>
                  <a:lnTo>
                    <a:pt x="1053221" y="400665"/>
                  </a:lnTo>
                  <a:lnTo>
                    <a:pt x="1076117" y="391782"/>
                  </a:lnTo>
                  <a:lnTo>
                    <a:pt x="1099013" y="382768"/>
                  </a:lnTo>
                  <a:lnTo>
                    <a:pt x="1121909" y="373605"/>
                  </a:lnTo>
                  <a:lnTo>
                    <a:pt x="1144805" y="364274"/>
                  </a:lnTo>
                  <a:lnTo>
                    <a:pt x="1167701" y="354757"/>
                  </a:lnTo>
                  <a:lnTo>
                    <a:pt x="1190597" y="345037"/>
                  </a:lnTo>
                  <a:lnTo>
                    <a:pt x="1213493" y="335100"/>
                  </a:lnTo>
                  <a:lnTo>
                    <a:pt x="1236389" y="324935"/>
                  </a:lnTo>
                  <a:lnTo>
                    <a:pt x="1259285" y="314533"/>
                  </a:lnTo>
                  <a:lnTo>
                    <a:pt x="1282182" y="303890"/>
                  </a:lnTo>
                  <a:lnTo>
                    <a:pt x="1305078" y="293002"/>
                  </a:lnTo>
                  <a:lnTo>
                    <a:pt x="1327974" y="281871"/>
                  </a:lnTo>
                  <a:lnTo>
                    <a:pt x="1350870" y="270498"/>
                  </a:lnTo>
                  <a:lnTo>
                    <a:pt x="1373766" y="258889"/>
                  </a:lnTo>
                  <a:lnTo>
                    <a:pt x="1396662" y="247049"/>
                  </a:lnTo>
                  <a:lnTo>
                    <a:pt x="1419558" y="234982"/>
                  </a:lnTo>
                  <a:lnTo>
                    <a:pt x="1442454" y="222695"/>
                  </a:lnTo>
                  <a:lnTo>
                    <a:pt x="1465350" y="210195"/>
                  </a:lnTo>
                  <a:lnTo>
                    <a:pt x="1488247" y="197485"/>
                  </a:lnTo>
                  <a:lnTo>
                    <a:pt x="1511143" y="184573"/>
                  </a:lnTo>
                  <a:lnTo>
                    <a:pt x="1534039" y="171464"/>
                  </a:lnTo>
                  <a:lnTo>
                    <a:pt x="1556935" y="158160"/>
                  </a:lnTo>
                  <a:lnTo>
                    <a:pt x="1579831" y="144668"/>
                  </a:lnTo>
                  <a:lnTo>
                    <a:pt x="1602727" y="130990"/>
                  </a:lnTo>
                  <a:lnTo>
                    <a:pt x="1625623" y="117130"/>
                  </a:lnTo>
                  <a:lnTo>
                    <a:pt x="1648519" y="103091"/>
                  </a:lnTo>
                  <a:lnTo>
                    <a:pt x="1671415" y="88876"/>
                  </a:lnTo>
                  <a:lnTo>
                    <a:pt x="1694312" y="74487"/>
                  </a:lnTo>
                  <a:lnTo>
                    <a:pt x="1717208" y="59926"/>
                  </a:lnTo>
                  <a:lnTo>
                    <a:pt x="1740104" y="45195"/>
                  </a:lnTo>
                  <a:lnTo>
                    <a:pt x="1763000" y="30296"/>
                  </a:lnTo>
                  <a:lnTo>
                    <a:pt x="1785896" y="15231"/>
                  </a:lnTo>
                  <a:lnTo>
                    <a:pt x="1808792" y="0"/>
                  </a:lnTo>
                  <a:lnTo>
                    <a:pt x="1808792" y="219133"/>
                  </a:lnTo>
                  <a:lnTo>
                    <a:pt x="1785896" y="224731"/>
                  </a:lnTo>
                  <a:lnTo>
                    <a:pt x="1763000" y="230405"/>
                  </a:lnTo>
                  <a:lnTo>
                    <a:pt x="1740104" y="236158"/>
                  </a:lnTo>
                  <a:lnTo>
                    <a:pt x="1717208" y="241990"/>
                  </a:lnTo>
                  <a:lnTo>
                    <a:pt x="1694312" y="247903"/>
                  </a:lnTo>
                  <a:lnTo>
                    <a:pt x="1671415" y="253899"/>
                  </a:lnTo>
                  <a:lnTo>
                    <a:pt x="1648519" y="259980"/>
                  </a:lnTo>
                  <a:lnTo>
                    <a:pt x="1625623" y="266149"/>
                  </a:lnTo>
                  <a:lnTo>
                    <a:pt x="1602727" y="272408"/>
                  </a:lnTo>
                  <a:lnTo>
                    <a:pt x="1579831" y="278760"/>
                  </a:lnTo>
                  <a:lnTo>
                    <a:pt x="1556935" y="285209"/>
                  </a:lnTo>
                  <a:lnTo>
                    <a:pt x="1534039" y="291758"/>
                  </a:lnTo>
                  <a:lnTo>
                    <a:pt x="1511143" y="298412"/>
                  </a:lnTo>
                  <a:lnTo>
                    <a:pt x="1488247" y="305175"/>
                  </a:lnTo>
                  <a:lnTo>
                    <a:pt x="1465350" y="312052"/>
                  </a:lnTo>
                  <a:lnTo>
                    <a:pt x="1442454" y="319049"/>
                  </a:lnTo>
                  <a:lnTo>
                    <a:pt x="1419558" y="326171"/>
                  </a:lnTo>
                  <a:lnTo>
                    <a:pt x="1396662" y="333424"/>
                  </a:lnTo>
                  <a:lnTo>
                    <a:pt x="1373766" y="340815"/>
                  </a:lnTo>
                  <a:lnTo>
                    <a:pt x="1350870" y="348348"/>
                  </a:lnTo>
                  <a:lnTo>
                    <a:pt x="1327974" y="356030"/>
                  </a:lnTo>
                  <a:lnTo>
                    <a:pt x="1305078" y="363863"/>
                  </a:lnTo>
                  <a:lnTo>
                    <a:pt x="1282182" y="371852"/>
                  </a:lnTo>
                  <a:lnTo>
                    <a:pt x="1259285" y="379995"/>
                  </a:lnTo>
                  <a:lnTo>
                    <a:pt x="1236389" y="388292"/>
                  </a:lnTo>
                  <a:lnTo>
                    <a:pt x="1213493" y="396737"/>
                  </a:lnTo>
                  <a:lnTo>
                    <a:pt x="1190597" y="405321"/>
                  </a:lnTo>
                  <a:lnTo>
                    <a:pt x="1167701" y="414034"/>
                  </a:lnTo>
                  <a:lnTo>
                    <a:pt x="1144805" y="422860"/>
                  </a:lnTo>
                  <a:lnTo>
                    <a:pt x="1121909" y="431783"/>
                  </a:lnTo>
                  <a:lnTo>
                    <a:pt x="1099013" y="440786"/>
                  </a:lnTo>
                  <a:lnTo>
                    <a:pt x="1076117" y="449850"/>
                  </a:lnTo>
                  <a:lnTo>
                    <a:pt x="1053221" y="458955"/>
                  </a:lnTo>
                  <a:lnTo>
                    <a:pt x="1030324" y="468084"/>
                  </a:lnTo>
                  <a:lnTo>
                    <a:pt x="1007428" y="477219"/>
                  </a:lnTo>
                  <a:lnTo>
                    <a:pt x="984532" y="486344"/>
                  </a:lnTo>
                  <a:lnTo>
                    <a:pt x="961636" y="495446"/>
                  </a:lnTo>
                  <a:lnTo>
                    <a:pt x="938740" y="504511"/>
                  </a:lnTo>
                  <a:lnTo>
                    <a:pt x="915844" y="513528"/>
                  </a:lnTo>
                  <a:lnTo>
                    <a:pt x="892948" y="522488"/>
                  </a:lnTo>
                  <a:lnTo>
                    <a:pt x="870052" y="531382"/>
                  </a:lnTo>
                  <a:lnTo>
                    <a:pt x="847156" y="540205"/>
                  </a:lnTo>
                  <a:lnTo>
                    <a:pt x="824259" y="548949"/>
                  </a:lnTo>
                  <a:lnTo>
                    <a:pt x="801363" y="557611"/>
                  </a:lnTo>
                  <a:lnTo>
                    <a:pt x="778467" y="566187"/>
                  </a:lnTo>
                  <a:lnTo>
                    <a:pt x="755571" y="574675"/>
                  </a:lnTo>
                  <a:lnTo>
                    <a:pt x="732675" y="583073"/>
                  </a:lnTo>
                  <a:lnTo>
                    <a:pt x="709779" y="591380"/>
                  </a:lnTo>
                  <a:lnTo>
                    <a:pt x="686883" y="599598"/>
                  </a:lnTo>
                  <a:lnTo>
                    <a:pt x="663987" y="607726"/>
                  </a:lnTo>
                  <a:lnTo>
                    <a:pt x="641091" y="615767"/>
                  </a:lnTo>
                  <a:lnTo>
                    <a:pt x="618194" y="623724"/>
                  </a:lnTo>
                  <a:lnTo>
                    <a:pt x="595298" y="631601"/>
                  </a:lnTo>
                  <a:lnTo>
                    <a:pt x="572402" y="639402"/>
                  </a:lnTo>
                  <a:lnTo>
                    <a:pt x="549506" y="647135"/>
                  </a:lnTo>
                  <a:lnTo>
                    <a:pt x="526610" y="654807"/>
                  </a:lnTo>
                  <a:lnTo>
                    <a:pt x="503714" y="662427"/>
                  </a:lnTo>
                  <a:lnTo>
                    <a:pt x="480818" y="670005"/>
                  </a:lnTo>
                  <a:lnTo>
                    <a:pt x="457922" y="677553"/>
                  </a:lnTo>
                  <a:lnTo>
                    <a:pt x="435026" y="685086"/>
                  </a:lnTo>
                  <a:lnTo>
                    <a:pt x="412129" y="692618"/>
                  </a:lnTo>
                  <a:lnTo>
                    <a:pt x="389233" y="700167"/>
                  </a:lnTo>
                  <a:lnTo>
                    <a:pt x="366337" y="707751"/>
                  </a:lnTo>
                  <a:lnTo>
                    <a:pt x="343441" y="715388"/>
                  </a:lnTo>
                  <a:lnTo>
                    <a:pt x="320545" y="723098"/>
                  </a:lnTo>
                  <a:lnTo>
                    <a:pt x="297649" y="730900"/>
                  </a:lnTo>
                  <a:lnTo>
                    <a:pt x="274753" y="738811"/>
                  </a:lnTo>
                  <a:lnTo>
                    <a:pt x="251857" y="746846"/>
                  </a:lnTo>
                  <a:lnTo>
                    <a:pt x="228961" y="755019"/>
                  </a:lnTo>
                  <a:lnTo>
                    <a:pt x="206064" y="763340"/>
                  </a:lnTo>
                  <a:lnTo>
                    <a:pt x="183168" y="771814"/>
                  </a:lnTo>
                  <a:lnTo>
                    <a:pt x="160272" y="780445"/>
                  </a:lnTo>
                  <a:lnTo>
                    <a:pt x="137376" y="789233"/>
                  </a:lnTo>
                  <a:lnTo>
                    <a:pt x="114480" y="798176"/>
                  </a:lnTo>
                  <a:lnTo>
                    <a:pt x="91584" y="807270"/>
                  </a:lnTo>
                  <a:lnTo>
                    <a:pt x="68688" y="816510"/>
                  </a:lnTo>
                  <a:lnTo>
                    <a:pt x="45792" y="825891"/>
                  </a:lnTo>
                  <a:lnTo>
                    <a:pt x="22896" y="835406"/>
                  </a:lnTo>
                  <a:lnTo>
                    <a:pt x="0" y="84504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5809095" y="1123588"/>
              <a:ext cx="1808792" cy="746084"/>
            </a:xfrm>
            <a:custGeom>
              <a:avLst/>
              <a:pathLst>
                <a:path w="1808792" h="746084">
                  <a:moveTo>
                    <a:pt x="0" y="746084"/>
                  </a:moveTo>
                  <a:lnTo>
                    <a:pt x="22896" y="741822"/>
                  </a:lnTo>
                  <a:lnTo>
                    <a:pt x="45792" y="737343"/>
                  </a:lnTo>
                  <a:lnTo>
                    <a:pt x="68688" y="732641"/>
                  </a:lnTo>
                  <a:lnTo>
                    <a:pt x="91584" y="727710"/>
                  </a:lnTo>
                  <a:lnTo>
                    <a:pt x="114480" y="722544"/>
                  </a:lnTo>
                  <a:lnTo>
                    <a:pt x="137376" y="717138"/>
                  </a:lnTo>
                  <a:lnTo>
                    <a:pt x="160272" y="711488"/>
                  </a:lnTo>
                  <a:lnTo>
                    <a:pt x="183168" y="705592"/>
                  </a:lnTo>
                  <a:lnTo>
                    <a:pt x="206064" y="699451"/>
                  </a:lnTo>
                  <a:lnTo>
                    <a:pt x="228961" y="693067"/>
                  </a:lnTo>
                  <a:lnTo>
                    <a:pt x="251857" y="686447"/>
                  </a:lnTo>
                  <a:lnTo>
                    <a:pt x="274753" y="679601"/>
                  </a:lnTo>
                  <a:lnTo>
                    <a:pt x="297649" y="672542"/>
                  </a:lnTo>
                  <a:lnTo>
                    <a:pt x="320545" y="665284"/>
                  </a:lnTo>
                  <a:lnTo>
                    <a:pt x="343441" y="657846"/>
                  </a:lnTo>
                  <a:lnTo>
                    <a:pt x="366337" y="650247"/>
                  </a:lnTo>
                  <a:lnTo>
                    <a:pt x="389233" y="642505"/>
                  </a:lnTo>
                  <a:lnTo>
                    <a:pt x="412129" y="634640"/>
                  </a:lnTo>
                  <a:lnTo>
                    <a:pt x="435026" y="626669"/>
                  </a:lnTo>
                  <a:lnTo>
                    <a:pt x="457922" y="618610"/>
                  </a:lnTo>
                  <a:lnTo>
                    <a:pt x="480818" y="610478"/>
                  </a:lnTo>
                  <a:lnTo>
                    <a:pt x="503714" y="602287"/>
                  </a:lnTo>
                  <a:lnTo>
                    <a:pt x="526610" y="594048"/>
                  </a:lnTo>
                  <a:lnTo>
                    <a:pt x="549506" y="585773"/>
                  </a:lnTo>
                  <a:lnTo>
                    <a:pt x="572402" y="577471"/>
                  </a:lnTo>
                  <a:lnTo>
                    <a:pt x="595298" y="569148"/>
                  </a:lnTo>
                  <a:lnTo>
                    <a:pt x="618194" y="560812"/>
                  </a:lnTo>
                  <a:lnTo>
                    <a:pt x="641091" y="552467"/>
                  </a:lnTo>
                  <a:lnTo>
                    <a:pt x="663987" y="544117"/>
                  </a:lnTo>
                  <a:lnTo>
                    <a:pt x="686883" y="535766"/>
                  </a:lnTo>
                  <a:lnTo>
                    <a:pt x="709779" y="527415"/>
                  </a:lnTo>
                  <a:lnTo>
                    <a:pt x="732675" y="519065"/>
                  </a:lnTo>
                  <a:lnTo>
                    <a:pt x="755571" y="510718"/>
                  </a:lnTo>
                  <a:lnTo>
                    <a:pt x="778467" y="502371"/>
                  </a:lnTo>
                  <a:lnTo>
                    <a:pt x="801363" y="494024"/>
                  </a:lnTo>
                  <a:lnTo>
                    <a:pt x="824259" y="485674"/>
                  </a:lnTo>
                  <a:lnTo>
                    <a:pt x="847156" y="477317"/>
                  </a:lnTo>
                  <a:lnTo>
                    <a:pt x="870052" y="468950"/>
                  </a:lnTo>
                  <a:lnTo>
                    <a:pt x="892948" y="460566"/>
                  </a:lnTo>
                  <a:lnTo>
                    <a:pt x="915844" y="452159"/>
                  </a:lnTo>
                  <a:lnTo>
                    <a:pt x="938740" y="443720"/>
                  </a:lnTo>
                  <a:lnTo>
                    <a:pt x="961636" y="435241"/>
                  </a:lnTo>
                  <a:lnTo>
                    <a:pt x="984532" y="426709"/>
                  </a:lnTo>
                  <a:lnTo>
                    <a:pt x="1007428" y="418112"/>
                  </a:lnTo>
                  <a:lnTo>
                    <a:pt x="1030324" y="409436"/>
                  </a:lnTo>
                  <a:lnTo>
                    <a:pt x="1053221" y="400665"/>
                  </a:lnTo>
                  <a:lnTo>
                    <a:pt x="1076117" y="391782"/>
                  </a:lnTo>
                  <a:lnTo>
                    <a:pt x="1099013" y="382768"/>
                  </a:lnTo>
                  <a:lnTo>
                    <a:pt x="1121909" y="373605"/>
                  </a:lnTo>
                  <a:lnTo>
                    <a:pt x="1144805" y="364274"/>
                  </a:lnTo>
                  <a:lnTo>
                    <a:pt x="1167701" y="354757"/>
                  </a:lnTo>
                  <a:lnTo>
                    <a:pt x="1190597" y="345037"/>
                  </a:lnTo>
                  <a:lnTo>
                    <a:pt x="1213493" y="335100"/>
                  </a:lnTo>
                  <a:lnTo>
                    <a:pt x="1236389" y="324935"/>
                  </a:lnTo>
                  <a:lnTo>
                    <a:pt x="1259285" y="314533"/>
                  </a:lnTo>
                  <a:lnTo>
                    <a:pt x="1282182" y="303890"/>
                  </a:lnTo>
                  <a:lnTo>
                    <a:pt x="1305078" y="293002"/>
                  </a:lnTo>
                  <a:lnTo>
                    <a:pt x="1327974" y="281871"/>
                  </a:lnTo>
                  <a:lnTo>
                    <a:pt x="1350870" y="270498"/>
                  </a:lnTo>
                  <a:lnTo>
                    <a:pt x="1373766" y="258889"/>
                  </a:lnTo>
                  <a:lnTo>
                    <a:pt x="1396662" y="247049"/>
                  </a:lnTo>
                  <a:lnTo>
                    <a:pt x="1419558" y="234982"/>
                  </a:lnTo>
                  <a:lnTo>
                    <a:pt x="1442454" y="222695"/>
                  </a:lnTo>
                  <a:lnTo>
                    <a:pt x="1465350" y="210195"/>
                  </a:lnTo>
                  <a:lnTo>
                    <a:pt x="1488247" y="197485"/>
                  </a:lnTo>
                  <a:lnTo>
                    <a:pt x="1511143" y="184573"/>
                  </a:lnTo>
                  <a:lnTo>
                    <a:pt x="1534039" y="171464"/>
                  </a:lnTo>
                  <a:lnTo>
                    <a:pt x="1556935" y="158160"/>
                  </a:lnTo>
                  <a:lnTo>
                    <a:pt x="1579831" y="144668"/>
                  </a:lnTo>
                  <a:lnTo>
                    <a:pt x="1602727" y="130990"/>
                  </a:lnTo>
                  <a:lnTo>
                    <a:pt x="1625623" y="117130"/>
                  </a:lnTo>
                  <a:lnTo>
                    <a:pt x="1648519" y="103091"/>
                  </a:lnTo>
                  <a:lnTo>
                    <a:pt x="1671415" y="88876"/>
                  </a:lnTo>
                  <a:lnTo>
                    <a:pt x="1694312" y="74487"/>
                  </a:lnTo>
                  <a:lnTo>
                    <a:pt x="1717208" y="59926"/>
                  </a:lnTo>
                  <a:lnTo>
                    <a:pt x="1740104" y="45195"/>
                  </a:lnTo>
                  <a:lnTo>
                    <a:pt x="1763000" y="30296"/>
                  </a:lnTo>
                  <a:lnTo>
                    <a:pt x="1785896" y="15231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5809095" y="1342722"/>
              <a:ext cx="1808792" cy="625916"/>
            </a:xfrm>
            <a:custGeom>
              <a:avLst/>
              <a:pathLst>
                <a:path w="1808792" h="625916">
                  <a:moveTo>
                    <a:pt x="1808792" y="0"/>
                  </a:moveTo>
                  <a:lnTo>
                    <a:pt x="1785896" y="5597"/>
                  </a:lnTo>
                  <a:lnTo>
                    <a:pt x="1763000" y="11272"/>
                  </a:lnTo>
                  <a:lnTo>
                    <a:pt x="1740104" y="17024"/>
                  </a:lnTo>
                  <a:lnTo>
                    <a:pt x="1717208" y="22856"/>
                  </a:lnTo>
                  <a:lnTo>
                    <a:pt x="1694312" y="28769"/>
                  </a:lnTo>
                  <a:lnTo>
                    <a:pt x="1671415" y="34765"/>
                  </a:lnTo>
                  <a:lnTo>
                    <a:pt x="1648519" y="40846"/>
                  </a:lnTo>
                  <a:lnTo>
                    <a:pt x="1625623" y="47015"/>
                  </a:lnTo>
                  <a:lnTo>
                    <a:pt x="1602727" y="53274"/>
                  </a:lnTo>
                  <a:lnTo>
                    <a:pt x="1579831" y="59626"/>
                  </a:lnTo>
                  <a:lnTo>
                    <a:pt x="1556935" y="66075"/>
                  </a:lnTo>
                  <a:lnTo>
                    <a:pt x="1534039" y="72625"/>
                  </a:lnTo>
                  <a:lnTo>
                    <a:pt x="1511143" y="79278"/>
                  </a:lnTo>
                  <a:lnTo>
                    <a:pt x="1488247" y="86042"/>
                  </a:lnTo>
                  <a:lnTo>
                    <a:pt x="1465350" y="92919"/>
                  </a:lnTo>
                  <a:lnTo>
                    <a:pt x="1442454" y="99915"/>
                  </a:lnTo>
                  <a:lnTo>
                    <a:pt x="1419558" y="107037"/>
                  </a:lnTo>
                  <a:lnTo>
                    <a:pt x="1396662" y="114291"/>
                  </a:lnTo>
                  <a:lnTo>
                    <a:pt x="1373766" y="121681"/>
                  </a:lnTo>
                  <a:lnTo>
                    <a:pt x="1350870" y="129215"/>
                  </a:lnTo>
                  <a:lnTo>
                    <a:pt x="1327974" y="136896"/>
                  </a:lnTo>
                  <a:lnTo>
                    <a:pt x="1305078" y="144730"/>
                  </a:lnTo>
                  <a:lnTo>
                    <a:pt x="1282182" y="152718"/>
                  </a:lnTo>
                  <a:lnTo>
                    <a:pt x="1259285" y="160862"/>
                  </a:lnTo>
                  <a:lnTo>
                    <a:pt x="1236389" y="169159"/>
                  </a:lnTo>
                  <a:lnTo>
                    <a:pt x="1213493" y="177603"/>
                  </a:lnTo>
                  <a:lnTo>
                    <a:pt x="1190597" y="186188"/>
                  </a:lnTo>
                  <a:lnTo>
                    <a:pt x="1167701" y="194900"/>
                  </a:lnTo>
                  <a:lnTo>
                    <a:pt x="1144805" y="203726"/>
                  </a:lnTo>
                  <a:lnTo>
                    <a:pt x="1121909" y="212650"/>
                  </a:lnTo>
                  <a:lnTo>
                    <a:pt x="1099013" y="221653"/>
                  </a:lnTo>
                  <a:lnTo>
                    <a:pt x="1076117" y="230716"/>
                  </a:lnTo>
                  <a:lnTo>
                    <a:pt x="1053221" y="239822"/>
                  </a:lnTo>
                  <a:lnTo>
                    <a:pt x="1030324" y="248950"/>
                  </a:lnTo>
                  <a:lnTo>
                    <a:pt x="1007428" y="258085"/>
                  </a:lnTo>
                  <a:lnTo>
                    <a:pt x="984532" y="267211"/>
                  </a:lnTo>
                  <a:lnTo>
                    <a:pt x="961636" y="276312"/>
                  </a:lnTo>
                  <a:lnTo>
                    <a:pt x="938740" y="285377"/>
                  </a:lnTo>
                  <a:lnTo>
                    <a:pt x="915844" y="294394"/>
                  </a:lnTo>
                  <a:lnTo>
                    <a:pt x="892948" y="303354"/>
                  </a:lnTo>
                  <a:lnTo>
                    <a:pt x="870052" y="312249"/>
                  </a:lnTo>
                  <a:lnTo>
                    <a:pt x="847156" y="321071"/>
                  </a:lnTo>
                  <a:lnTo>
                    <a:pt x="824259" y="329815"/>
                  </a:lnTo>
                  <a:lnTo>
                    <a:pt x="801363" y="338477"/>
                  </a:lnTo>
                  <a:lnTo>
                    <a:pt x="778467" y="347053"/>
                  </a:lnTo>
                  <a:lnTo>
                    <a:pt x="755571" y="355541"/>
                  </a:lnTo>
                  <a:lnTo>
                    <a:pt x="732675" y="363939"/>
                  </a:lnTo>
                  <a:lnTo>
                    <a:pt x="709779" y="372247"/>
                  </a:lnTo>
                  <a:lnTo>
                    <a:pt x="686883" y="380464"/>
                  </a:lnTo>
                  <a:lnTo>
                    <a:pt x="663987" y="388592"/>
                  </a:lnTo>
                  <a:lnTo>
                    <a:pt x="641091" y="396633"/>
                  </a:lnTo>
                  <a:lnTo>
                    <a:pt x="618194" y="404590"/>
                  </a:lnTo>
                  <a:lnTo>
                    <a:pt x="595298" y="412467"/>
                  </a:lnTo>
                  <a:lnTo>
                    <a:pt x="572402" y="420269"/>
                  </a:lnTo>
                  <a:lnTo>
                    <a:pt x="549506" y="428002"/>
                  </a:lnTo>
                  <a:lnTo>
                    <a:pt x="526610" y="435674"/>
                  </a:lnTo>
                  <a:lnTo>
                    <a:pt x="503714" y="443293"/>
                  </a:lnTo>
                  <a:lnTo>
                    <a:pt x="480818" y="450871"/>
                  </a:lnTo>
                  <a:lnTo>
                    <a:pt x="457922" y="458420"/>
                  </a:lnTo>
                  <a:lnTo>
                    <a:pt x="435026" y="465952"/>
                  </a:lnTo>
                  <a:lnTo>
                    <a:pt x="412129" y="473485"/>
                  </a:lnTo>
                  <a:lnTo>
                    <a:pt x="389233" y="481034"/>
                  </a:lnTo>
                  <a:lnTo>
                    <a:pt x="366337" y="488617"/>
                  </a:lnTo>
                  <a:lnTo>
                    <a:pt x="343441" y="496254"/>
                  </a:lnTo>
                  <a:lnTo>
                    <a:pt x="320545" y="503965"/>
                  </a:lnTo>
                  <a:lnTo>
                    <a:pt x="297649" y="511766"/>
                  </a:lnTo>
                  <a:lnTo>
                    <a:pt x="274753" y="519677"/>
                  </a:lnTo>
                  <a:lnTo>
                    <a:pt x="251857" y="527713"/>
                  </a:lnTo>
                  <a:lnTo>
                    <a:pt x="228961" y="535886"/>
                  </a:lnTo>
                  <a:lnTo>
                    <a:pt x="206064" y="544206"/>
                  </a:lnTo>
                  <a:lnTo>
                    <a:pt x="183168" y="552680"/>
                  </a:lnTo>
                  <a:lnTo>
                    <a:pt x="160272" y="561311"/>
                  </a:lnTo>
                  <a:lnTo>
                    <a:pt x="137376" y="570099"/>
                  </a:lnTo>
                  <a:lnTo>
                    <a:pt x="114480" y="579042"/>
                  </a:lnTo>
                  <a:lnTo>
                    <a:pt x="91584" y="588136"/>
                  </a:lnTo>
                  <a:lnTo>
                    <a:pt x="68688" y="597377"/>
                  </a:lnTo>
                  <a:lnTo>
                    <a:pt x="45792" y="606758"/>
                  </a:lnTo>
                  <a:lnTo>
                    <a:pt x="22896" y="616273"/>
                  </a:lnTo>
                  <a:lnTo>
                    <a:pt x="0" y="6259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5809095" y="1233155"/>
              <a:ext cx="1808792" cy="686000"/>
            </a:xfrm>
            <a:custGeom>
              <a:avLst/>
              <a:pathLst>
                <a:path w="1808792" h="686000">
                  <a:moveTo>
                    <a:pt x="0" y="686000"/>
                  </a:moveTo>
                  <a:lnTo>
                    <a:pt x="22896" y="679047"/>
                  </a:lnTo>
                  <a:lnTo>
                    <a:pt x="45792" y="672050"/>
                  </a:lnTo>
                  <a:lnTo>
                    <a:pt x="68688" y="665009"/>
                  </a:lnTo>
                  <a:lnTo>
                    <a:pt x="91584" y="657923"/>
                  </a:lnTo>
                  <a:lnTo>
                    <a:pt x="114480" y="650793"/>
                  </a:lnTo>
                  <a:lnTo>
                    <a:pt x="137376" y="643618"/>
                  </a:lnTo>
                  <a:lnTo>
                    <a:pt x="160272" y="636399"/>
                  </a:lnTo>
                  <a:lnTo>
                    <a:pt x="183168" y="629136"/>
                  </a:lnTo>
                  <a:lnTo>
                    <a:pt x="206064" y="621829"/>
                  </a:lnTo>
                  <a:lnTo>
                    <a:pt x="228961" y="614476"/>
                  </a:lnTo>
                  <a:lnTo>
                    <a:pt x="251857" y="607080"/>
                  </a:lnTo>
                  <a:lnTo>
                    <a:pt x="274753" y="599639"/>
                  </a:lnTo>
                  <a:lnTo>
                    <a:pt x="297649" y="592154"/>
                  </a:lnTo>
                  <a:lnTo>
                    <a:pt x="320545" y="584624"/>
                  </a:lnTo>
                  <a:lnTo>
                    <a:pt x="343441" y="577050"/>
                  </a:lnTo>
                  <a:lnTo>
                    <a:pt x="366337" y="569432"/>
                  </a:lnTo>
                  <a:lnTo>
                    <a:pt x="389233" y="561769"/>
                  </a:lnTo>
                  <a:lnTo>
                    <a:pt x="412129" y="554062"/>
                  </a:lnTo>
                  <a:lnTo>
                    <a:pt x="435026" y="546311"/>
                  </a:lnTo>
                  <a:lnTo>
                    <a:pt x="457922" y="538515"/>
                  </a:lnTo>
                  <a:lnTo>
                    <a:pt x="480818" y="530675"/>
                  </a:lnTo>
                  <a:lnTo>
                    <a:pt x="503714" y="522790"/>
                  </a:lnTo>
                  <a:lnTo>
                    <a:pt x="526610" y="514861"/>
                  </a:lnTo>
                  <a:lnTo>
                    <a:pt x="549506" y="506887"/>
                  </a:lnTo>
                  <a:lnTo>
                    <a:pt x="572402" y="498870"/>
                  </a:lnTo>
                  <a:lnTo>
                    <a:pt x="595298" y="490808"/>
                  </a:lnTo>
                  <a:lnTo>
                    <a:pt x="618194" y="482701"/>
                  </a:lnTo>
                  <a:lnTo>
                    <a:pt x="641091" y="474550"/>
                  </a:lnTo>
                  <a:lnTo>
                    <a:pt x="663987" y="466355"/>
                  </a:lnTo>
                  <a:lnTo>
                    <a:pt x="686883" y="458115"/>
                  </a:lnTo>
                  <a:lnTo>
                    <a:pt x="709779" y="449831"/>
                  </a:lnTo>
                  <a:lnTo>
                    <a:pt x="732675" y="441502"/>
                  </a:lnTo>
                  <a:lnTo>
                    <a:pt x="755571" y="433129"/>
                  </a:lnTo>
                  <a:lnTo>
                    <a:pt x="778467" y="424712"/>
                  </a:lnTo>
                  <a:lnTo>
                    <a:pt x="801363" y="416251"/>
                  </a:lnTo>
                  <a:lnTo>
                    <a:pt x="824259" y="407745"/>
                  </a:lnTo>
                  <a:lnTo>
                    <a:pt x="847156" y="399194"/>
                  </a:lnTo>
                  <a:lnTo>
                    <a:pt x="870052" y="390599"/>
                  </a:lnTo>
                  <a:lnTo>
                    <a:pt x="892948" y="381960"/>
                  </a:lnTo>
                  <a:lnTo>
                    <a:pt x="915844" y="373277"/>
                  </a:lnTo>
                  <a:lnTo>
                    <a:pt x="938740" y="364549"/>
                  </a:lnTo>
                  <a:lnTo>
                    <a:pt x="961636" y="355776"/>
                  </a:lnTo>
                  <a:lnTo>
                    <a:pt x="984532" y="346960"/>
                  </a:lnTo>
                  <a:lnTo>
                    <a:pt x="1007428" y="338099"/>
                  </a:lnTo>
                  <a:lnTo>
                    <a:pt x="1030324" y="329193"/>
                  </a:lnTo>
                  <a:lnTo>
                    <a:pt x="1053221" y="320243"/>
                  </a:lnTo>
                  <a:lnTo>
                    <a:pt x="1076117" y="311249"/>
                  </a:lnTo>
                  <a:lnTo>
                    <a:pt x="1099013" y="302211"/>
                  </a:lnTo>
                  <a:lnTo>
                    <a:pt x="1121909" y="293128"/>
                  </a:lnTo>
                  <a:lnTo>
                    <a:pt x="1144805" y="284000"/>
                  </a:lnTo>
                  <a:lnTo>
                    <a:pt x="1167701" y="274828"/>
                  </a:lnTo>
                  <a:lnTo>
                    <a:pt x="1190597" y="265612"/>
                  </a:lnTo>
                  <a:lnTo>
                    <a:pt x="1213493" y="256352"/>
                  </a:lnTo>
                  <a:lnTo>
                    <a:pt x="1236389" y="247047"/>
                  </a:lnTo>
                  <a:lnTo>
                    <a:pt x="1259285" y="237697"/>
                  </a:lnTo>
                  <a:lnTo>
                    <a:pt x="1282182" y="228304"/>
                  </a:lnTo>
                  <a:lnTo>
                    <a:pt x="1305078" y="218866"/>
                  </a:lnTo>
                  <a:lnTo>
                    <a:pt x="1327974" y="209383"/>
                  </a:lnTo>
                  <a:lnTo>
                    <a:pt x="1350870" y="199856"/>
                  </a:lnTo>
                  <a:lnTo>
                    <a:pt x="1373766" y="190285"/>
                  </a:lnTo>
                  <a:lnTo>
                    <a:pt x="1396662" y="180670"/>
                  </a:lnTo>
                  <a:lnTo>
                    <a:pt x="1419558" y="171010"/>
                  </a:lnTo>
                  <a:lnTo>
                    <a:pt x="1442454" y="161305"/>
                  </a:lnTo>
                  <a:lnTo>
                    <a:pt x="1465350" y="151557"/>
                  </a:lnTo>
                  <a:lnTo>
                    <a:pt x="1488247" y="141763"/>
                  </a:lnTo>
                  <a:lnTo>
                    <a:pt x="1511143" y="131926"/>
                  </a:lnTo>
                  <a:lnTo>
                    <a:pt x="1534039" y="122044"/>
                  </a:lnTo>
                  <a:lnTo>
                    <a:pt x="1556935" y="112118"/>
                  </a:lnTo>
                  <a:lnTo>
                    <a:pt x="1579831" y="102147"/>
                  </a:lnTo>
                  <a:lnTo>
                    <a:pt x="1602727" y="92132"/>
                  </a:lnTo>
                  <a:lnTo>
                    <a:pt x="1625623" y="82073"/>
                  </a:lnTo>
                  <a:lnTo>
                    <a:pt x="1648519" y="71969"/>
                  </a:lnTo>
                  <a:lnTo>
                    <a:pt x="1671415" y="61821"/>
                  </a:lnTo>
                  <a:lnTo>
                    <a:pt x="1694312" y="51628"/>
                  </a:lnTo>
                  <a:lnTo>
                    <a:pt x="1717208" y="41391"/>
                  </a:lnTo>
                  <a:lnTo>
                    <a:pt x="1740104" y="31110"/>
                  </a:lnTo>
                  <a:lnTo>
                    <a:pt x="1763000" y="20784"/>
                  </a:lnTo>
                  <a:lnTo>
                    <a:pt x="1785896" y="10414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809095" y="1142057"/>
              <a:ext cx="1808792" cy="696635"/>
            </a:xfrm>
            <a:custGeom>
              <a:avLst/>
              <a:pathLst>
                <a:path w="1808792" h="696635">
                  <a:moveTo>
                    <a:pt x="0" y="593260"/>
                  </a:moveTo>
                  <a:lnTo>
                    <a:pt x="22896" y="588474"/>
                  </a:lnTo>
                  <a:lnTo>
                    <a:pt x="45792" y="583578"/>
                  </a:lnTo>
                  <a:lnTo>
                    <a:pt x="68688" y="578568"/>
                  </a:lnTo>
                  <a:lnTo>
                    <a:pt x="91584" y="573444"/>
                  </a:lnTo>
                  <a:lnTo>
                    <a:pt x="114480" y="568202"/>
                  </a:lnTo>
                  <a:lnTo>
                    <a:pt x="137376" y="562839"/>
                  </a:lnTo>
                  <a:lnTo>
                    <a:pt x="160272" y="557353"/>
                  </a:lnTo>
                  <a:lnTo>
                    <a:pt x="183168" y="551741"/>
                  </a:lnTo>
                  <a:lnTo>
                    <a:pt x="206064" y="546002"/>
                  </a:lnTo>
                  <a:lnTo>
                    <a:pt x="228961" y="540134"/>
                  </a:lnTo>
                  <a:lnTo>
                    <a:pt x="251857" y="534135"/>
                  </a:lnTo>
                  <a:lnTo>
                    <a:pt x="274753" y="528006"/>
                  </a:lnTo>
                  <a:lnTo>
                    <a:pt x="297649" y="521748"/>
                  </a:lnTo>
                  <a:lnTo>
                    <a:pt x="320545" y="515362"/>
                  </a:lnTo>
                  <a:lnTo>
                    <a:pt x="343441" y="508852"/>
                  </a:lnTo>
                  <a:lnTo>
                    <a:pt x="366337" y="502223"/>
                  </a:lnTo>
                  <a:lnTo>
                    <a:pt x="389233" y="495480"/>
                  </a:lnTo>
                  <a:lnTo>
                    <a:pt x="412129" y="488632"/>
                  </a:lnTo>
                  <a:lnTo>
                    <a:pt x="435026" y="481686"/>
                  </a:lnTo>
                  <a:lnTo>
                    <a:pt x="457922" y="474652"/>
                  </a:lnTo>
                  <a:lnTo>
                    <a:pt x="480818" y="467541"/>
                  </a:lnTo>
                  <a:lnTo>
                    <a:pt x="503714" y="460361"/>
                  </a:lnTo>
                  <a:lnTo>
                    <a:pt x="526610" y="453124"/>
                  </a:lnTo>
                  <a:lnTo>
                    <a:pt x="549506" y="445839"/>
                  </a:lnTo>
                  <a:lnTo>
                    <a:pt x="572402" y="438517"/>
                  </a:lnTo>
                  <a:lnTo>
                    <a:pt x="595298" y="431167"/>
                  </a:lnTo>
                  <a:lnTo>
                    <a:pt x="618194" y="423796"/>
                  </a:lnTo>
                  <a:lnTo>
                    <a:pt x="641091" y="416413"/>
                  </a:lnTo>
                  <a:lnTo>
                    <a:pt x="663987" y="409025"/>
                  </a:lnTo>
                  <a:lnTo>
                    <a:pt x="686883" y="401637"/>
                  </a:lnTo>
                  <a:lnTo>
                    <a:pt x="709779" y="394255"/>
                  </a:lnTo>
                  <a:lnTo>
                    <a:pt x="732675" y="386884"/>
                  </a:lnTo>
                  <a:lnTo>
                    <a:pt x="755571" y="379528"/>
                  </a:lnTo>
                  <a:lnTo>
                    <a:pt x="778467" y="372189"/>
                  </a:lnTo>
                  <a:lnTo>
                    <a:pt x="801363" y="364871"/>
                  </a:lnTo>
                  <a:lnTo>
                    <a:pt x="824259" y="357575"/>
                  </a:lnTo>
                  <a:lnTo>
                    <a:pt x="847156" y="350302"/>
                  </a:lnTo>
                  <a:lnTo>
                    <a:pt x="870052" y="343053"/>
                  </a:lnTo>
                  <a:lnTo>
                    <a:pt x="892948" y="335829"/>
                  </a:lnTo>
                  <a:lnTo>
                    <a:pt x="915844" y="328627"/>
                  </a:lnTo>
                  <a:lnTo>
                    <a:pt x="938740" y="321448"/>
                  </a:lnTo>
                  <a:lnTo>
                    <a:pt x="961636" y="314289"/>
                  </a:lnTo>
                  <a:lnTo>
                    <a:pt x="984532" y="307146"/>
                  </a:lnTo>
                  <a:lnTo>
                    <a:pt x="1007428" y="300017"/>
                  </a:lnTo>
                  <a:lnTo>
                    <a:pt x="1030324" y="292897"/>
                  </a:lnTo>
                  <a:lnTo>
                    <a:pt x="1053221" y="285781"/>
                  </a:lnTo>
                  <a:lnTo>
                    <a:pt x="1076117" y="278661"/>
                  </a:lnTo>
                  <a:lnTo>
                    <a:pt x="1099013" y="271530"/>
                  </a:lnTo>
                  <a:lnTo>
                    <a:pt x="1121909" y="264380"/>
                  </a:lnTo>
                  <a:lnTo>
                    <a:pt x="1144805" y="257199"/>
                  </a:lnTo>
                  <a:lnTo>
                    <a:pt x="1167701" y="249977"/>
                  </a:lnTo>
                  <a:lnTo>
                    <a:pt x="1190597" y="242702"/>
                  </a:lnTo>
                  <a:lnTo>
                    <a:pt x="1213493" y="235359"/>
                  </a:lnTo>
                  <a:lnTo>
                    <a:pt x="1236389" y="227935"/>
                  </a:lnTo>
                  <a:lnTo>
                    <a:pt x="1259285" y="220417"/>
                  </a:lnTo>
                  <a:lnTo>
                    <a:pt x="1282182" y="212790"/>
                  </a:lnTo>
                  <a:lnTo>
                    <a:pt x="1305078" y="205043"/>
                  </a:lnTo>
                  <a:lnTo>
                    <a:pt x="1327974" y="197164"/>
                  </a:lnTo>
                  <a:lnTo>
                    <a:pt x="1350870" y="189145"/>
                  </a:lnTo>
                  <a:lnTo>
                    <a:pt x="1373766" y="180980"/>
                  </a:lnTo>
                  <a:lnTo>
                    <a:pt x="1396662" y="172663"/>
                  </a:lnTo>
                  <a:lnTo>
                    <a:pt x="1419558" y="164195"/>
                  </a:lnTo>
                  <a:lnTo>
                    <a:pt x="1442454" y="155574"/>
                  </a:lnTo>
                  <a:lnTo>
                    <a:pt x="1465350" y="146804"/>
                  </a:lnTo>
                  <a:lnTo>
                    <a:pt x="1488247" y="137886"/>
                  </a:lnTo>
                  <a:lnTo>
                    <a:pt x="1511143" y="128827"/>
                  </a:lnTo>
                  <a:lnTo>
                    <a:pt x="1534039" y="119629"/>
                  </a:lnTo>
                  <a:lnTo>
                    <a:pt x="1556935" y="110298"/>
                  </a:lnTo>
                  <a:lnTo>
                    <a:pt x="1579831" y="100838"/>
                  </a:lnTo>
                  <a:lnTo>
                    <a:pt x="1602727" y="91254"/>
                  </a:lnTo>
                  <a:lnTo>
                    <a:pt x="1625623" y="81550"/>
                  </a:lnTo>
                  <a:lnTo>
                    <a:pt x="1648519" y="71730"/>
                  </a:lnTo>
                  <a:lnTo>
                    <a:pt x="1671415" y="61798"/>
                  </a:lnTo>
                  <a:lnTo>
                    <a:pt x="1694312" y="51756"/>
                  </a:lnTo>
                  <a:lnTo>
                    <a:pt x="1717208" y="41608"/>
                  </a:lnTo>
                  <a:lnTo>
                    <a:pt x="1740104" y="31356"/>
                  </a:lnTo>
                  <a:lnTo>
                    <a:pt x="1763000" y="21003"/>
                  </a:lnTo>
                  <a:lnTo>
                    <a:pt x="1785896" y="10550"/>
                  </a:lnTo>
                  <a:lnTo>
                    <a:pt x="1808792" y="0"/>
                  </a:lnTo>
                  <a:lnTo>
                    <a:pt x="1808792" y="125083"/>
                  </a:lnTo>
                  <a:lnTo>
                    <a:pt x="1785896" y="129561"/>
                  </a:lnTo>
                  <a:lnTo>
                    <a:pt x="1763000" y="134130"/>
                  </a:lnTo>
                  <a:lnTo>
                    <a:pt x="1740104" y="138791"/>
                  </a:lnTo>
                  <a:lnTo>
                    <a:pt x="1717208" y="143546"/>
                  </a:lnTo>
                  <a:lnTo>
                    <a:pt x="1694312" y="148397"/>
                  </a:lnTo>
                  <a:lnTo>
                    <a:pt x="1671415" y="153348"/>
                  </a:lnTo>
                  <a:lnTo>
                    <a:pt x="1648519" y="158400"/>
                  </a:lnTo>
                  <a:lnTo>
                    <a:pt x="1625623" y="163558"/>
                  </a:lnTo>
                  <a:lnTo>
                    <a:pt x="1602727" y="168825"/>
                  </a:lnTo>
                  <a:lnTo>
                    <a:pt x="1579831" y="174204"/>
                  </a:lnTo>
                  <a:lnTo>
                    <a:pt x="1556935" y="179700"/>
                  </a:lnTo>
                  <a:lnTo>
                    <a:pt x="1534039" y="185318"/>
                  </a:lnTo>
                  <a:lnTo>
                    <a:pt x="1511143" y="191061"/>
                  </a:lnTo>
                  <a:lnTo>
                    <a:pt x="1488247" y="196935"/>
                  </a:lnTo>
                  <a:lnTo>
                    <a:pt x="1465350" y="202945"/>
                  </a:lnTo>
                  <a:lnTo>
                    <a:pt x="1442454" y="209094"/>
                  </a:lnTo>
                  <a:lnTo>
                    <a:pt x="1419558" y="215385"/>
                  </a:lnTo>
                  <a:lnTo>
                    <a:pt x="1396662" y="221822"/>
                  </a:lnTo>
                  <a:lnTo>
                    <a:pt x="1373766" y="228403"/>
                  </a:lnTo>
                  <a:lnTo>
                    <a:pt x="1350870" y="235127"/>
                  </a:lnTo>
                  <a:lnTo>
                    <a:pt x="1327974" y="241991"/>
                  </a:lnTo>
                  <a:lnTo>
                    <a:pt x="1305078" y="248988"/>
                  </a:lnTo>
                  <a:lnTo>
                    <a:pt x="1282182" y="256109"/>
                  </a:lnTo>
                  <a:lnTo>
                    <a:pt x="1259285" y="263344"/>
                  </a:lnTo>
                  <a:lnTo>
                    <a:pt x="1236389" y="270679"/>
                  </a:lnTo>
                  <a:lnTo>
                    <a:pt x="1213493" y="278102"/>
                  </a:lnTo>
                  <a:lnTo>
                    <a:pt x="1190597" y="285599"/>
                  </a:lnTo>
                  <a:lnTo>
                    <a:pt x="1167701" y="293155"/>
                  </a:lnTo>
                  <a:lnTo>
                    <a:pt x="1144805" y="300758"/>
                  </a:lnTo>
                  <a:lnTo>
                    <a:pt x="1121909" y="308395"/>
                  </a:lnTo>
                  <a:lnTo>
                    <a:pt x="1099013" y="316054"/>
                  </a:lnTo>
                  <a:lnTo>
                    <a:pt x="1076117" y="323726"/>
                  </a:lnTo>
                  <a:lnTo>
                    <a:pt x="1053221" y="331402"/>
                  </a:lnTo>
                  <a:lnTo>
                    <a:pt x="1030324" y="339074"/>
                  </a:lnTo>
                  <a:lnTo>
                    <a:pt x="1007428" y="346734"/>
                  </a:lnTo>
                  <a:lnTo>
                    <a:pt x="984532" y="354379"/>
                  </a:lnTo>
                  <a:lnTo>
                    <a:pt x="961636" y="362003"/>
                  </a:lnTo>
                  <a:lnTo>
                    <a:pt x="938740" y="369603"/>
                  </a:lnTo>
                  <a:lnTo>
                    <a:pt x="915844" y="377175"/>
                  </a:lnTo>
                  <a:lnTo>
                    <a:pt x="892948" y="384718"/>
                  </a:lnTo>
                  <a:lnTo>
                    <a:pt x="870052" y="392231"/>
                  </a:lnTo>
                  <a:lnTo>
                    <a:pt x="847156" y="399712"/>
                  </a:lnTo>
                  <a:lnTo>
                    <a:pt x="824259" y="407162"/>
                  </a:lnTo>
                  <a:lnTo>
                    <a:pt x="801363" y="414581"/>
                  </a:lnTo>
                  <a:lnTo>
                    <a:pt x="778467" y="421971"/>
                  </a:lnTo>
                  <a:lnTo>
                    <a:pt x="755571" y="429333"/>
                  </a:lnTo>
                  <a:lnTo>
                    <a:pt x="732675" y="436670"/>
                  </a:lnTo>
                  <a:lnTo>
                    <a:pt x="709779" y="443985"/>
                  </a:lnTo>
                  <a:lnTo>
                    <a:pt x="686883" y="451282"/>
                  </a:lnTo>
                  <a:lnTo>
                    <a:pt x="663987" y="458566"/>
                  </a:lnTo>
                  <a:lnTo>
                    <a:pt x="641091" y="465842"/>
                  </a:lnTo>
                  <a:lnTo>
                    <a:pt x="618194" y="473116"/>
                  </a:lnTo>
                  <a:lnTo>
                    <a:pt x="595298" y="480395"/>
                  </a:lnTo>
                  <a:lnTo>
                    <a:pt x="572402" y="487687"/>
                  </a:lnTo>
                  <a:lnTo>
                    <a:pt x="549506" y="495000"/>
                  </a:lnTo>
                  <a:lnTo>
                    <a:pt x="526610" y="502343"/>
                  </a:lnTo>
                  <a:lnTo>
                    <a:pt x="503714" y="509727"/>
                  </a:lnTo>
                  <a:lnTo>
                    <a:pt x="480818" y="517161"/>
                  </a:lnTo>
                  <a:lnTo>
                    <a:pt x="457922" y="524655"/>
                  </a:lnTo>
                  <a:lnTo>
                    <a:pt x="435026" y="532220"/>
                  </a:lnTo>
                  <a:lnTo>
                    <a:pt x="412129" y="539865"/>
                  </a:lnTo>
                  <a:lnTo>
                    <a:pt x="389233" y="547601"/>
                  </a:lnTo>
                  <a:lnTo>
                    <a:pt x="366337" y="555435"/>
                  </a:lnTo>
                  <a:lnTo>
                    <a:pt x="343441" y="563375"/>
                  </a:lnTo>
                  <a:lnTo>
                    <a:pt x="320545" y="571428"/>
                  </a:lnTo>
                  <a:lnTo>
                    <a:pt x="297649" y="579597"/>
                  </a:lnTo>
                  <a:lnTo>
                    <a:pt x="274753" y="587886"/>
                  </a:lnTo>
                  <a:lnTo>
                    <a:pt x="251857" y="596298"/>
                  </a:lnTo>
                  <a:lnTo>
                    <a:pt x="228961" y="604832"/>
                  </a:lnTo>
                  <a:lnTo>
                    <a:pt x="206064" y="613490"/>
                  </a:lnTo>
                  <a:lnTo>
                    <a:pt x="183168" y="622269"/>
                  </a:lnTo>
                  <a:lnTo>
                    <a:pt x="160272" y="631168"/>
                  </a:lnTo>
                  <a:lnTo>
                    <a:pt x="137376" y="640186"/>
                  </a:lnTo>
                  <a:lnTo>
                    <a:pt x="114480" y="649320"/>
                  </a:lnTo>
                  <a:lnTo>
                    <a:pt x="91584" y="658567"/>
                  </a:lnTo>
                  <a:lnTo>
                    <a:pt x="68688" y="667924"/>
                  </a:lnTo>
                  <a:lnTo>
                    <a:pt x="45792" y="677390"/>
                  </a:lnTo>
                  <a:lnTo>
                    <a:pt x="22896" y="686961"/>
                  </a:lnTo>
                  <a:lnTo>
                    <a:pt x="0" y="69663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5809095" y="1142057"/>
              <a:ext cx="1808792" cy="593260"/>
            </a:xfrm>
            <a:custGeom>
              <a:avLst/>
              <a:pathLst>
                <a:path w="1808792" h="593260">
                  <a:moveTo>
                    <a:pt x="0" y="593260"/>
                  </a:moveTo>
                  <a:lnTo>
                    <a:pt x="22896" y="588474"/>
                  </a:lnTo>
                  <a:lnTo>
                    <a:pt x="45792" y="583578"/>
                  </a:lnTo>
                  <a:lnTo>
                    <a:pt x="68688" y="578568"/>
                  </a:lnTo>
                  <a:lnTo>
                    <a:pt x="91584" y="573444"/>
                  </a:lnTo>
                  <a:lnTo>
                    <a:pt x="114480" y="568202"/>
                  </a:lnTo>
                  <a:lnTo>
                    <a:pt x="137376" y="562839"/>
                  </a:lnTo>
                  <a:lnTo>
                    <a:pt x="160272" y="557353"/>
                  </a:lnTo>
                  <a:lnTo>
                    <a:pt x="183168" y="551741"/>
                  </a:lnTo>
                  <a:lnTo>
                    <a:pt x="206064" y="546002"/>
                  </a:lnTo>
                  <a:lnTo>
                    <a:pt x="228961" y="540134"/>
                  </a:lnTo>
                  <a:lnTo>
                    <a:pt x="251857" y="534135"/>
                  </a:lnTo>
                  <a:lnTo>
                    <a:pt x="274753" y="528006"/>
                  </a:lnTo>
                  <a:lnTo>
                    <a:pt x="297649" y="521748"/>
                  </a:lnTo>
                  <a:lnTo>
                    <a:pt x="320545" y="515362"/>
                  </a:lnTo>
                  <a:lnTo>
                    <a:pt x="343441" y="508852"/>
                  </a:lnTo>
                  <a:lnTo>
                    <a:pt x="366337" y="502223"/>
                  </a:lnTo>
                  <a:lnTo>
                    <a:pt x="389233" y="495480"/>
                  </a:lnTo>
                  <a:lnTo>
                    <a:pt x="412129" y="488632"/>
                  </a:lnTo>
                  <a:lnTo>
                    <a:pt x="435026" y="481686"/>
                  </a:lnTo>
                  <a:lnTo>
                    <a:pt x="457922" y="474652"/>
                  </a:lnTo>
                  <a:lnTo>
                    <a:pt x="480818" y="467541"/>
                  </a:lnTo>
                  <a:lnTo>
                    <a:pt x="503714" y="460361"/>
                  </a:lnTo>
                  <a:lnTo>
                    <a:pt x="526610" y="453124"/>
                  </a:lnTo>
                  <a:lnTo>
                    <a:pt x="549506" y="445839"/>
                  </a:lnTo>
                  <a:lnTo>
                    <a:pt x="572402" y="438517"/>
                  </a:lnTo>
                  <a:lnTo>
                    <a:pt x="595298" y="431167"/>
                  </a:lnTo>
                  <a:lnTo>
                    <a:pt x="618194" y="423796"/>
                  </a:lnTo>
                  <a:lnTo>
                    <a:pt x="641091" y="416413"/>
                  </a:lnTo>
                  <a:lnTo>
                    <a:pt x="663987" y="409025"/>
                  </a:lnTo>
                  <a:lnTo>
                    <a:pt x="686883" y="401637"/>
                  </a:lnTo>
                  <a:lnTo>
                    <a:pt x="709779" y="394255"/>
                  </a:lnTo>
                  <a:lnTo>
                    <a:pt x="732675" y="386884"/>
                  </a:lnTo>
                  <a:lnTo>
                    <a:pt x="755571" y="379528"/>
                  </a:lnTo>
                  <a:lnTo>
                    <a:pt x="778467" y="372189"/>
                  </a:lnTo>
                  <a:lnTo>
                    <a:pt x="801363" y="364871"/>
                  </a:lnTo>
                  <a:lnTo>
                    <a:pt x="824259" y="357575"/>
                  </a:lnTo>
                  <a:lnTo>
                    <a:pt x="847156" y="350302"/>
                  </a:lnTo>
                  <a:lnTo>
                    <a:pt x="870052" y="343053"/>
                  </a:lnTo>
                  <a:lnTo>
                    <a:pt x="892948" y="335829"/>
                  </a:lnTo>
                  <a:lnTo>
                    <a:pt x="915844" y="328627"/>
                  </a:lnTo>
                  <a:lnTo>
                    <a:pt x="938740" y="321448"/>
                  </a:lnTo>
                  <a:lnTo>
                    <a:pt x="961636" y="314289"/>
                  </a:lnTo>
                  <a:lnTo>
                    <a:pt x="984532" y="307146"/>
                  </a:lnTo>
                  <a:lnTo>
                    <a:pt x="1007428" y="300017"/>
                  </a:lnTo>
                  <a:lnTo>
                    <a:pt x="1030324" y="292897"/>
                  </a:lnTo>
                  <a:lnTo>
                    <a:pt x="1053221" y="285781"/>
                  </a:lnTo>
                  <a:lnTo>
                    <a:pt x="1076117" y="278661"/>
                  </a:lnTo>
                  <a:lnTo>
                    <a:pt x="1099013" y="271530"/>
                  </a:lnTo>
                  <a:lnTo>
                    <a:pt x="1121909" y="264380"/>
                  </a:lnTo>
                  <a:lnTo>
                    <a:pt x="1144805" y="257199"/>
                  </a:lnTo>
                  <a:lnTo>
                    <a:pt x="1167701" y="249977"/>
                  </a:lnTo>
                  <a:lnTo>
                    <a:pt x="1190597" y="242702"/>
                  </a:lnTo>
                  <a:lnTo>
                    <a:pt x="1213493" y="235359"/>
                  </a:lnTo>
                  <a:lnTo>
                    <a:pt x="1236389" y="227935"/>
                  </a:lnTo>
                  <a:lnTo>
                    <a:pt x="1259285" y="220417"/>
                  </a:lnTo>
                  <a:lnTo>
                    <a:pt x="1282182" y="212790"/>
                  </a:lnTo>
                  <a:lnTo>
                    <a:pt x="1305078" y="205043"/>
                  </a:lnTo>
                  <a:lnTo>
                    <a:pt x="1327974" y="197164"/>
                  </a:lnTo>
                  <a:lnTo>
                    <a:pt x="1350870" y="189145"/>
                  </a:lnTo>
                  <a:lnTo>
                    <a:pt x="1373766" y="180980"/>
                  </a:lnTo>
                  <a:lnTo>
                    <a:pt x="1396662" y="172663"/>
                  </a:lnTo>
                  <a:lnTo>
                    <a:pt x="1419558" y="164195"/>
                  </a:lnTo>
                  <a:lnTo>
                    <a:pt x="1442454" y="155574"/>
                  </a:lnTo>
                  <a:lnTo>
                    <a:pt x="1465350" y="146804"/>
                  </a:lnTo>
                  <a:lnTo>
                    <a:pt x="1488247" y="137886"/>
                  </a:lnTo>
                  <a:lnTo>
                    <a:pt x="1511143" y="128827"/>
                  </a:lnTo>
                  <a:lnTo>
                    <a:pt x="1534039" y="119629"/>
                  </a:lnTo>
                  <a:lnTo>
                    <a:pt x="1556935" y="110298"/>
                  </a:lnTo>
                  <a:lnTo>
                    <a:pt x="1579831" y="100838"/>
                  </a:lnTo>
                  <a:lnTo>
                    <a:pt x="1602727" y="91254"/>
                  </a:lnTo>
                  <a:lnTo>
                    <a:pt x="1625623" y="81550"/>
                  </a:lnTo>
                  <a:lnTo>
                    <a:pt x="1648519" y="71730"/>
                  </a:lnTo>
                  <a:lnTo>
                    <a:pt x="1671415" y="61798"/>
                  </a:lnTo>
                  <a:lnTo>
                    <a:pt x="1694312" y="51756"/>
                  </a:lnTo>
                  <a:lnTo>
                    <a:pt x="1717208" y="41608"/>
                  </a:lnTo>
                  <a:lnTo>
                    <a:pt x="1740104" y="31356"/>
                  </a:lnTo>
                  <a:lnTo>
                    <a:pt x="1763000" y="21003"/>
                  </a:lnTo>
                  <a:lnTo>
                    <a:pt x="1785896" y="10550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5809095" y="1267140"/>
              <a:ext cx="1808792" cy="571552"/>
            </a:xfrm>
            <a:custGeom>
              <a:avLst/>
              <a:pathLst>
                <a:path w="1808792" h="571552">
                  <a:moveTo>
                    <a:pt x="1808792" y="0"/>
                  </a:moveTo>
                  <a:lnTo>
                    <a:pt x="1785896" y="4478"/>
                  </a:lnTo>
                  <a:lnTo>
                    <a:pt x="1763000" y="9046"/>
                  </a:lnTo>
                  <a:lnTo>
                    <a:pt x="1740104" y="13707"/>
                  </a:lnTo>
                  <a:lnTo>
                    <a:pt x="1717208" y="18462"/>
                  </a:lnTo>
                  <a:lnTo>
                    <a:pt x="1694312" y="23314"/>
                  </a:lnTo>
                  <a:lnTo>
                    <a:pt x="1671415" y="28264"/>
                  </a:lnTo>
                  <a:lnTo>
                    <a:pt x="1648519" y="33317"/>
                  </a:lnTo>
                  <a:lnTo>
                    <a:pt x="1625623" y="38475"/>
                  </a:lnTo>
                  <a:lnTo>
                    <a:pt x="1602727" y="43741"/>
                  </a:lnTo>
                  <a:lnTo>
                    <a:pt x="1579831" y="49121"/>
                  </a:lnTo>
                  <a:lnTo>
                    <a:pt x="1556935" y="54617"/>
                  </a:lnTo>
                  <a:lnTo>
                    <a:pt x="1534039" y="60234"/>
                  </a:lnTo>
                  <a:lnTo>
                    <a:pt x="1511143" y="65978"/>
                  </a:lnTo>
                  <a:lnTo>
                    <a:pt x="1488247" y="71852"/>
                  </a:lnTo>
                  <a:lnTo>
                    <a:pt x="1465350" y="77862"/>
                  </a:lnTo>
                  <a:lnTo>
                    <a:pt x="1442454" y="84010"/>
                  </a:lnTo>
                  <a:lnTo>
                    <a:pt x="1419558" y="90302"/>
                  </a:lnTo>
                  <a:lnTo>
                    <a:pt x="1396662" y="96738"/>
                  </a:lnTo>
                  <a:lnTo>
                    <a:pt x="1373766" y="103319"/>
                  </a:lnTo>
                  <a:lnTo>
                    <a:pt x="1350870" y="110044"/>
                  </a:lnTo>
                  <a:lnTo>
                    <a:pt x="1327974" y="116908"/>
                  </a:lnTo>
                  <a:lnTo>
                    <a:pt x="1305078" y="123905"/>
                  </a:lnTo>
                  <a:lnTo>
                    <a:pt x="1282182" y="131026"/>
                  </a:lnTo>
                  <a:lnTo>
                    <a:pt x="1259285" y="138260"/>
                  </a:lnTo>
                  <a:lnTo>
                    <a:pt x="1236389" y="145596"/>
                  </a:lnTo>
                  <a:lnTo>
                    <a:pt x="1213493" y="153019"/>
                  </a:lnTo>
                  <a:lnTo>
                    <a:pt x="1190597" y="160515"/>
                  </a:lnTo>
                  <a:lnTo>
                    <a:pt x="1167701" y="168072"/>
                  </a:lnTo>
                  <a:lnTo>
                    <a:pt x="1144805" y="175674"/>
                  </a:lnTo>
                  <a:lnTo>
                    <a:pt x="1121909" y="183311"/>
                  </a:lnTo>
                  <a:lnTo>
                    <a:pt x="1099013" y="190971"/>
                  </a:lnTo>
                  <a:lnTo>
                    <a:pt x="1076117" y="198643"/>
                  </a:lnTo>
                  <a:lnTo>
                    <a:pt x="1053221" y="206318"/>
                  </a:lnTo>
                  <a:lnTo>
                    <a:pt x="1030324" y="213990"/>
                  </a:lnTo>
                  <a:lnTo>
                    <a:pt x="1007428" y="221651"/>
                  </a:lnTo>
                  <a:lnTo>
                    <a:pt x="984532" y="229296"/>
                  </a:lnTo>
                  <a:lnTo>
                    <a:pt x="961636" y="236920"/>
                  </a:lnTo>
                  <a:lnTo>
                    <a:pt x="938740" y="244520"/>
                  </a:lnTo>
                  <a:lnTo>
                    <a:pt x="915844" y="252092"/>
                  </a:lnTo>
                  <a:lnTo>
                    <a:pt x="892948" y="259635"/>
                  </a:lnTo>
                  <a:lnTo>
                    <a:pt x="870052" y="267147"/>
                  </a:lnTo>
                  <a:lnTo>
                    <a:pt x="847156" y="274629"/>
                  </a:lnTo>
                  <a:lnTo>
                    <a:pt x="824259" y="282079"/>
                  </a:lnTo>
                  <a:lnTo>
                    <a:pt x="801363" y="289498"/>
                  </a:lnTo>
                  <a:lnTo>
                    <a:pt x="778467" y="296887"/>
                  </a:lnTo>
                  <a:lnTo>
                    <a:pt x="755571" y="304249"/>
                  </a:lnTo>
                  <a:lnTo>
                    <a:pt x="732675" y="311586"/>
                  </a:lnTo>
                  <a:lnTo>
                    <a:pt x="709779" y="318902"/>
                  </a:lnTo>
                  <a:lnTo>
                    <a:pt x="686883" y="326199"/>
                  </a:lnTo>
                  <a:lnTo>
                    <a:pt x="663987" y="333483"/>
                  </a:lnTo>
                  <a:lnTo>
                    <a:pt x="641091" y="340759"/>
                  </a:lnTo>
                  <a:lnTo>
                    <a:pt x="618194" y="348033"/>
                  </a:lnTo>
                  <a:lnTo>
                    <a:pt x="595298" y="355312"/>
                  </a:lnTo>
                  <a:lnTo>
                    <a:pt x="572402" y="362603"/>
                  </a:lnTo>
                  <a:lnTo>
                    <a:pt x="549506" y="369917"/>
                  </a:lnTo>
                  <a:lnTo>
                    <a:pt x="526610" y="377260"/>
                  </a:lnTo>
                  <a:lnTo>
                    <a:pt x="503714" y="384643"/>
                  </a:lnTo>
                  <a:lnTo>
                    <a:pt x="480818" y="392077"/>
                  </a:lnTo>
                  <a:lnTo>
                    <a:pt x="457922" y="399571"/>
                  </a:lnTo>
                  <a:lnTo>
                    <a:pt x="435026" y="407136"/>
                  </a:lnTo>
                  <a:lnTo>
                    <a:pt x="412129" y="414782"/>
                  </a:lnTo>
                  <a:lnTo>
                    <a:pt x="389233" y="422518"/>
                  </a:lnTo>
                  <a:lnTo>
                    <a:pt x="366337" y="430352"/>
                  </a:lnTo>
                  <a:lnTo>
                    <a:pt x="343441" y="438292"/>
                  </a:lnTo>
                  <a:lnTo>
                    <a:pt x="320545" y="446344"/>
                  </a:lnTo>
                  <a:lnTo>
                    <a:pt x="297649" y="454514"/>
                  </a:lnTo>
                  <a:lnTo>
                    <a:pt x="274753" y="462803"/>
                  </a:lnTo>
                  <a:lnTo>
                    <a:pt x="251857" y="471214"/>
                  </a:lnTo>
                  <a:lnTo>
                    <a:pt x="228961" y="479749"/>
                  </a:lnTo>
                  <a:lnTo>
                    <a:pt x="206064" y="488406"/>
                  </a:lnTo>
                  <a:lnTo>
                    <a:pt x="183168" y="497185"/>
                  </a:lnTo>
                  <a:lnTo>
                    <a:pt x="160272" y="506085"/>
                  </a:lnTo>
                  <a:lnTo>
                    <a:pt x="137376" y="515103"/>
                  </a:lnTo>
                  <a:lnTo>
                    <a:pt x="114480" y="524237"/>
                  </a:lnTo>
                  <a:lnTo>
                    <a:pt x="91584" y="533484"/>
                  </a:lnTo>
                  <a:lnTo>
                    <a:pt x="68688" y="542841"/>
                  </a:lnTo>
                  <a:lnTo>
                    <a:pt x="45792" y="552307"/>
                  </a:lnTo>
                  <a:lnTo>
                    <a:pt x="22896" y="561878"/>
                  </a:lnTo>
                  <a:lnTo>
                    <a:pt x="0" y="5715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5809095" y="1204599"/>
              <a:ext cx="1808792" cy="582406"/>
            </a:xfrm>
            <a:custGeom>
              <a:avLst/>
              <a:pathLst>
                <a:path w="1808792" h="582406">
                  <a:moveTo>
                    <a:pt x="0" y="582406"/>
                  </a:moveTo>
                  <a:lnTo>
                    <a:pt x="22896" y="575176"/>
                  </a:lnTo>
                  <a:lnTo>
                    <a:pt x="45792" y="567942"/>
                  </a:lnTo>
                  <a:lnTo>
                    <a:pt x="68688" y="560705"/>
                  </a:lnTo>
                  <a:lnTo>
                    <a:pt x="91584" y="553464"/>
                  </a:lnTo>
                  <a:lnTo>
                    <a:pt x="114480" y="546219"/>
                  </a:lnTo>
                  <a:lnTo>
                    <a:pt x="137376" y="538971"/>
                  </a:lnTo>
                  <a:lnTo>
                    <a:pt x="160272" y="531719"/>
                  </a:lnTo>
                  <a:lnTo>
                    <a:pt x="183168" y="524463"/>
                  </a:lnTo>
                  <a:lnTo>
                    <a:pt x="206064" y="517204"/>
                  </a:lnTo>
                  <a:lnTo>
                    <a:pt x="228961" y="509941"/>
                  </a:lnTo>
                  <a:lnTo>
                    <a:pt x="251857" y="502675"/>
                  </a:lnTo>
                  <a:lnTo>
                    <a:pt x="274753" y="495404"/>
                  </a:lnTo>
                  <a:lnTo>
                    <a:pt x="297649" y="488131"/>
                  </a:lnTo>
                  <a:lnTo>
                    <a:pt x="320545" y="480853"/>
                  </a:lnTo>
                  <a:lnTo>
                    <a:pt x="343441" y="473572"/>
                  </a:lnTo>
                  <a:lnTo>
                    <a:pt x="366337" y="466287"/>
                  </a:lnTo>
                  <a:lnTo>
                    <a:pt x="389233" y="458999"/>
                  </a:lnTo>
                  <a:lnTo>
                    <a:pt x="412129" y="451707"/>
                  </a:lnTo>
                  <a:lnTo>
                    <a:pt x="435026" y="444411"/>
                  </a:lnTo>
                  <a:lnTo>
                    <a:pt x="457922" y="437112"/>
                  </a:lnTo>
                  <a:lnTo>
                    <a:pt x="480818" y="429809"/>
                  </a:lnTo>
                  <a:lnTo>
                    <a:pt x="503714" y="422502"/>
                  </a:lnTo>
                  <a:lnTo>
                    <a:pt x="526610" y="415192"/>
                  </a:lnTo>
                  <a:lnTo>
                    <a:pt x="549506" y="407878"/>
                  </a:lnTo>
                  <a:lnTo>
                    <a:pt x="572402" y="400560"/>
                  </a:lnTo>
                  <a:lnTo>
                    <a:pt x="595298" y="393239"/>
                  </a:lnTo>
                  <a:lnTo>
                    <a:pt x="618194" y="385914"/>
                  </a:lnTo>
                  <a:lnTo>
                    <a:pt x="641091" y="378586"/>
                  </a:lnTo>
                  <a:lnTo>
                    <a:pt x="663987" y="371254"/>
                  </a:lnTo>
                  <a:lnTo>
                    <a:pt x="686883" y="363918"/>
                  </a:lnTo>
                  <a:lnTo>
                    <a:pt x="709779" y="356579"/>
                  </a:lnTo>
                  <a:lnTo>
                    <a:pt x="732675" y="349235"/>
                  </a:lnTo>
                  <a:lnTo>
                    <a:pt x="755571" y="341889"/>
                  </a:lnTo>
                  <a:lnTo>
                    <a:pt x="778467" y="334538"/>
                  </a:lnTo>
                  <a:lnTo>
                    <a:pt x="801363" y="327184"/>
                  </a:lnTo>
                  <a:lnTo>
                    <a:pt x="824259" y="319827"/>
                  </a:lnTo>
                  <a:lnTo>
                    <a:pt x="847156" y="312465"/>
                  </a:lnTo>
                  <a:lnTo>
                    <a:pt x="870052" y="305100"/>
                  </a:lnTo>
                  <a:lnTo>
                    <a:pt x="892948" y="297732"/>
                  </a:lnTo>
                  <a:lnTo>
                    <a:pt x="915844" y="290360"/>
                  </a:lnTo>
                  <a:lnTo>
                    <a:pt x="938740" y="282984"/>
                  </a:lnTo>
                  <a:lnTo>
                    <a:pt x="961636" y="275604"/>
                  </a:lnTo>
                  <a:lnTo>
                    <a:pt x="984532" y="268221"/>
                  </a:lnTo>
                  <a:lnTo>
                    <a:pt x="1007428" y="260834"/>
                  </a:lnTo>
                  <a:lnTo>
                    <a:pt x="1030324" y="253444"/>
                  </a:lnTo>
                  <a:lnTo>
                    <a:pt x="1053221" y="246050"/>
                  </a:lnTo>
                  <a:lnTo>
                    <a:pt x="1076117" y="238652"/>
                  </a:lnTo>
                  <a:lnTo>
                    <a:pt x="1099013" y="231251"/>
                  </a:lnTo>
                  <a:lnTo>
                    <a:pt x="1121909" y="223846"/>
                  </a:lnTo>
                  <a:lnTo>
                    <a:pt x="1144805" y="216437"/>
                  </a:lnTo>
                  <a:lnTo>
                    <a:pt x="1167701" y="209025"/>
                  </a:lnTo>
                  <a:lnTo>
                    <a:pt x="1190597" y="201609"/>
                  </a:lnTo>
                  <a:lnTo>
                    <a:pt x="1213493" y="194189"/>
                  </a:lnTo>
                  <a:lnTo>
                    <a:pt x="1236389" y="186766"/>
                  </a:lnTo>
                  <a:lnTo>
                    <a:pt x="1259285" y="179339"/>
                  </a:lnTo>
                  <a:lnTo>
                    <a:pt x="1282182" y="171908"/>
                  </a:lnTo>
                  <a:lnTo>
                    <a:pt x="1305078" y="164474"/>
                  </a:lnTo>
                  <a:lnTo>
                    <a:pt x="1327974" y="157036"/>
                  </a:lnTo>
                  <a:lnTo>
                    <a:pt x="1350870" y="149595"/>
                  </a:lnTo>
                  <a:lnTo>
                    <a:pt x="1373766" y="142150"/>
                  </a:lnTo>
                  <a:lnTo>
                    <a:pt x="1396662" y="134701"/>
                  </a:lnTo>
                  <a:lnTo>
                    <a:pt x="1419558" y="127248"/>
                  </a:lnTo>
                  <a:lnTo>
                    <a:pt x="1442454" y="119792"/>
                  </a:lnTo>
                  <a:lnTo>
                    <a:pt x="1465350" y="112333"/>
                  </a:lnTo>
                  <a:lnTo>
                    <a:pt x="1488247" y="104869"/>
                  </a:lnTo>
                  <a:lnTo>
                    <a:pt x="1511143" y="97402"/>
                  </a:lnTo>
                  <a:lnTo>
                    <a:pt x="1534039" y="89932"/>
                  </a:lnTo>
                  <a:lnTo>
                    <a:pt x="1556935" y="82457"/>
                  </a:lnTo>
                  <a:lnTo>
                    <a:pt x="1579831" y="74979"/>
                  </a:lnTo>
                  <a:lnTo>
                    <a:pt x="1602727" y="67498"/>
                  </a:lnTo>
                  <a:lnTo>
                    <a:pt x="1625623" y="60013"/>
                  </a:lnTo>
                  <a:lnTo>
                    <a:pt x="1648519" y="52524"/>
                  </a:lnTo>
                  <a:lnTo>
                    <a:pt x="1671415" y="45031"/>
                  </a:lnTo>
                  <a:lnTo>
                    <a:pt x="1694312" y="37535"/>
                  </a:lnTo>
                  <a:lnTo>
                    <a:pt x="1717208" y="30035"/>
                  </a:lnTo>
                  <a:lnTo>
                    <a:pt x="1740104" y="22532"/>
                  </a:lnTo>
                  <a:lnTo>
                    <a:pt x="1763000" y="15025"/>
                  </a:lnTo>
                  <a:lnTo>
                    <a:pt x="1785896" y="7514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tx674"/>
            <p:cNvSpPr/>
            <p:nvPr/>
          </p:nvSpPr>
          <p:spPr>
            <a:xfrm>
              <a:off x="5818139" y="861593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75" name="tx675"/>
            <p:cNvSpPr/>
            <p:nvPr/>
          </p:nvSpPr>
          <p:spPr>
            <a:xfrm>
              <a:off x="5891885" y="836707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76" name="tx676"/>
            <p:cNvSpPr/>
            <p:nvPr/>
          </p:nvSpPr>
          <p:spPr>
            <a:xfrm>
              <a:off x="5926494" y="925229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77" name="tx677"/>
            <p:cNvSpPr/>
            <p:nvPr/>
          </p:nvSpPr>
          <p:spPr>
            <a:xfrm>
              <a:off x="5950846" y="898620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78" name="tx678"/>
            <p:cNvSpPr/>
            <p:nvPr/>
          </p:nvSpPr>
          <p:spPr>
            <a:xfrm>
              <a:off x="6002763" y="925229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79" name="tx679"/>
            <p:cNvSpPr/>
            <p:nvPr/>
          </p:nvSpPr>
          <p:spPr>
            <a:xfrm>
              <a:off x="6027115" y="860204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680" name="tx680"/>
            <p:cNvSpPr/>
            <p:nvPr/>
          </p:nvSpPr>
          <p:spPr>
            <a:xfrm>
              <a:off x="5818139" y="93388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81" name="tx681"/>
            <p:cNvSpPr/>
            <p:nvPr/>
          </p:nvSpPr>
          <p:spPr>
            <a:xfrm>
              <a:off x="5891885" y="90900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2" name="tx682"/>
            <p:cNvSpPr/>
            <p:nvPr/>
          </p:nvSpPr>
          <p:spPr>
            <a:xfrm>
              <a:off x="5926494" y="99752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3" name="tx683"/>
            <p:cNvSpPr/>
            <p:nvPr/>
          </p:nvSpPr>
          <p:spPr>
            <a:xfrm>
              <a:off x="5950846" y="97091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84" name="tx684"/>
            <p:cNvSpPr/>
            <p:nvPr/>
          </p:nvSpPr>
          <p:spPr>
            <a:xfrm>
              <a:off x="6002763" y="99752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5" name="tx685"/>
            <p:cNvSpPr/>
            <p:nvPr/>
          </p:nvSpPr>
          <p:spPr>
            <a:xfrm>
              <a:off x="6027115" y="93254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686" name="pl686"/>
            <p:cNvSpPr/>
            <p:nvPr/>
          </p:nvSpPr>
          <p:spPr>
            <a:xfrm>
              <a:off x="5718655" y="4018025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5718655" y="3726168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5718655" y="3434311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5718655" y="314245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5718655" y="285059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6060316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6562759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7065201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7567643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5718655" y="4163953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5718655" y="3872096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5718655" y="3580239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5718655" y="3288382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5718655" y="2996525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5809095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6311537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6813980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7316422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6493236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6794702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6493236" y="34636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7297144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6794702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6593725" y="33955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6493236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6292259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6794702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6292259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6493236" y="35998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6995679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6593725" y="34831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6694213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6392748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6794702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6794702" y="32788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895190" y="37652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6995679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7498121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6895190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6794702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6493236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794702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6593725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6292259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6895190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6694213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6895190" y="33177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5890306" y="38236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6694213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6091282" y="35998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6694213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6191771" y="38041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5990794" y="38722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6292259" y="36290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789817" y="4125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6493236" y="33663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5990794" y="36679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6694213" y="34636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6794702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5789817" y="41057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6593725" y="34539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5789817" y="40863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6292259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59372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5990794" y="3891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5789817" y="3891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6292259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6292259" y="36582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6091282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6895190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6895190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6493236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895190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7598610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7096167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6694213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7397633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6091282" y="39111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6794702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6995679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6593725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6694213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7297144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995679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6292259" y="36971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297144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6694213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6493236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6493236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096167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7196656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7096167" y="32885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091282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6895190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6392748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890306" y="40765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6593725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7297144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7598610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6392748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7096167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6191771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6895190" y="33761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6392748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6694213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6493236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6292259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7397633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6292259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6191771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6794702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6292259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5990794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6292259" y="35220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6995679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6392748" y="33955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6392748" y="3298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6493236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6392748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7096167" y="32204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6995679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6392748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6392748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6091282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6091282" y="37068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6895190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6292259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669421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6191771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91771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6593725" y="33469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6191771" y="38041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6292259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6292259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6895190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6091282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6191771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6593725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6091282" y="36679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6593725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6191771" y="35415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5890306" y="40863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292259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5890306" y="38236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6191771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6392748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6191771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6191771" y="35512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6091282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6794702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6091282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6091282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6091282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392748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5990794" y="39987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990794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6493236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6191771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5890306" y="39111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6392748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6091282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091282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5990794" y="38236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5890306" y="37068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6191771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6091282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6091282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6392748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6292259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6392748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6191771" y="37068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6392748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6191771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6292259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6191771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392748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6191771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6091282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392748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6895190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92259" y="37458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6091282" y="35415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6191771" y="36582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6392748" y="34344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5990794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6694213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5990794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6091282" y="36096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5789817" y="38820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6392748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6593725" y="3298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6493236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890306" y="38820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6292259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6191771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6392748" y="35220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6895190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6292259" y="35415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5990794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6895190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7397633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6493236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92748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6694213" y="32788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6292259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6895190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6593725" y="33663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6895190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7297144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6895190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6794702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6794702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7096167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6593725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6091282" y="37555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5990794" y="38820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6694213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6794702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6895190" y="3298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6895190" y="32788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6794702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292259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6292259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6292259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6392748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6191771" y="36096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7196656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6292259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6694213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6392748" y="33761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6593725" y="34928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6593725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292259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6794702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392748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292259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6292259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6292259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6191771" y="35998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5990794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6493236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6191771" y="36290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6091282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6995679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5890306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6091282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6191771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6292259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6091282" y="37166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6292259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392748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5990794" y="40571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6392748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6995679" y="33080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6392748" y="35512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292259" y="34539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6895190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6493236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6794702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6191771" y="37458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6593725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6593725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6895190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6091282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6091282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6191771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5890306" y="39890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6593725" y="34344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6995679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6091282" y="36290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6191771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6392748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6895190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6995679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6995679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6392748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6593725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7196656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6392748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6191771" y="37166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6593725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6895190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6191771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6392748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6091282" y="37458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6895190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6091282" y="37847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6091282" y="38139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7196656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6191771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5990794" y="3979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6794702" y="33080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6794702" y="34539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6392748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6091282" y="37263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6493236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6593725" y="33080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6392748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6593725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6493236" y="33761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5990794" y="39695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6794702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7598610" y="3152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6593725" y="33761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6292259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6694213" y="35415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5990794" y="39209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6191771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6694213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6191771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6895190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6493236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6292259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6995679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6493236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6895190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6895190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5990794" y="4066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6694213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6091282" y="38430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7297144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6091282" y="3901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6392748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6995679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5990794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6191771" y="37166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6091282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6794702" y="3269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578981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6091282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6091282" y="37458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5990794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5990794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6091282" y="40571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6292259" y="36582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5990794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6694213" y="34636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6493236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6392748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7096167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6292259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5990794" y="38528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6292259" y="36290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6493236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6292259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6895190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6593725" y="37166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6191771" y="3901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6493236" y="36679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7096167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6493236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6392748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6493236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6091282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6895190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6191771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6392748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5890306" y="4037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6091282" y="36971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5990794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6292259" y="36679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6493236" y="35220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5990794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6694213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6191771" y="38722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6392748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6493236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6292259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6191771" y="37847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6191771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6091282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6392748" y="3288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6694213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6191771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5890306" y="38139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6091282" y="3901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5890306" y="41057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6392748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5990794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6091282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6493236" y="33080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6392748" y="35706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6794702" y="32788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6392748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6694213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5789817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6292259" y="36096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6895190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5990794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5990794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5890306" y="40084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7196656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6593725" y="33761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6091282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5890306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6392748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6392748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6493236" y="37166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6191771" y="38041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6593725" y="33955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6995679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6895190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5990794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6694213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6191771" y="35706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6995679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6191771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6292259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7297144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5990794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6895190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7598610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5890306" y="39987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6091282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6191771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6392748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6292259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6593725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5990794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6493236" y="35025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6694213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6292259" y="39987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578981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6091282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6794702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6191771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6493236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6191771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6191771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6091282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5890306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578981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6593725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659372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5890306" y="39987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6794702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6091282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5890306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6593725" y="32982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6292259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6292259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6593725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6392748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578981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5990794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6593725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5990794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5890306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6392748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5890306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6493236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6895190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6392748" y="3269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6493236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6392748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578981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6392748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6292259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6191771" y="37749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6593725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5990794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5789817" y="4037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578981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7096167" y="3152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6091282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6091282" y="37263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5789817" y="41057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5890306" y="40473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6091282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6493236" y="38528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6292259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5890306" y="40279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6694213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6593725" y="3453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6694213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6191771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6091282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5890306" y="40279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6191771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6091282" y="37749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6191771" y="36874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6191771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6895190" y="32982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6493236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6392748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5789817" y="40765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5990794" y="40279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6995679" y="3337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5890306" y="39403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6292259" y="38041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6593725" y="35123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6091282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6794702" y="3337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5990794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5890306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6392748" y="37847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6292259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6292259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6292259" y="36874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6191771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6392748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6091282" y="3862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7096167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6895190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6292259" y="35804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6392748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6191771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6493236" y="33955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6292259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6292259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6091282" y="39111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6392748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6593725" y="3453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7096167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6091282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6694213" y="35804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5890306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6995679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6292259" y="36096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6292259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7196656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6292259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5990794" y="3862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6593725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619177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6392748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5990794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5890306" y="39403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659372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6694213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6593725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6392748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6191771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6392748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6694213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619177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6593725" y="34636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6292259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6593725" y="33955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6292259" y="37555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6794702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6593725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6292259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6191771" y="38430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619177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619177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6292259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6091282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6091282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578981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6191771" y="38139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6995679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6392748" y="35512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6091282" y="39890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5890306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5789817" y="40571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6392748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6593725" y="34831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6091282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5890306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5990794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5890306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5990794" y="39403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6191771" y="36874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6091282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5890306" y="39890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6593725" y="34831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7397633" y="3152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6694213" y="33663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6292259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5890306" y="40084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6091282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659372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6493236" y="35512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619177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6191771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5890306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6392748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6392748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6995679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6493236" y="34831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6694213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5990794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6392748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619177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6794702" y="3288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6593725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6292259" y="37555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7196656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6091282" y="3833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6091282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6895190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5990794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6694213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5990794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5990794" y="39890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5789817" y="4096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5789817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6191771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6392748" y="36290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6493236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5990794" y="3833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6292259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6392748" y="35025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5990794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619177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6091282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6191771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5789817" y="4134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6292259" y="35415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6091282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6292259" y="36582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6292259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6191771" y="38528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6292259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7096167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6995679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6895190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6694213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6694213" y="3453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5789817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6392748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6292259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6191771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6191771" y="37458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578981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5990794" y="3862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5789817" y="4066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6292259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6292259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5890306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6694213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5890306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6091282" y="38041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g1346"/>
            <p:cNvSpPr/>
            <p:nvPr/>
          </p:nvSpPr>
          <p:spPr>
            <a:xfrm>
              <a:off x="5809095" y="3064873"/>
              <a:ext cx="1808792" cy="1088420"/>
            </a:xfrm>
            <a:custGeom>
              <a:avLst/>
              <a:pathLst>
                <a:path w="1808792" h="1088420">
                  <a:moveTo>
                    <a:pt x="0" y="1027190"/>
                  </a:moveTo>
                  <a:lnTo>
                    <a:pt x="22896" y="1006790"/>
                  </a:lnTo>
                  <a:lnTo>
                    <a:pt x="45792" y="986549"/>
                  </a:lnTo>
                  <a:lnTo>
                    <a:pt x="68688" y="966464"/>
                  </a:lnTo>
                  <a:lnTo>
                    <a:pt x="91584" y="946530"/>
                  </a:lnTo>
                  <a:lnTo>
                    <a:pt x="114480" y="926744"/>
                  </a:lnTo>
                  <a:lnTo>
                    <a:pt x="137376" y="907101"/>
                  </a:lnTo>
                  <a:lnTo>
                    <a:pt x="160272" y="887594"/>
                  </a:lnTo>
                  <a:lnTo>
                    <a:pt x="183168" y="868220"/>
                  </a:lnTo>
                  <a:lnTo>
                    <a:pt x="206064" y="848972"/>
                  </a:lnTo>
                  <a:lnTo>
                    <a:pt x="228961" y="829849"/>
                  </a:lnTo>
                  <a:lnTo>
                    <a:pt x="251857" y="810846"/>
                  </a:lnTo>
                  <a:lnTo>
                    <a:pt x="274753" y="791965"/>
                  </a:lnTo>
                  <a:lnTo>
                    <a:pt x="297649" y="773206"/>
                  </a:lnTo>
                  <a:lnTo>
                    <a:pt x="320545" y="754577"/>
                  </a:lnTo>
                  <a:lnTo>
                    <a:pt x="343441" y="736085"/>
                  </a:lnTo>
                  <a:lnTo>
                    <a:pt x="366337" y="717742"/>
                  </a:lnTo>
                  <a:lnTo>
                    <a:pt x="389233" y="699561"/>
                  </a:lnTo>
                  <a:lnTo>
                    <a:pt x="412129" y="681557"/>
                  </a:lnTo>
                  <a:lnTo>
                    <a:pt x="435026" y="663743"/>
                  </a:lnTo>
                  <a:lnTo>
                    <a:pt x="457922" y="646135"/>
                  </a:lnTo>
                  <a:lnTo>
                    <a:pt x="480818" y="628746"/>
                  </a:lnTo>
                  <a:lnTo>
                    <a:pt x="503714" y="611586"/>
                  </a:lnTo>
                  <a:lnTo>
                    <a:pt x="526610" y="594667"/>
                  </a:lnTo>
                  <a:lnTo>
                    <a:pt x="549506" y="577996"/>
                  </a:lnTo>
                  <a:lnTo>
                    <a:pt x="572402" y="561581"/>
                  </a:lnTo>
                  <a:lnTo>
                    <a:pt x="595298" y="545428"/>
                  </a:lnTo>
                  <a:lnTo>
                    <a:pt x="618194" y="529540"/>
                  </a:lnTo>
                  <a:lnTo>
                    <a:pt x="641091" y="513920"/>
                  </a:lnTo>
                  <a:lnTo>
                    <a:pt x="663987" y="498571"/>
                  </a:lnTo>
                  <a:lnTo>
                    <a:pt x="686883" y="483493"/>
                  </a:lnTo>
                  <a:lnTo>
                    <a:pt x="709779" y="468687"/>
                  </a:lnTo>
                  <a:lnTo>
                    <a:pt x="732675" y="454151"/>
                  </a:lnTo>
                  <a:lnTo>
                    <a:pt x="755571" y="439885"/>
                  </a:lnTo>
                  <a:lnTo>
                    <a:pt x="778467" y="425885"/>
                  </a:lnTo>
                  <a:lnTo>
                    <a:pt x="801363" y="412149"/>
                  </a:lnTo>
                  <a:lnTo>
                    <a:pt x="824259" y="398672"/>
                  </a:lnTo>
                  <a:lnTo>
                    <a:pt x="847156" y="385450"/>
                  </a:lnTo>
                  <a:lnTo>
                    <a:pt x="870052" y="372477"/>
                  </a:lnTo>
                  <a:lnTo>
                    <a:pt x="892948" y="359747"/>
                  </a:lnTo>
                  <a:lnTo>
                    <a:pt x="915844" y="347255"/>
                  </a:lnTo>
                  <a:lnTo>
                    <a:pt x="938740" y="334992"/>
                  </a:lnTo>
                  <a:lnTo>
                    <a:pt x="961636" y="322951"/>
                  </a:lnTo>
                  <a:lnTo>
                    <a:pt x="984532" y="311124"/>
                  </a:lnTo>
                  <a:lnTo>
                    <a:pt x="1007428" y="299503"/>
                  </a:lnTo>
                  <a:lnTo>
                    <a:pt x="1030324" y="288081"/>
                  </a:lnTo>
                  <a:lnTo>
                    <a:pt x="1053221" y="276851"/>
                  </a:lnTo>
                  <a:lnTo>
                    <a:pt x="1076117" y="265804"/>
                  </a:lnTo>
                  <a:lnTo>
                    <a:pt x="1099013" y="254936"/>
                  </a:lnTo>
                  <a:lnTo>
                    <a:pt x="1121909" y="244240"/>
                  </a:lnTo>
                  <a:lnTo>
                    <a:pt x="1144805" y="233711"/>
                  </a:lnTo>
                  <a:lnTo>
                    <a:pt x="1167701" y="223348"/>
                  </a:lnTo>
                  <a:lnTo>
                    <a:pt x="1190597" y="213146"/>
                  </a:lnTo>
                  <a:lnTo>
                    <a:pt x="1213493" y="203103"/>
                  </a:lnTo>
                  <a:lnTo>
                    <a:pt x="1236389" y="193219"/>
                  </a:lnTo>
                  <a:lnTo>
                    <a:pt x="1259285" y="183494"/>
                  </a:lnTo>
                  <a:lnTo>
                    <a:pt x="1282182" y="173927"/>
                  </a:lnTo>
                  <a:lnTo>
                    <a:pt x="1305078" y="164518"/>
                  </a:lnTo>
                  <a:lnTo>
                    <a:pt x="1327974" y="155269"/>
                  </a:lnTo>
                  <a:lnTo>
                    <a:pt x="1350870" y="146181"/>
                  </a:lnTo>
                  <a:lnTo>
                    <a:pt x="1373766" y="137255"/>
                  </a:lnTo>
                  <a:lnTo>
                    <a:pt x="1396662" y="128492"/>
                  </a:lnTo>
                  <a:lnTo>
                    <a:pt x="1419558" y="119894"/>
                  </a:lnTo>
                  <a:lnTo>
                    <a:pt x="1442454" y="111462"/>
                  </a:lnTo>
                  <a:lnTo>
                    <a:pt x="1465350" y="103197"/>
                  </a:lnTo>
                  <a:lnTo>
                    <a:pt x="1488247" y="95100"/>
                  </a:lnTo>
                  <a:lnTo>
                    <a:pt x="1511143" y="87174"/>
                  </a:lnTo>
                  <a:lnTo>
                    <a:pt x="1534039" y="79418"/>
                  </a:lnTo>
                  <a:lnTo>
                    <a:pt x="1556935" y="71834"/>
                  </a:lnTo>
                  <a:lnTo>
                    <a:pt x="1579831" y="64423"/>
                  </a:lnTo>
                  <a:lnTo>
                    <a:pt x="1602727" y="57186"/>
                  </a:lnTo>
                  <a:lnTo>
                    <a:pt x="1625623" y="50124"/>
                  </a:lnTo>
                  <a:lnTo>
                    <a:pt x="1648519" y="43237"/>
                  </a:lnTo>
                  <a:lnTo>
                    <a:pt x="1671415" y="36527"/>
                  </a:lnTo>
                  <a:lnTo>
                    <a:pt x="1694312" y="29994"/>
                  </a:lnTo>
                  <a:lnTo>
                    <a:pt x="1717208" y="23638"/>
                  </a:lnTo>
                  <a:lnTo>
                    <a:pt x="1740104" y="17460"/>
                  </a:lnTo>
                  <a:lnTo>
                    <a:pt x="1763000" y="11460"/>
                  </a:lnTo>
                  <a:lnTo>
                    <a:pt x="1785896" y="5640"/>
                  </a:lnTo>
                  <a:lnTo>
                    <a:pt x="1808792" y="0"/>
                  </a:lnTo>
                  <a:lnTo>
                    <a:pt x="1808792" y="170941"/>
                  </a:lnTo>
                  <a:lnTo>
                    <a:pt x="1785896" y="169908"/>
                  </a:lnTo>
                  <a:lnTo>
                    <a:pt x="1763000" y="169208"/>
                  </a:lnTo>
                  <a:lnTo>
                    <a:pt x="1740104" y="168842"/>
                  </a:lnTo>
                  <a:lnTo>
                    <a:pt x="1717208" y="168811"/>
                  </a:lnTo>
                  <a:lnTo>
                    <a:pt x="1694312" y="169114"/>
                  </a:lnTo>
                  <a:lnTo>
                    <a:pt x="1671415" y="169753"/>
                  </a:lnTo>
                  <a:lnTo>
                    <a:pt x="1648519" y="170729"/>
                  </a:lnTo>
                  <a:lnTo>
                    <a:pt x="1625623" y="172041"/>
                  </a:lnTo>
                  <a:lnTo>
                    <a:pt x="1602727" y="173690"/>
                  </a:lnTo>
                  <a:lnTo>
                    <a:pt x="1579831" y="175678"/>
                  </a:lnTo>
                  <a:lnTo>
                    <a:pt x="1556935" y="178005"/>
                  </a:lnTo>
                  <a:lnTo>
                    <a:pt x="1534039" y="180672"/>
                  </a:lnTo>
                  <a:lnTo>
                    <a:pt x="1511143" y="183680"/>
                  </a:lnTo>
                  <a:lnTo>
                    <a:pt x="1488247" y="187031"/>
                  </a:lnTo>
                  <a:lnTo>
                    <a:pt x="1465350" y="190724"/>
                  </a:lnTo>
                  <a:lnTo>
                    <a:pt x="1442454" y="194762"/>
                  </a:lnTo>
                  <a:lnTo>
                    <a:pt x="1419558" y="199146"/>
                  </a:lnTo>
                  <a:lnTo>
                    <a:pt x="1396662" y="203877"/>
                  </a:lnTo>
                  <a:lnTo>
                    <a:pt x="1373766" y="208956"/>
                  </a:lnTo>
                  <a:lnTo>
                    <a:pt x="1350870" y="214386"/>
                  </a:lnTo>
                  <a:lnTo>
                    <a:pt x="1327974" y="220166"/>
                  </a:lnTo>
                  <a:lnTo>
                    <a:pt x="1305078" y="226298"/>
                  </a:lnTo>
                  <a:lnTo>
                    <a:pt x="1282182" y="232784"/>
                  </a:lnTo>
                  <a:lnTo>
                    <a:pt x="1259285" y="239624"/>
                  </a:lnTo>
                  <a:lnTo>
                    <a:pt x="1236389" y="246819"/>
                  </a:lnTo>
                  <a:lnTo>
                    <a:pt x="1213493" y="254369"/>
                  </a:lnTo>
                  <a:lnTo>
                    <a:pt x="1190597" y="262273"/>
                  </a:lnTo>
                  <a:lnTo>
                    <a:pt x="1167701" y="270530"/>
                  </a:lnTo>
                  <a:lnTo>
                    <a:pt x="1144805" y="279139"/>
                  </a:lnTo>
                  <a:lnTo>
                    <a:pt x="1121909" y="288097"/>
                  </a:lnTo>
                  <a:lnTo>
                    <a:pt x="1099013" y="297400"/>
                  </a:lnTo>
                  <a:lnTo>
                    <a:pt x="1076117" y="307043"/>
                  </a:lnTo>
                  <a:lnTo>
                    <a:pt x="1053221" y="317021"/>
                  </a:lnTo>
                  <a:lnTo>
                    <a:pt x="1030324" y="327328"/>
                  </a:lnTo>
                  <a:lnTo>
                    <a:pt x="1007428" y="337957"/>
                  </a:lnTo>
                  <a:lnTo>
                    <a:pt x="984532" y="348900"/>
                  </a:lnTo>
                  <a:lnTo>
                    <a:pt x="961636" y="360151"/>
                  </a:lnTo>
                  <a:lnTo>
                    <a:pt x="938740" y="371699"/>
                  </a:lnTo>
                  <a:lnTo>
                    <a:pt x="915844" y="383539"/>
                  </a:lnTo>
                  <a:lnTo>
                    <a:pt x="892948" y="395663"/>
                  </a:lnTo>
                  <a:lnTo>
                    <a:pt x="870052" y="408062"/>
                  </a:lnTo>
                  <a:lnTo>
                    <a:pt x="847156" y="420732"/>
                  </a:lnTo>
                  <a:lnTo>
                    <a:pt x="824259" y="433665"/>
                  </a:lnTo>
                  <a:lnTo>
                    <a:pt x="801363" y="446856"/>
                  </a:lnTo>
                  <a:lnTo>
                    <a:pt x="778467" y="460301"/>
                  </a:lnTo>
                  <a:lnTo>
                    <a:pt x="755571" y="473996"/>
                  </a:lnTo>
                  <a:lnTo>
                    <a:pt x="732675" y="487936"/>
                  </a:lnTo>
                  <a:lnTo>
                    <a:pt x="709779" y="502121"/>
                  </a:lnTo>
                  <a:lnTo>
                    <a:pt x="686883" y="516549"/>
                  </a:lnTo>
                  <a:lnTo>
                    <a:pt x="663987" y="531217"/>
                  </a:lnTo>
                  <a:lnTo>
                    <a:pt x="641091" y="546128"/>
                  </a:lnTo>
                  <a:lnTo>
                    <a:pt x="618194" y="561281"/>
                  </a:lnTo>
                  <a:lnTo>
                    <a:pt x="595298" y="576678"/>
                  </a:lnTo>
                  <a:lnTo>
                    <a:pt x="572402" y="592323"/>
                  </a:lnTo>
                  <a:lnTo>
                    <a:pt x="549506" y="608220"/>
                  </a:lnTo>
                  <a:lnTo>
                    <a:pt x="526610" y="624374"/>
                  </a:lnTo>
                  <a:lnTo>
                    <a:pt x="503714" y="640793"/>
                  </a:lnTo>
                  <a:lnTo>
                    <a:pt x="480818" y="657484"/>
                  </a:lnTo>
                  <a:lnTo>
                    <a:pt x="457922" y="674458"/>
                  </a:lnTo>
                  <a:lnTo>
                    <a:pt x="435026" y="691727"/>
                  </a:lnTo>
                  <a:lnTo>
                    <a:pt x="412129" y="709304"/>
                  </a:lnTo>
                  <a:lnTo>
                    <a:pt x="389233" y="727202"/>
                  </a:lnTo>
                  <a:lnTo>
                    <a:pt x="366337" y="745438"/>
                  </a:lnTo>
                  <a:lnTo>
                    <a:pt x="343441" y="764024"/>
                  </a:lnTo>
                  <a:lnTo>
                    <a:pt x="320545" y="782974"/>
                  </a:lnTo>
                  <a:lnTo>
                    <a:pt x="297649" y="802300"/>
                  </a:lnTo>
                  <a:lnTo>
                    <a:pt x="274753" y="822010"/>
                  </a:lnTo>
                  <a:lnTo>
                    <a:pt x="251857" y="842109"/>
                  </a:lnTo>
                  <a:lnTo>
                    <a:pt x="228961" y="862601"/>
                  </a:lnTo>
                  <a:lnTo>
                    <a:pt x="206064" y="883485"/>
                  </a:lnTo>
                  <a:lnTo>
                    <a:pt x="183168" y="904758"/>
                  </a:lnTo>
                  <a:lnTo>
                    <a:pt x="160272" y="926417"/>
                  </a:lnTo>
                  <a:lnTo>
                    <a:pt x="137376" y="948457"/>
                  </a:lnTo>
                  <a:lnTo>
                    <a:pt x="114480" y="970873"/>
                  </a:lnTo>
                  <a:lnTo>
                    <a:pt x="91584" y="993659"/>
                  </a:lnTo>
                  <a:lnTo>
                    <a:pt x="68688" y="1016812"/>
                  </a:lnTo>
                  <a:lnTo>
                    <a:pt x="45792" y="1040325"/>
                  </a:lnTo>
                  <a:lnTo>
                    <a:pt x="22896" y="1064196"/>
                  </a:lnTo>
                  <a:lnTo>
                    <a:pt x="0" y="108842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5809095" y="3064873"/>
              <a:ext cx="1808792" cy="1027190"/>
            </a:xfrm>
            <a:custGeom>
              <a:avLst/>
              <a:pathLst>
                <a:path w="1808792" h="1027190">
                  <a:moveTo>
                    <a:pt x="0" y="1027190"/>
                  </a:moveTo>
                  <a:lnTo>
                    <a:pt x="22896" y="1006790"/>
                  </a:lnTo>
                  <a:lnTo>
                    <a:pt x="45792" y="986549"/>
                  </a:lnTo>
                  <a:lnTo>
                    <a:pt x="68688" y="966464"/>
                  </a:lnTo>
                  <a:lnTo>
                    <a:pt x="91584" y="946530"/>
                  </a:lnTo>
                  <a:lnTo>
                    <a:pt x="114480" y="926744"/>
                  </a:lnTo>
                  <a:lnTo>
                    <a:pt x="137376" y="907101"/>
                  </a:lnTo>
                  <a:lnTo>
                    <a:pt x="160272" y="887594"/>
                  </a:lnTo>
                  <a:lnTo>
                    <a:pt x="183168" y="868220"/>
                  </a:lnTo>
                  <a:lnTo>
                    <a:pt x="206064" y="848972"/>
                  </a:lnTo>
                  <a:lnTo>
                    <a:pt x="228961" y="829849"/>
                  </a:lnTo>
                  <a:lnTo>
                    <a:pt x="251857" y="810846"/>
                  </a:lnTo>
                  <a:lnTo>
                    <a:pt x="274753" y="791965"/>
                  </a:lnTo>
                  <a:lnTo>
                    <a:pt x="297649" y="773206"/>
                  </a:lnTo>
                  <a:lnTo>
                    <a:pt x="320545" y="754577"/>
                  </a:lnTo>
                  <a:lnTo>
                    <a:pt x="343441" y="736085"/>
                  </a:lnTo>
                  <a:lnTo>
                    <a:pt x="366337" y="717742"/>
                  </a:lnTo>
                  <a:lnTo>
                    <a:pt x="389233" y="699561"/>
                  </a:lnTo>
                  <a:lnTo>
                    <a:pt x="412129" y="681557"/>
                  </a:lnTo>
                  <a:lnTo>
                    <a:pt x="435026" y="663743"/>
                  </a:lnTo>
                  <a:lnTo>
                    <a:pt x="457922" y="646135"/>
                  </a:lnTo>
                  <a:lnTo>
                    <a:pt x="480818" y="628746"/>
                  </a:lnTo>
                  <a:lnTo>
                    <a:pt x="503714" y="611586"/>
                  </a:lnTo>
                  <a:lnTo>
                    <a:pt x="526610" y="594667"/>
                  </a:lnTo>
                  <a:lnTo>
                    <a:pt x="549506" y="577996"/>
                  </a:lnTo>
                  <a:lnTo>
                    <a:pt x="572402" y="561581"/>
                  </a:lnTo>
                  <a:lnTo>
                    <a:pt x="595298" y="545428"/>
                  </a:lnTo>
                  <a:lnTo>
                    <a:pt x="618194" y="529540"/>
                  </a:lnTo>
                  <a:lnTo>
                    <a:pt x="641091" y="513920"/>
                  </a:lnTo>
                  <a:lnTo>
                    <a:pt x="663987" y="498571"/>
                  </a:lnTo>
                  <a:lnTo>
                    <a:pt x="686883" y="483493"/>
                  </a:lnTo>
                  <a:lnTo>
                    <a:pt x="709779" y="468687"/>
                  </a:lnTo>
                  <a:lnTo>
                    <a:pt x="732675" y="454151"/>
                  </a:lnTo>
                  <a:lnTo>
                    <a:pt x="755571" y="439885"/>
                  </a:lnTo>
                  <a:lnTo>
                    <a:pt x="778467" y="425885"/>
                  </a:lnTo>
                  <a:lnTo>
                    <a:pt x="801363" y="412149"/>
                  </a:lnTo>
                  <a:lnTo>
                    <a:pt x="824259" y="398672"/>
                  </a:lnTo>
                  <a:lnTo>
                    <a:pt x="847156" y="385450"/>
                  </a:lnTo>
                  <a:lnTo>
                    <a:pt x="870052" y="372477"/>
                  </a:lnTo>
                  <a:lnTo>
                    <a:pt x="892948" y="359747"/>
                  </a:lnTo>
                  <a:lnTo>
                    <a:pt x="915844" y="347255"/>
                  </a:lnTo>
                  <a:lnTo>
                    <a:pt x="938740" y="334992"/>
                  </a:lnTo>
                  <a:lnTo>
                    <a:pt x="961636" y="322951"/>
                  </a:lnTo>
                  <a:lnTo>
                    <a:pt x="984532" y="311124"/>
                  </a:lnTo>
                  <a:lnTo>
                    <a:pt x="1007428" y="299503"/>
                  </a:lnTo>
                  <a:lnTo>
                    <a:pt x="1030324" y="288081"/>
                  </a:lnTo>
                  <a:lnTo>
                    <a:pt x="1053221" y="276851"/>
                  </a:lnTo>
                  <a:lnTo>
                    <a:pt x="1076117" y="265804"/>
                  </a:lnTo>
                  <a:lnTo>
                    <a:pt x="1099013" y="254936"/>
                  </a:lnTo>
                  <a:lnTo>
                    <a:pt x="1121909" y="244240"/>
                  </a:lnTo>
                  <a:lnTo>
                    <a:pt x="1144805" y="233711"/>
                  </a:lnTo>
                  <a:lnTo>
                    <a:pt x="1167701" y="223348"/>
                  </a:lnTo>
                  <a:lnTo>
                    <a:pt x="1190597" y="213146"/>
                  </a:lnTo>
                  <a:lnTo>
                    <a:pt x="1213493" y="203103"/>
                  </a:lnTo>
                  <a:lnTo>
                    <a:pt x="1236389" y="193219"/>
                  </a:lnTo>
                  <a:lnTo>
                    <a:pt x="1259285" y="183494"/>
                  </a:lnTo>
                  <a:lnTo>
                    <a:pt x="1282182" y="173927"/>
                  </a:lnTo>
                  <a:lnTo>
                    <a:pt x="1305078" y="164518"/>
                  </a:lnTo>
                  <a:lnTo>
                    <a:pt x="1327974" y="155269"/>
                  </a:lnTo>
                  <a:lnTo>
                    <a:pt x="1350870" y="146181"/>
                  </a:lnTo>
                  <a:lnTo>
                    <a:pt x="1373766" y="137255"/>
                  </a:lnTo>
                  <a:lnTo>
                    <a:pt x="1396662" y="128492"/>
                  </a:lnTo>
                  <a:lnTo>
                    <a:pt x="1419558" y="119894"/>
                  </a:lnTo>
                  <a:lnTo>
                    <a:pt x="1442454" y="111462"/>
                  </a:lnTo>
                  <a:lnTo>
                    <a:pt x="1465350" y="103197"/>
                  </a:lnTo>
                  <a:lnTo>
                    <a:pt x="1488247" y="95100"/>
                  </a:lnTo>
                  <a:lnTo>
                    <a:pt x="1511143" y="87174"/>
                  </a:lnTo>
                  <a:lnTo>
                    <a:pt x="1534039" y="79418"/>
                  </a:lnTo>
                  <a:lnTo>
                    <a:pt x="1556935" y="71834"/>
                  </a:lnTo>
                  <a:lnTo>
                    <a:pt x="1579831" y="64423"/>
                  </a:lnTo>
                  <a:lnTo>
                    <a:pt x="1602727" y="57186"/>
                  </a:lnTo>
                  <a:lnTo>
                    <a:pt x="1625623" y="50124"/>
                  </a:lnTo>
                  <a:lnTo>
                    <a:pt x="1648519" y="43237"/>
                  </a:lnTo>
                  <a:lnTo>
                    <a:pt x="1671415" y="36527"/>
                  </a:lnTo>
                  <a:lnTo>
                    <a:pt x="1694312" y="29994"/>
                  </a:lnTo>
                  <a:lnTo>
                    <a:pt x="1717208" y="23638"/>
                  </a:lnTo>
                  <a:lnTo>
                    <a:pt x="1740104" y="17460"/>
                  </a:lnTo>
                  <a:lnTo>
                    <a:pt x="1763000" y="11460"/>
                  </a:lnTo>
                  <a:lnTo>
                    <a:pt x="1785896" y="5640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5809095" y="3233684"/>
              <a:ext cx="1808792" cy="919609"/>
            </a:xfrm>
            <a:custGeom>
              <a:avLst/>
              <a:pathLst>
                <a:path w="1808792" h="919609">
                  <a:moveTo>
                    <a:pt x="1808792" y="2130"/>
                  </a:moveTo>
                  <a:lnTo>
                    <a:pt x="1785896" y="1096"/>
                  </a:lnTo>
                  <a:lnTo>
                    <a:pt x="1763000" y="397"/>
                  </a:lnTo>
                  <a:lnTo>
                    <a:pt x="1740104" y="31"/>
                  </a:lnTo>
                  <a:lnTo>
                    <a:pt x="1717208" y="0"/>
                  </a:lnTo>
                  <a:lnTo>
                    <a:pt x="1694312" y="303"/>
                  </a:lnTo>
                  <a:lnTo>
                    <a:pt x="1671415" y="942"/>
                  </a:lnTo>
                  <a:lnTo>
                    <a:pt x="1648519" y="1918"/>
                  </a:lnTo>
                  <a:lnTo>
                    <a:pt x="1625623" y="3230"/>
                  </a:lnTo>
                  <a:lnTo>
                    <a:pt x="1602727" y="4879"/>
                  </a:lnTo>
                  <a:lnTo>
                    <a:pt x="1579831" y="6867"/>
                  </a:lnTo>
                  <a:lnTo>
                    <a:pt x="1556935" y="9194"/>
                  </a:lnTo>
                  <a:lnTo>
                    <a:pt x="1534039" y="11861"/>
                  </a:lnTo>
                  <a:lnTo>
                    <a:pt x="1511143" y="14869"/>
                  </a:lnTo>
                  <a:lnTo>
                    <a:pt x="1488247" y="18220"/>
                  </a:lnTo>
                  <a:lnTo>
                    <a:pt x="1465350" y="21913"/>
                  </a:lnTo>
                  <a:lnTo>
                    <a:pt x="1442454" y="25951"/>
                  </a:lnTo>
                  <a:lnTo>
                    <a:pt x="1419558" y="30335"/>
                  </a:lnTo>
                  <a:lnTo>
                    <a:pt x="1396662" y="35066"/>
                  </a:lnTo>
                  <a:lnTo>
                    <a:pt x="1373766" y="40145"/>
                  </a:lnTo>
                  <a:lnTo>
                    <a:pt x="1350870" y="45574"/>
                  </a:lnTo>
                  <a:lnTo>
                    <a:pt x="1327974" y="51355"/>
                  </a:lnTo>
                  <a:lnTo>
                    <a:pt x="1305078" y="57487"/>
                  </a:lnTo>
                  <a:lnTo>
                    <a:pt x="1282182" y="63973"/>
                  </a:lnTo>
                  <a:lnTo>
                    <a:pt x="1259285" y="70813"/>
                  </a:lnTo>
                  <a:lnTo>
                    <a:pt x="1236389" y="78008"/>
                  </a:lnTo>
                  <a:lnTo>
                    <a:pt x="1213493" y="85558"/>
                  </a:lnTo>
                  <a:lnTo>
                    <a:pt x="1190597" y="93462"/>
                  </a:lnTo>
                  <a:lnTo>
                    <a:pt x="1167701" y="101719"/>
                  </a:lnTo>
                  <a:lnTo>
                    <a:pt x="1144805" y="110328"/>
                  </a:lnTo>
                  <a:lnTo>
                    <a:pt x="1121909" y="119286"/>
                  </a:lnTo>
                  <a:lnTo>
                    <a:pt x="1099013" y="128588"/>
                  </a:lnTo>
                  <a:lnTo>
                    <a:pt x="1076117" y="138232"/>
                  </a:lnTo>
                  <a:lnTo>
                    <a:pt x="1053221" y="148210"/>
                  </a:lnTo>
                  <a:lnTo>
                    <a:pt x="1030324" y="158517"/>
                  </a:lnTo>
                  <a:lnTo>
                    <a:pt x="1007428" y="169146"/>
                  </a:lnTo>
                  <a:lnTo>
                    <a:pt x="984532" y="180089"/>
                  </a:lnTo>
                  <a:lnTo>
                    <a:pt x="961636" y="191339"/>
                  </a:lnTo>
                  <a:lnTo>
                    <a:pt x="938740" y="202888"/>
                  </a:lnTo>
                  <a:lnTo>
                    <a:pt x="915844" y="214728"/>
                  </a:lnTo>
                  <a:lnTo>
                    <a:pt x="892948" y="226852"/>
                  </a:lnTo>
                  <a:lnTo>
                    <a:pt x="870052" y="239251"/>
                  </a:lnTo>
                  <a:lnTo>
                    <a:pt x="847156" y="251921"/>
                  </a:lnTo>
                  <a:lnTo>
                    <a:pt x="824259" y="264854"/>
                  </a:lnTo>
                  <a:lnTo>
                    <a:pt x="801363" y="278045"/>
                  </a:lnTo>
                  <a:lnTo>
                    <a:pt x="778467" y="291490"/>
                  </a:lnTo>
                  <a:lnTo>
                    <a:pt x="755571" y="305184"/>
                  </a:lnTo>
                  <a:lnTo>
                    <a:pt x="732675" y="319125"/>
                  </a:lnTo>
                  <a:lnTo>
                    <a:pt x="709779" y="333310"/>
                  </a:lnTo>
                  <a:lnTo>
                    <a:pt x="686883" y="347737"/>
                  </a:lnTo>
                  <a:lnTo>
                    <a:pt x="663987" y="362406"/>
                  </a:lnTo>
                  <a:lnTo>
                    <a:pt x="641091" y="377317"/>
                  </a:lnTo>
                  <a:lnTo>
                    <a:pt x="618194" y="392470"/>
                  </a:lnTo>
                  <a:lnTo>
                    <a:pt x="595298" y="407867"/>
                  </a:lnTo>
                  <a:lnTo>
                    <a:pt x="572402" y="423512"/>
                  </a:lnTo>
                  <a:lnTo>
                    <a:pt x="549506" y="439409"/>
                  </a:lnTo>
                  <a:lnTo>
                    <a:pt x="526610" y="455563"/>
                  </a:lnTo>
                  <a:lnTo>
                    <a:pt x="503714" y="471982"/>
                  </a:lnTo>
                  <a:lnTo>
                    <a:pt x="480818" y="488673"/>
                  </a:lnTo>
                  <a:lnTo>
                    <a:pt x="457922" y="505647"/>
                  </a:lnTo>
                  <a:lnTo>
                    <a:pt x="435026" y="522916"/>
                  </a:lnTo>
                  <a:lnTo>
                    <a:pt x="412129" y="540493"/>
                  </a:lnTo>
                  <a:lnTo>
                    <a:pt x="389233" y="558391"/>
                  </a:lnTo>
                  <a:lnTo>
                    <a:pt x="366337" y="576626"/>
                  </a:lnTo>
                  <a:lnTo>
                    <a:pt x="343441" y="595212"/>
                  </a:lnTo>
                  <a:lnTo>
                    <a:pt x="320545" y="614163"/>
                  </a:lnTo>
                  <a:lnTo>
                    <a:pt x="297649" y="633489"/>
                  </a:lnTo>
                  <a:lnTo>
                    <a:pt x="274753" y="653199"/>
                  </a:lnTo>
                  <a:lnTo>
                    <a:pt x="251857" y="673298"/>
                  </a:lnTo>
                  <a:lnTo>
                    <a:pt x="228961" y="693790"/>
                  </a:lnTo>
                  <a:lnTo>
                    <a:pt x="206064" y="714674"/>
                  </a:lnTo>
                  <a:lnTo>
                    <a:pt x="183168" y="735947"/>
                  </a:lnTo>
                  <a:lnTo>
                    <a:pt x="160272" y="757606"/>
                  </a:lnTo>
                  <a:lnTo>
                    <a:pt x="137376" y="779646"/>
                  </a:lnTo>
                  <a:lnTo>
                    <a:pt x="114480" y="802062"/>
                  </a:lnTo>
                  <a:lnTo>
                    <a:pt x="91584" y="824848"/>
                  </a:lnTo>
                  <a:lnTo>
                    <a:pt x="68688" y="848000"/>
                  </a:lnTo>
                  <a:lnTo>
                    <a:pt x="45792" y="871514"/>
                  </a:lnTo>
                  <a:lnTo>
                    <a:pt x="22896" y="895385"/>
                  </a:lnTo>
                  <a:lnTo>
                    <a:pt x="0" y="9196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5809095" y="3150344"/>
              <a:ext cx="1808792" cy="972335"/>
            </a:xfrm>
            <a:custGeom>
              <a:avLst/>
              <a:pathLst>
                <a:path w="1808792" h="972335">
                  <a:moveTo>
                    <a:pt x="0" y="972335"/>
                  </a:moveTo>
                  <a:lnTo>
                    <a:pt x="22896" y="950022"/>
                  </a:lnTo>
                  <a:lnTo>
                    <a:pt x="45792" y="927966"/>
                  </a:lnTo>
                  <a:lnTo>
                    <a:pt x="68688" y="906167"/>
                  </a:lnTo>
                  <a:lnTo>
                    <a:pt x="91584" y="884624"/>
                  </a:lnTo>
                  <a:lnTo>
                    <a:pt x="114480" y="863338"/>
                  </a:lnTo>
                  <a:lnTo>
                    <a:pt x="137376" y="842308"/>
                  </a:lnTo>
                  <a:lnTo>
                    <a:pt x="160272" y="821535"/>
                  </a:lnTo>
                  <a:lnTo>
                    <a:pt x="183168" y="801018"/>
                  </a:lnTo>
                  <a:lnTo>
                    <a:pt x="206064" y="780758"/>
                  </a:lnTo>
                  <a:lnTo>
                    <a:pt x="228961" y="760754"/>
                  </a:lnTo>
                  <a:lnTo>
                    <a:pt x="251857" y="741007"/>
                  </a:lnTo>
                  <a:lnTo>
                    <a:pt x="274753" y="721517"/>
                  </a:lnTo>
                  <a:lnTo>
                    <a:pt x="297649" y="702282"/>
                  </a:lnTo>
                  <a:lnTo>
                    <a:pt x="320545" y="683305"/>
                  </a:lnTo>
                  <a:lnTo>
                    <a:pt x="343441" y="664584"/>
                  </a:lnTo>
                  <a:lnTo>
                    <a:pt x="366337" y="646119"/>
                  </a:lnTo>
                  <a:lnTo>
                    <a:pt x="389233" y="627911"/>
                  </a:lnTo>
                  <a:lnTo>
                    <a:pt x="412129" y="609960"/>
                  </a:lnTo>
                  <a:lnTo>
                    <a:pt x="435026" y="592265"/>
                  </a:lnTo>
                  <a:lnTo>
                    <a:pt x="457922" y="574826"/>
                  </a:lnTo>
                  <a:lnTo>
                    <a:pt x="480818" y="557644"/>
                  </a:lnTo>
                  <a:lnTo>
                    <a:pt x="503714" y="540719"/>
                  </a:lnTo>
                  <a:lnTo>
                    <a:pt x="526610" y="524050"/>
                  </a:lnTo>
                  <a:lnTo>
                    <a:pt x="549506" y="507638"/>
                  </a:lnTo>
                  <a:lnTo>
                    <a:pt x="572402" y="491482"/>
                  </a:lnTo>
                  <a:lnTo>
                    <a:pt x="595298" y="475582"/>
                  </a:lnTo>
                  <a:lnTo>
                    <a:pt x="618194" y="459940"/>
                  </a:lnTo>
                  <a:lnTo>
                    <a:pt x="641091" y="444553"/>
                  </a:lnTo>
                  <a:lnTo>
                    <a:pt x="663987" y="429423"/>
                  </a:lnTo>
                  <a:lnTo>
                    <a:pt x="686883" y="414550"/>
                  </a:lnTo>
                  <a:lnTo>
                    <a:pt x="709779" y="399933"/>
                  </a:lnTo>
                  <a:lnTo>
                    <a:pt x="732675" y="385573"/>
                  </a:lnTo>
                  <a:lnTo>
                    <a:pt x="755571" y="371470"/>
                  </a:lnTo>
                  <a:lnTo>
                    <a:pt x="778467" y="357622"/>
                  </a:lnTo>
                  <a:lnTo>
                    <a:pt x="801363" y="344032"/>
                  </a:lnTo>
                  <a:lnTo>
                    <a:pt x="824259" y="330698"/>
                  </a:lnTo>
                  <a:lnTo>
                    <a:pt x="847156" y="317620"/>
                  </a:lnTo>
                  <a:lnTo>
                    <a:pt x="870052" y="304799"/>
                  </a:lnTo>
                  <a:lnTo>
                    <a:pt x="892948" y="292234"/>
                  </a:lnTo>
                  <a:lnTo>
                    <a:pt x="915844" y="279926"/>
                  </a:lnTo>
                  <a:lnTo>
                    <a:pt x="938740" y="267875"/>
                  </a:lnTo>
                  <a:lnTo>
                    <a:pt x="961636" y="256080"/>
                  </a:lnTo>
                  <a:lnTo>
                    <a:pt x="984532" y="244541"/>
                  </a:lnTo>
                  <a:lnTo>
                    <a:pt x="1007428" y="233259"/>
                  </a:lnTo>
                  <a:lnTo>
                    <a:pt x="1030324" y="222234"/>
                  </a:lnTo>
                  <a:lnTo>
                    <a:pt x="1053221" y="211465"/>
                  </a:lnTo>
                  <a:lnTo>
                    <a:pt x="1076117" y="200953"/>
                  </a:lnTo>
                  <a:lnTo>
                    <a:pt x="1099013" y="190697"/>
                  </a:lnTo>
                  <a:lnTo>
                    <a:pt x="1121909" y="180697"/>
                  </a:lnTo>
                  <a:lnTo>
                    <a:pt x="1144805" y="170955"/>
                  </a:lnTo>
                  <a:lnTo>
                    <a:pt x="1167701" y="161468"/>
                  </a:lnTo>
                  <a:lnTo>
                    <a:pt x="1190597" y="152239"/>
                  </a:lnTo>
                  <a:lnTo>
                    <a:pt x="1213493" y="143265"/>
                  </a:lnTo>
                  <a:lnTo>
                    <a:pt x="1236389" y="134549"/>
                  </a:lnTo>
                  <a:lnTo>
                    <a:pt x="1259285" y="126088"/>
                  </a:lnTo>
                  <a:lnTo>
                    <a:pt x="1282182" y="117885"/>
                  </a:lnTo>
                  <a:lnTo>
                    <a:pt x="1305078" y="109937"/>
                  </a:lnTo>
                  <a:lnTo>
                    <a:pt x="1327974" y="102247"/>
                  </a:lnTo>
                  <a:lnTo>
                    <a:pt x="1350870" y="94813"/>
                  </a:lnTo>
                  <a:lnTo>
                    <a:pt x="1373766" y="87635"/>
                  </a:lnTo>
                  <a:lnTo>
                    <a:pt x="1396662" y="80714"/>
                  </a:lnTo>
                  <a:lnTo>
                    <a:pt x="1419558" y="74049"/>
                  </a:lnTo>
                  <a:lnTo>
                    <a:pt x="1442454" y="67641"/>
                  </a:lnTo>
                  <a:lnTo>
                    <a:pt x="1465350" y="61490"/>
                  </a:lnTo>
                  <a:lnTo>
                    <a:pt x="1488247" y="55595"/>
                  </a:lnTo>
                  <a:lnTo>
                    <a:pt x="1511143" y="49956"/>
                  </a:lnTo>
                  <a:lnTo>
                    <a:pt x="1534039" y="44574"/>
                  </a:lnTo>
                  <a:lnTo>
                    <a:pt x="1556935" y="39449"/>
                  </a:lnTo>
                  <a:lnTo>
                    <a:pt x="1579831" y="34580"/>
                  </a:lnTo>
                  <a:lnTo>
                    <a:pt x="1602727" y="29968"/>
                  </a:lnTo>
                  <a:lnTo>
                    <a:pt x="1625623" y="25612"/>
                  </a:lnTo>
                  <a:lnTo>
                    <a:pt x="1648519" y="21512"/>
                  </a:lnTo>
                  <a:lnTo>
                    <a:pt x="1671415" y="17670"/>
                  </a:lnTo>
                  <a:lnTo>
                    <a:pt x="1694312" y="14083"/>
                  </a:lnTo>
                  <a:lnTo>
                    <a:pt x="1717208" y="10753"/>
                  </a:lnTo>
                  <a:lnTo>
                    <a:pt x="1740104" y="7680"/>
                  </a:lnTo>
                  <a:lnTo>
                    <a:pt x="1763000" y="4863"/>
                  </a:lnTo>
                  <a:lnTo>
                    <a:pt x="1785896" y="2303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g1350"/>
            <p:cNvSpPr/>
            <p:nvPr/>
          </p:nvSpPr>
          <p:spPr>
            <a:xfrm>
              <a:off x="5809095" y="3128045"/>
              <a:ext cx="1808792" cy="868136"/>
            </a:xfrm>
            <a:custGeom>
              <a:avLst/>
              <a:pathLst>
                <a:path w="1808792" h="868136">
                  <a:moveTo>
                    <a:pt x="0" y="789520"/>
                  </a:moveTo>
                  <a:lnTo>
                    <a:pt x="22896" y="773081"/>
                  </a:lnTo>
                  <a:lnTo>
                    <a:pt x="45792" y="756787"/>
                  </a:lnTo>
                  <a:lnTo>
                    <a:pt x="68688" y="740639"/>
                  </a:lnTo>
                  <a:lnTo>
                    <a:pt x="91584" y="724632"/>
                  </a:lnTo>
                  <a:lnTo>
                    <a:pt x="114480" y="708764"/>
                  </a:lnTo>
                  <a:lnTo>
                    <a:pt x="137376" y="693033"/>
                  </a:lnTo>
                  <a:lnTo>
                    <a:pt x="160272" y="677434"/>
                  </a:lnTo>
                  <a:lnTo>
                    <a:pt x="183168" y="661965"/>
                  </a:lnTo>
                  <a:lnTo>
                    <a:pt x="206064" y="646621"/>
                  </a:lnTo>
                  <a:lnTo>
                    <a:pt x="228961" y="631398"/>
                  </a:lnTo>
                  <a:lnTo>
                    <a:pt x="251857" y="616291"/>
                  </a:lnTo>
                  <a:lnTo>
                    <a:pt x="274753" y="601295"/>
                  </a:lnTo>
                  <a:lnTo>
                    <a:pt x="297649" y="586407"/>
                  </a:lnTo>
                  <a:lnTo>
                    <a:pt x="320545" y="571623"/>
                  </a:lnTo>
                  <a:lnTo>
                    <a:pt x="343441" y="556941"/>
                  </a:lnTo>
                  <a:lnTo>
                    <a:pt x="366337" y="542361"/>
                  </a:lnTo>
                  <a:lnTo>
                    <a:pt x="389233" y="527884"/>
                  </a:lnTo>
                  <a:lnTo>
                    <a:pt x="412129" y="513517"/>
                  </a:lnTo>
                  <a:lnTo>
                    <a:pt x="435026" y="499266"/>
                  </a:lnTo>
                  <a:lnTo>
                    <a:pt x="457922" y="485141"/>
                  </a:lnTo>
                  <a:lnTo>
                    <a:pt x="480818" y="471155"/>
                  </a:lnTo>
                  <a:lnTo>
                    <a:pt x="503714" y="457320"/>
                  </a:lnTo>
                  <a:lnTo>
                    <a:pt x="526610" y="443651"/>
                  </a:lnTo>
                  <a:lnTo>
                    <a:pt x="549506" y="430161"/>
                  </a:lnTo>
                  <a:lnTo>
                    <a:pt x="572402" y="416864"/>
                  </a:lnTo>
                  <a:lnTo>
                    <a:pt x="595298" y="403769"/>
                  </a:lnTo>
                  <a:lnTo>
                    <a:pt x="618194" y="390889"/>
                  </a:lnTo>
                  <a:lnTo>
                    <a:pt x="641091" y="378233"/>
                  </a:lnTo>
                  <a:lnTo>
                    <a:pt x="663987" y="365806"/>
                  </a:lnTo>
                  <a:lnTo>
                    <a:pt x="686883" y="353617"/>
                  </a:lnTo>
                  <a:lnTo>
                    <a:pt x="709779" y="341670"/>
                  </a:lnTo>
                  <a:lnTo>
                    <a:pt x="732675" y="329969"/>
                  </a:lnTo>
                  <a:lnTo>
                    <a:pt x="755571" y="318517"/>
                  </a:lnTo>
                  <a:lnTo>
                    <a:pt x="778467" y="307315"/>
                  </a:lnTo>
                  <a:lnTo>
                    <a:pt x="801363" y="296366"/>
                  </a:lnTo>
                  <a:lnTo>
                    <a:pt x="824259" y="285669"/>
                  </a:lnTo>
                  <a:lnTo>
                    <a:pt x="847156" y="275224"/>
                  </a:lnTo>
                  <a:lnTo>
                    <a:pt x="870052" y="265029"/>
                  </a:lnTo>
                  <a:lnTo>
                    <a:pt x="892948" y="255083"/>
                  </a:lnTo>
                  <a:lnTo>
                    <a:pt x="915844" y="245383"/>
                  </a:lnTo>
                  <a:lnTo>
                    <a:pt x="938740" y="235925"/>
                  </a:lnTo>
                  <a:lnTo>
                    <a:pt x="961636" y="226704"/>
                  </a:lnTo>
                  <a:lnTo>
                    <a:pt x="984532" y="217716"/>
                  </a:lnTo>
                  <a:lnTo>
                    <a:pt x="1007428" y="208954"/>
                  </a:lnTo>
                  <a:lnTo>
                    <a:pt x="1030324" y="200410"/>
                  </a:lnTo>
                  <a:lnTo>
                    <a:pt x="1053221" y="192078"/>
                  </a:lnTo>
                  <a:lnTo>
                    <a:pt x="1076117" y="183947"/>
                  </a:lnTo>
                  <a:lnTo>
                    <a:pt x="1099013" y="176010"/>
                  </a:lnTo>
                  <a:lnTo>
                    <a:pt x="1121909" y="168255"/>
                  </a:lnTo>
                  <a:lnTo>
                    <a:pt x="1144805" y="160673"/>
                  </a:lnTo>
                  <a:lnTo>
                    <a:pt x="1167701" y="153253"/>
                  </a:lnTo>
                  <a:lnTo>
                    <a:pt x="1190597" y="145988"/>
                  </a:lnTo>
                  <a:lnTo>
                    <a:pt x="1213493" y="138867"/>
                  </a:lnTo>
                  <a:lnTo>
                    <a:pt x="1236389" y="131883"/>
                  </a:lnTo>
                  <a:lnTo>
                    <a:pt x="1259285" y="125032"/>
                  </a:lnTo>
                  <a:lnTo>
                    <a:pt x="1282182" y="118307"/>
                  </a:lnTo>
                  <a:lnTo>
                    <a:pt x="1305078" y="111705"/>
                  </a:lnTo>
                  <a:lnTo>
                    <a:pt x="1327974" y="105227"/>
                  </a:lnTo>
                  <a:lnTo>
                    <a:pt x="1350870" y="98869"/>
                  </a:lnTo>
                  <a:lnTo>
                    <a:pt x="1373766" y="92634"/>
                  </a:lnTo>
                  <a:lnTo>
                    <a:pt x="1396662" y="86523"/>
                  </a:lnTo>
                  <a:lnTo>
                    <a:pt x="1419558" y="80537"/>
                  </a:lnTo>
                  <a:lnTo>
                    <a:pt x="1442454" y="74678"/>
                  </a:lnTo>
                  <a:lnTo>
                    <a:pt x="1465350" y="68949"/>
                  </a:lnTo>
                  <a:lnTo>
                    <a:pt x="1488247" y="63353"/>
                  </a:lnTo>
                  <a:lnTo>
                    <a:pt x="1511143" y="57891"/>
                  </a:lnTo>
                  <a:lnTo>
                    <a:pt x="1534039" y="52566"/>
                  </a:lnTo>
                  <a:lnTo>
                    <a:pt x="1556935" y="47381"/>
                  </a:lnTo>
                  <a:lnTo>
                    <a:pt x="1579831" y="42336"/>
                  </a:lnTo>
                  <a:lnTo>
                    <a:pt x="1602727" y="37435"/>
                  </a:lnTo>
                  <a:lnTo>
                    <a:pt x="1625623" y="32679"/>
                  </a:lnTo>
                  <a:lnTo>
                    <a:pt x="1648519" y="28068"/>
                  </a:lnTo>
                  <a:lnTo>
                    <a:pt x="1671415" y="23606"/>
                  </a:lnTo>
                  <a:lnTo>
                    <a:pt x="1694312" y="19293"/>
                  </a:lnTo>
                  <a:lnTo>
                    <a:pt x="1717208" y="15130"/>
                  </a:lnTo>
                  <a:lnTo>
                    <a:pt x="1740104" y="11118"/>
                  </a:lnTo>
                  <a:lnTo>
                    <a:pt x="1763000" y="7259"/>
                  </a:lnTo>
                  <a:lnTo>
                    <a:pt x="1785896" y="3552"/>
                  </a:lnTo>
                  <a:lnTo>
                    <a:pt x="1808792" y="0"/>
                  </a:lnTo>
                  <a:lnTo>
                    <a:pt x="1808792" y="125770"/>
                  </a:lnTo>
                  <a:lnTo>
                    <a:pt x="1785896" y="123656"/>
                  </a:lnTo>
                  <a:lnTo>
                    <a:pt x="1763000" y="121849"/>
                  </a:lnTo>
                  <a:lnTo>
                    <a:pt x="1740104" y="120348"/>
                  </a:lnTo>
                  <a:lnTo>
                    <a:pt x="1717208" y="119156"/>
                  </a:lnTo>
                  <a:lnTo>
                    <a:pt x="1694312" y="118273"/>
                  </a:lnTo>
                  <a:lnTo>
                    <a:pt x="1671415" y="117700"/>
                  </a:lnTo>
                  <a:lnTo>
                    <a:pt x="1648519" y="117439"/>
                  </a:lnTo>
                  <a:lnTo>
                    <a:pt x="1625623" y="117490"/>
                  </a:lnTo>
                  <a:lnTo>
                    <a:pt x="1602727" y="117854"/>
                  </a:lnTo>
                  <a:lnTo>
                    <a:pt x="1579831" y="118535"/>
                  </a:lnTo>
                  <a:lnTo>
                    <a:pt x="1556935" y="119532"/>
                  </a:lnTo>
                  <a:lnTo>
                    <a:pt x="1534039" y="120849"/>
                  </a:lnTo>
                  <a:lnTo>
                    <a:pt x="1511143" y="122486"/>
                  </a:lnTo>
                  <a:lnTo>
                    <a:pt x="1488247" y="124447"/>
                  </a:lnTo>
                  <a:lnTo>
                    <a:pt x="1465350" y="126734"/>
                  </a:lnTo>
                  <a:lnTo>
                    <a:pt x="1442454" y="129349"/>
                  </a:lnTo>
                  <a:lnTo>
                    <a:pt x="1419558" y="132294"/>
                  </a:lnTo>
                  <a:lnTo>
                    <a:pt x="1396662" y="135572"/>
                  </a:lnTo>
                  <a:lnTo>
                    <a:pt x="1373766" y="139184"/>
                  </a:lnTo>
                  <a:lnTo>
                    <a:pt x="1350870" y="143134"/>
                  </a:lnTo>
                  <a:lnTo>
                    <a:pt x="1327974" y="147422"/>
                  </a:lnTo>
                  <a:lnTo>
                    <a:pt x="1305078" y="152048"/>
                  </a:lnTo>
                  <a:lnTo>
                    <a:pt x="1282182" y="157013"/>
                  </a:lnTo>
                  <a:lnTo>
                    <a:pt x="1259285" y="162314"/>
                  </a:lnTo>
                  <a:lnTo>
                    <a:pt x="1236389" y="167948"/>
                  </a:lnTo>
                  <a:lnTo>
                    <a:pt x="1213493" y="173911"/>
                  </a:lnTo>
                  <a:lnTo>
                    <a:pt x="1190597" y="180197"/>
                  </a:lnTo>
                  <a:lnTo>
                    <a:pt x="1167701" y="186799"/>
                  </a:lnTo>
                  <a:lnTo>
                    <a:pt x="1144805" y="193707"/>
                  </a:lnTo>
                  <a:lnTo>
                    <a:pt x="1121909" y="200913"/>
                  </a:lnTo>
                  <a:lnTo>
                    <a:pt x="1099013" y="208406"/>
                  </a:lnTo>
                  <a:lnTo>
                    <a:pt x="1076117" y="216177"/>
                  </a:lnTo>
                  <a:lnTo>
                    <a:pt x="1053221" y="224215"/>
                  </a:lnTo>
                  <a:lnTo>
                    <a:pt x="1030324" y="232512"/>
                  </a:lnTo>
                  <a:lnTo>
                    <a:pt x="1007428" y="241058"/>
                  </a:lnTo>
                  <a:lnTo>
                    <a:pt x="984532" y="249845"/>
                  </a:lnTo>
                  <a:lnTo>
                    <a:pt x="961636" y="258867"/>
                  </a:lnTo>
                  <a:lnTo>
                    <a:pt x="938740" y="268116"/>
                  </a:lnTo>
                  <a:lnTo>
                    <a:pt x="915844" y="277589"/>
                  </a:lnTo>
                  <a:lnTo>
                    <a:pt x="892948" y="287280"/>
                  </a:lnTo>
                  <a:lnTo>
                    <a:pt x="870052" y="297185"/>
                  </a:lnTo>
                  <a:lnTo>
                    <a:pt x="847156" y="307302"/>
                  </a:lnTo>
                  <a:lnTo>
                    <a:pt x="824259" y="317629"/>
                  </a:lnTo>
                  <a:lnTo>
                    <a:pt x="801363" y="328164"/>
                  </a:lnTo>
                  <a:lnTo>
                    <a:pt x="778467" y="338907"/>
                  </a:lnTo>
                  <a:lnTo>
                    <a:pt x="755571" y="349859"/>
                  </a:lnTo>
                  <a:lnTo>
                    <a:pt x="732675" y="361020"/>
                  </a:lnTo>
                  <a:lnTo>
                    <a:pt x="709779" y="372392"/>
                  </a:lnTo>
                  <a:lnTo>
                    <a:pt x="686883" y="383979"/>
                  </a:lnTo>
                  <a:lnTo>
                    <a:pt x="663987" y="395784"/>
                  </a:lnTo>
                  <a:lnTo>
                    <a:pt x="641091" y="407812"/>
                  </a:lnTo>
                  <a:lnTo>
                    <a:pt x="618194" y="420070"/>
                  </a:lnTo>
                  <a:lnTo>
                    <a:pt x="595298" y="432565"/>
                  </a:lnTo>
                  <a:lnTo>
                    <a:pt x="572402" y="445306"/>
                  </a:lnTo>
                  <a:lnTo>
                    <a:pt x="549506" y="458304"/>
                  </a:lnTo>
                  <a:lnTo>
                    <a:pt x="526610" y="471570"/>
                  </a:lnTo>
                  <a:lnTo>
                    <a:pt x="503714" y="485117"/>
                  </a:lnTo>
                  <a:lnTo>
                    <a:pt x="480818" y="498959"/>
                  </a:lnTo>
                  <a:lnTo>
                    <a:pt x="457922" y="513110"/>
                  </a:lnTo>
                  <a:lnTo>
                    <a:pt x="435026" y="527583"/>
                  </a:lnTo>
                  <a:lnTo>
                    <a:pt x="412129" y="542389"/>
                  </a:lnTo>
                  <a:lnTo>
                    <a:pt x="389233" y="557539"/>
                  </a:lnTo>
                  <a:lnTo>
                    <a:pt x="366337" y="573041"/>
                  </a:lnTo>
                  <a:lnTo>
                    <a:pt x="343441" y="588900"/>
                  </a:lnTo>
                  <a:lnTo>
                    <a:pt x="320545" y="605117"/>
                  </a:lnTo>
                  <a:lnTo>
                    <a:pt x="297649" y="621692"/>
                  </a:lnTo>
                  <a:lnTo>
                    <a:pt x="274753" y="638623"/>
                  </a:lnTo>
                  <a:lnTo>
                    <a:pt x="251857" y="655907"/>
                  </a:lnTo>
                  <a:lnTo>
                    <a:pt x="228961" y="673540"/>
                  </a:lnTo>
                  <a:lnTo>
                    <a:pt x="206064" y="691517"/>
                  </a:lnTo>
                  <a:lnTo>
                    <a:pt x="183168" y="709834"/>
                  </a:lnTo>
                  <a:lnTo>
                    <a:pt x="160272" y="728486"/>
                  </a:lnTo>
                  <a:lnTo>
                    <a:pt x="137376" y="747469"/>
                  </a:lnTo>
                  <a:lnTo>
                    <a:pt x="114480" y="766779"/>
                  </a:lnTo>
                  <a:lnTo>
                    <a:pt x="91584" y="786413"/>
                  </a:lnTo>
                  <a:lnTo>
                    <a:pt x="68688" y="806369"/>
                  </a:lnTo>
                  <a:lnTo>
                    <a:pt x="45792" y="826643"/>
                  </a:lnTo>
                  <a:lnTo>
                    <a:pt x="22896" y="847232"/>
                  </a:lnTo>
                  <a:lnTo>
                    <a:pt x="0" y="86813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5809095" y="3128045"/>
              <a:ext cx="1808792" cy="789520"/>
            </a:xfrm>
            <a:custGeom>
              <a:avLst/>
              <a:pathLst>
                <a:path w="1808792" h="789520">
                  <a:moveTo>
                    <a:pt x="0" y="789520"/>
                  </a:moveTo>
                  <a:lnTo>
                    <a:pt x="22896" y="773081"/>
                  </a:lnTo>
                  <a:lnTo>
                    <a:pt x="45792" y="756787"/>
                  </a:lnTo>
                  <a:lnTo>
                    <a:pt x="68688" y="740639"/>
                  </a:lnTo>
                  <a:lnTo>
                    <a:pt x="91584" y="724632"/>
                  </a:lnTo>
                  <a:lnTo>
                    <a:pt x="114480" y="708764"/>
                  </a:lnTo>
                  <a:lnTo>
                    <a:pt x="137376" y="693033"/>
                  </a:lnTo>
                  <a:lnTo>
                    <a:pt x="160272" y="677434"/>
                  </a:lnTo>
                  <a:lnTo>
                    <a:pt x="183168" y="661965"/>
                  </a:lnTo>
                  <a:lnTo>
                    <a:pt x="206064" y="646621"/>
                  </a:lnTo>
                  <a:lnTo>
                    <a:pt x="228961" y="631398"/>
                  </a:lnTo>
                  <a:lnTo>
                    <a:pt x="251857" y="616291"/>
                  </a:lnTo>
                  <a:lnTo>
                    <a:pt x="274753" y="601295"/>
                  </a:lnTo>
                  <a:lnTo>
                    <a:pt x="297649" y="586407"/>
                  </a:lnTo>
                  <a:lnTo>
                    <a:pt x="320545" y="571623"/>
                  </a:lnTo>
                  <a:lnTo>
                    <a:pt x="343441" y="556941"/>
                  </a:lnTo>
                  <a:lnTo>
                    <a:pt x="366337" y="542361"/>
                  </a:lnTo>
                  <a:lnTo>
                    <a:pt x="389233" y="527884"/>
                  </a:lnTo>
                  <a:lnTo>
                    <a:pt x="412129" y="513517"/>
                  </a:lnTo>
                  <a:lnTo>
                    <a:pt x="435026" y="499266"/>
                  </a:lnTo>
                  <a:lnTo>
                    <a:pt x="457922" y="485141"/>
                  </a:lnTo>
                  <a:lnTo>
                    <a:pt x="480818" y="471155"/>
                  </a:lnTo>
                  <a:lnTo>
                    <a:pt x="503714" y="457320"/>
                  </a:lnTo>
                  <a:lnTo>
                    <a:pt x="526610" y="443651"/>
                  </a:lnTo>
                  <a:lnTo>
                    <a:pt x="549506" y="430161"/>
                  </a:lnTo>
                  <a:lnTo>
                    <a:pt x="572402" y="416864"/>
                  </a:lnTo>
                  <a:lnTo>
                    <a:pt x="595298" y="403769"/>
                  </a:lnTo>
                  <a:lnTo>
                    <a:pt x="618194" y="390889"/>
                  </a:lnTo>
                  <a:lnTo>
                    <a:pt x="641091" y="378233"/>
                  </a:lnTo>
                  <a:lnTo>
                    <a:pt x="663987" y="365806"/>
                  </a:lnTo>
                  <a:lnTo>
                    <a:pt x="686883" y="353617"/>
                  </a:lnTo>
                  <a:lnTo>
                    <a:pt x="709779" y="341670"/>
                  </a:lnTo>
                  <a:lnTo>
                    <a:pt x="732675" y="329969"/>
                  </a:lnTo>
                  <a:lnTo>
                    <a:pt x="755571" y="318517"/>
                  </a:lnTo>
                  <a:lnTo>
                    <a:pt x="778467" y="307315"/>
                  </a:lnTo>
                  <a:lnTo>
                    <a:pt x="801363" y="296366"/>
                  </a:lnTo>
                  <a:lnTo>
                    <a:pt x="824259" y="285669"/>
                  </a:lnTo>
                  <a:lnTo>
                    <a:pt x="847156" y="275224"/>
                  </a:lnTo>
                  <a:lnTo>
                    <a:pt x="870052" y="265029"/>
                  </a:lnTo>
                  <a:lnTo>
                    <a:pt x="892948" y="255083"/>
                  </a:lnTo>
                  <a:lnTo>
                    <a:pt x="915844" y="245383"/>
                  </a:lnTo>
                  <a:lnTo>
                    <a:pt x="938740" y="235925"/>
                  </a:lnTo>
                  <a:lnTo>
                    <a:pt x="961636" y="226704"/>
                  </a:lnTo>
                  <a:lnTo>
                    <a:pt x="984532" y="217716"/>
                  </a:lnTo>
                  <a:lnTo>
                    <a:pt x="1007428" y="208954"/>
                  </a:lnTo>
                  <a:lnTo>
                    <a:pt x="1030324" y="200410"/>
                  </a:lnTo>
                  <a:lnTo>
                    <a:pt x="1053221" y="192078"/>
                  </a:lnTo>
                  <a:lnTo>
                    <a:pt x="1076117" y="183947"/>
                  </a:lnTo>
                  <a:lnTo>
                    <a:pt x="1099013" y="176010"/>
                  </a:lnTo>
                  <a:lnTo>
                    <a:pt x="1121909" y="168255"/>
                  </a:lnTo>
                  <a:lnTo>
                    <a:pt x="1144805" y="160673"/>
                  </a:lnTo>
                  <a:lnTo>
                    <a:pt x="1167701" y="153253"/>
                  </a:lnTo>
                  <a:lnTo>
                    <a:pt x="1190597" y="145988"/>
                  </a:lnTo>
                  <a:lnTo>
                    <a:pt x="1213493" y="138867"/>
                  </a:lnTo>
                  <a:lnTo>
                    <a:pt x="1236389" y="131883"/>
                  </a:lnTo>
                  <a:lnTo>
                    <a:pt x="1259285" y="125032"/>
                  </a:lnTo>
                  <a:lnTo>
                    <a:pt x="1282182" y="118307"/>
                  </a:lnTo>
                  <a:lnTo>
                    <a:pt x="1305078" y="111705"/>
                  </a:lnTo>
                  <a:lnTo>
                    <a:pt x="1327974" y="105227"/>
                  </a:lnTo>
                  <a:lnTo>
                    <a:pt x="1350870" y="98869"/>
                  </a:lnTo>
                  <a:lnTo>
                    <a:pt x="1373766" y="92634"/>
                  </a:lnTo>
                  <a:lnTo>
                    <a:pt x="1396662" y="86523"/>
                  </a:lnTo>
                  <a:lnTo>
                    <a:pt x="1419558" y="80537"/>
                  </a:lnTo>
                  <a:lnTo>
                    <a:pt x="1442454" y="74678"/>
                  </a:lnTo>
                  <a:lnTo>
                    <a:pt x="1465350" y="68949"/>
                  </a:lnTo>
                  <a:lnTo>
                    <a:pt x="1488247" y="63353"/>
                  </a:lnTo>
                  <a:lnTo>
                    <a:pt x="1511143" y="57891"/>
                  </a:lnTo>
                  <a:lnTo>
                    <a:pt x="1534039" y="52566"/>
                  </a:lnTo>
                  <a:lnTo>
                    <a:pt x="1556935" y="47381"/>
                  </a:lnTo>
                  <a:lnTo>
                    <a:pt x="1579831" y="42336"/>
                  </a:lnTo>
                  <a:lnTo>
                    <a:pt x="1602727" y="37435"/>
                  </a:lnTo>
                  <a:lnTo>
                    <a:pt x="1625623" y="32679"/>
                  </a:lnTo>
                  <a:lnTo>
                    <a:pt x="1648519" y="28068"/>
                  </a:lnTo>
                  <a:lnTo>
                    <a:pt x="1671415" y="23606"/>
                  </a:lnTo>
                  <a:lnTo>
                    <a:pt x="1694312" y="19293"/>
                  </a:lnTo>
                  <a:lnTo>
                    <a:pt x="1717208" y="15130"/>
                  </a:lnTo>
                  <a:lnTo>
                    <a:pt x="1740104" y="11118"/>
                  </a:lnTo>
                  <a:lnTo>
                    <a:pt x="1763000" y="7259"/>
                  </a:lnTo>
                  <a:lnTo>
                    <a:pt x="1785896" y="3552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5809095" y="3245484"/>
              <a:ext cx="1808792" cy="750697"/>
            </a:xfrm>
            <a:custGeom>
              <a:avLst/>
              <a:pathLst>
                <a:path w="1808792" h="750697">
                  <a:moveTo>
                    <a:pt x="1808792" y="8331"/>
                  </a:moveTo>
                  <a:lnTo>
                    <a:pt x="1785896" y="6217"/>
                  </a:lnTo>
                  <a:lnTo>
                    <a:pt x="1763000" y="4409"/>
                  </a:lnTo>
                  <a:lnTo>
                    <a:pt x="1740104" y="2909"/>
                  </a:lnTo>
                  <a:lnTo>
                    <a:pt x="1717208" y="1717"/>
                  </a:lnTo>
                  <a:lnTo>
                    <a:pt x="1694312" y="834"/>
                  </a:lnTo>
                  <a:lnTo>
                    <a:pt x="1671415" y="261"/>
                  </a:lnTo>
                  <a:lnTo>
                    <a:pt x="1648519" y="0"/>
                  </a:lnTo>
                  <a:lnTo>
                    <a:pt x="1625623" y="50"/>
                  </a:lnTo>
                  <a:lnTo>
                    <a:pt x="1602727" y="415"/>
                  </a:lnTo>
                  <a:lnTo>
                    <a:pt x="1579831" y="1095"/>
                  </a:lnTo>
                  <a:lnTo>
                    <a:pt x="1556935" y="2093"/>
                  </a:lnTo>
                  <a:lnTo>
                    <a:pt x="1534039" y="3409"/>
                  </a:lnTo>
                  <a:lnTo>
                    <a:pt x="1511143" y="5047"/>
                  </a:lnTo>
                  <a:lnTo>
                    <a:pt x="1488247" y="7008"/>
                  </a:lnTo>
                  <a:lnTo>
                    <a:pt x="1465350" y="9295"/>
                  </a:lnTo>
                  <a:lnTo>
                    <a:pt x="1442454" y="11909"/>
                  </a:lnTo>
                  <a:lnTo>
                    <a:pt x="1419558" y="14855"/>
                  </a:lnTo>
                  <a:lnTo>
                    <a:pt x="1396662" y="18132"/>
                  </a:lnTo>
                  <a:lnTo>
                    <a:pt x="1373766" y="21745"/>
                  </a:lnTo>
                  <a:lnTo>
                    <a:pt x="1350870" y="25695"/>
                  </a:lnTo>
                  <a:lnTo>
                    <a:pt x="1327974" y="29983"/>
                  </a:lnTo>
                  <a:lnTo>
                    <a:pt x="1305078" y="34609"/>
                  </a:lnTo>
                  <a:lnTo>
                    <a:pt x="1282182" y="39573"/>
                  </a:lnTo>
                  <a:lnTo>
                    <a:pt x="1259285" y="44874"/>
                  </a:lnTo>
                  <a:lnTo>
                    <a:pt x="1236389" y="50509"/>
                  </a:lnTo>
                  <a:lnTo>
                    <a:pt x="1213493" y="56472"/>
                  </a:lnTo>
                  <a:lnTo>
                    <a:pt x="1190597" y="62758"/>
                  </a:lnTo>
                  <a:lnTo>
                    <a:pt x="1167701" y="69360"/>
                  </a:lnTo>
                  <a:lnTo>
                    <a:pt x="1144805" y="76268"/>
                  </a:lnTo>
                  <a:lnTo>
                    <a:pt x="1121909" y="83473"/>
                  </a:lnTo>
                  <a:lnTo>
                    <a:pt x="1099013" y="90967"/>
                  </a:lnTo>
                  <a:lnTo>
                    <a:pt x="1076117" y="98737"/>
                  </a:lnTo>
                  <a:lnTo>
                    <a:pt x="1053221" y="106776"/>
                  </a:lnTo>
                  <a:lnTo>
                    <a:pt x="1030324" y="115072"/>
                  </a:lnTo>
                  <a:lnTo>
                    <a:pt x="1007428" y="123618"/>
                  </a:lnTo>
                  <a:lnTo>
                    <a:pt x="984532" y="132406"/>
                  </a:lnTo>
                  <a:lnTo>
                    <a:pt x="961636" y="141427"/>
                  </a:lnTo>
                  <a:lnTo>
                    <a:pt x="938740" y="150677"/>
                  </a:lnTo>
                  <a:lnTo>
                    <a:pt x="915844" y="160150"/>
                  </a:lnTo>
                  <a:lnTo>
                    <a:pt x="892948" y="169840"/>
                  </a:lnTo>
                  <a:lnTo>
                    <a:pt x="870052" y="179746"/>
                  </a:lnTo>
                  <a:lnTo>
                    <a:pt x="847156" y="189863"/>
                  </a:lnTo>
                  <a:lnTo>
                    <a:pt x="824259" y="200190"/>
                  </a:lnTo>
                  <a:lnTo>
                    <a:pt x="801363" y="210725"/>
                  </a:lnTo>
                  <a:lnTo>
                    <a:pt x="778467" y="221468"/>
                  </a:lnTo>
                  <a:lnTo>
                    <a:pt x="755571" y="232419"/>
                  </a:lnTo>
                  <a:lnTo>
                    <a:pt x="732675" y="243580"/>
                  </a:lnTo>
                  <a:lnTo>
                    <a:pt x="709779" y="254953"/>
                  </a:lnTo>
                  <a:lnTo>
                    <a:pt x="686883" y="266539"/>
                  </a:lnTo>
                  <a:lnTo>
                    <a:pt x="663987" y="278344"/>
                  </a:lnTo>
                  <a:lnTo>
                    <a:pt x="641091" y="290373"/>
                  </a:lnTo>
                  <a:lnTo>
                    <a:pt x="618194" y="302630"/>
                  </a:lnTo>
                  <a:lnTo>
                    <a:pt x="595298" y="315126"/>
                  </a:lnTo>
                  <a:lnTo>
                    <a:pt x="572402" y="327867"/>
                  </a:lnTo>
                  <a:lnTo>
                    <a:pt x="549506" y="340865"/>
                  </a:lnTo>
                  <a:lnTo>
                    <a:pt x="526610" y="354131"/>
                  </a:lnTo>
                  <a:lnTo>
                    <a:pt x="503714" y="367678"/>
                  </a:lnTo>
                  <a:lnTo>
                    <a:pt x="480818" y="381520"/>
                  </a:lnTo>
                  <a:lnTo>
                    <a:pt x="457922" y="395671"/>
                  </a:lnTo>
                  <a:lnTo>
                    <a:pt x="435026" y="410143"/>
                  </a:lnTo>
                  <a:lnTo>
                    <a:pt x="412129" y="424950"/>
                  </a:lnTo>
                  <a:lnTo>
                    <a:pt x="389233" y="440100"/>
                  </a:lnTo>
                  <a:lnTo>
                    <a:pt x="366337" y="455602"/>
                  </a:lnTo>
                  <a:lnTo>
                    <a:pt x="343441" y="471461"/>
                  </a:lnTo>
                  <a:lnTo>
                    <a:pt x="320545" y="487677"/>
                  </a:lnTo>
                  <a:lnTo>
                    <a:pt x="297649" y="504252"/>
                  </a:lnTo>
                  <a:lnTo>
                    <a:pt x="274753" y="521184"/>
                  </a:lnTo>
                  <a:lnTo>
                    <a:pt x="251857" y="538468"/>
                  </a:lnTo>
                  <a:lnTo>
                    <a:pt x="228961" y="556101"/>
                  </a:lnTo>
                  <a:lnTo>
                    <a:pt x="206064" y="574078"/>
                  </a:lnTo>
                  <a:lnTo>
                    <a:pt x="183168" y="592395"/>
                  </a:lnTo>
                  <a:lnTo>
                    <a:pt x="160272" y="611047"/>
                  </a:lnTo>
                  <a:lnTo>
                    <a:pt x="137376" y="630030"/>
                  </a:lnTo>
                  <a:lnTo>
                    <a:pt x="114480" y="649340"/>
                  </a:lnTo>
                  <a:lnTo>
                    <a:pt x="91584" y="668974"/>
                  </a:lnTo>
                  <a:lnTo>
                    <a:pt x="68688" y="688930"/>
                  </a:lnTo>
                  <a:lnTo>
                    <a:pt x="45792" y="709203"/>
                  </a:lnTo>
                  <a:lnTo>
                    <a:pt x="22896" y="729793"/>
                  </a:lnTo>
                  <a:lnTo>
                    <a:pt x="0" y="7506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5809095" y="3190930"/>
              <a:ext cx="1808792" cy="765943"/>
            </a:xfrm>
            <a:custGeom>
              <a:avLst/>
              <a:pathLst>
                <a:path w="1808792" h="765943">
                  <a:moveTo>
                    <a:pt x="0" y="765943"/>
                  </a:moveTo>
                  <a:lnTo>
                    <a:pt x="22896" y="747271"/>
                  </a:lnTo>
                  <a:lnTo>
                    <a:pt x="45792" y="728830"/>
                  </a:lnTo>
                  <a:lnTo>
                    <a:pt x="68688" y="710618"/>
                  </a:lnTo>
                  <a:lnTo>
                    <a:pt x="91584" y="692637"/>
                  </a:lnTo>
                  <a:lnTo>
                    <a:pt x="114480" y="674886"/>
                  </a:lnTo>
                  <a:lnTo>
                    <a:pt x="137376" y="657365"/>
                  </a:lnTo>
                  <a:lnTo>
                    <a:pt x="160272" y="640075"/>
                  </a:lnTo>
                  <a:lnTo>
                    <a:pt x="183168" y="623014"/>
                  </a:lnTo>
                  <a:lnTo>
                    <a:pt x="206064" y="606184"/>
                  </a:lnTo>
                  <a:lnTo>
                    <a:pt x="228961" y="589584"/>
                  </a:lnTo>
                  <a:lnTo>
                    <a:pt x="251857" y="573214"/>
                  </a:lnTo>
                  <a:lnTo>
                    <a:pt x="274753" y="557074"/>
                  </a:lnTo>
                  <a:lnTo>
                    <a:pt x="297649" y="541164"/>
                  </a:lnTo>
                  <a:lnTo>
                    <a:pt x="320545" y="525484"/>
                  </a:lnTo>
                  <a:lnTo>
                    <a:pt x="343441" y="510035"/>
                  </a:lnTo>
                  <a:lnTo>
                    <a:pt x="366337" y="494816"/>
                  </a:lnTo>
                  <a:lnTo>
                    <a:pt x="389233" y="479827"/>
                  </a:lnTo>
                  <a:lnTo>
                    <a:pt x="412129" y="465068"/>
                  </a:lnTo>
                  <a:lnTo>
                    <a:pt x="435026" y="450539"/>
                  </a:lnTo>
                  <a:lnTo>
                    <a:pt x="457922" y="436240"/>
                  </a:lnTo>
                  <a:lnTo>
                    <a:pt x="480818" y="422172"/>
                  </a:lnTo>
                  <a:lnTo>
                    <a:pt x="503714" y="408333"/>
                  </a:lnTo>
                  <a:lnTo>
                    <a:pt x="526610" y="394725"/>
                  </a:lnTo>
                  <a:lnTo>
                    <a:pt x="549506" y="381347"/>
                  </a:lnTo>
                  <a:lnTo>
                    <a:pt x="572402" y="368199"/>
                  </a:lnTo>
                  <a:lnTo>
                    <a:pt x="595298" y="355282"/>
                  </a:lnTo>
                  <a:lnTo>
                    <a:pt x="618194" y="342594"/>
                  </a:lnTo>
                  <a:lnTo>
                    <a:pt x="641091" y="330137"/>
                  </a:lnTo>
                  <a:lnTo>
                    <a:pt x="663987" y="317910"/>
                  </a:lnTo>
                  <a:lnTo>
                    <a:pt x="686883" y="305913"/>
                  </a:lnTo>
                  <a:lnTo>
                    <a:pt x="709779" y="294146"/>
                  </a:lnTo>
                  <a:lnTo>
                    <a:pt x="732675" y="282609"/>
                  </a:lnTo>
                  <a:lnTo>
                    <a:pt x="755571" y="271302"/>
                  </a:lnTo>
                  <a:lnTo>
                    <a:pt x="778467" y="260226"/>
                  </a:lnTo>
                  <a:lnTo>
                    <a:pt x="801363" y="249380"/>
                  </a:lnTo>
                  <a:lnTo>
                    <a:pt x="824259" y="238764"/>
                  </a:lnTo>
                  <a:lnTo>
                    <a:pt x="847156" y="228378"/>
                  </a:lnTo>
                  <a:lnTo>
                    <a:pt x="870052" y="218222"/>
                  </a:lnTo>
                  <a:lnTo>
                    <a:pt x="892948" y="208296"/>
                  </a:lnTo>
                  <a:lnTo>
                    <a:pt x="915844" y="198601"/>
                  </a:lnTo>
                  <a:lnTo>
                    <a:pt x="938740" y="189135"/>
                  </a:lnTo>
                  <a:lnTo>
                    <a:pt x="961636" y="179900"/>
                  </a:lnTo>
                  <a:lnTo>
                    <a:pt x="984532" y="170895"/>
                  </a:lnTo>
                  <a:lnTo>
                    <a:pt x="1007428" y="162120"/>
                  </a:lnTo>
                  <a:lnTo>
                    <a:pt x="1030324" y="153576"/>
                  </a:lnTo>
                  <a:lnTo>
                    <a:pt x="1053221" y="145261"/>
                  </a:lnTo>
                  <a:lnTo>
                    <a:pt x="1076117" y="137177"/>
                  </a:lnTo>
                  <a:lnTo>
                    <a:pt x="1099013" y="129322"/>
                  </a:lnTo>
                  <a:lnTo>
                    <a:pt x="1121909" y="121698"/>
                  </a:lnTo>
                  <a:lnTo>
                    <a:pt x="1144805" y="114304"/>
                  </a:lnTo>
                  <a:lnTo>
                    <a:pt x="1167701" y="107141"/>
                  </a:lnTo>
                  <a:lnTo>
                    <a:pt x="1190597" y="100207"/>
                  </a:lnTo>
                  <a:lnTo>
                    <a:pt x="1213493" y="93504"/>
                  </a:lnTo>
                  <a:lnTo>
                    <a:pt x="1236389" y="87030"/>
                  </a:lnTo>
                  <a:lnTo>
                    <a:pt x="1259285" y="80787"/>
                  </a:lnTo>
                  <a:lnTo>
                    <a:pt x="1282182" y="74774"/>
                  </a:lnTo>
                  <a:lnTo>
                    <a:pt x="1305078" y="68992"/>
                  </a:lnTo>
                  <a:lnTo>
                    <a:pt x="1327974" y="63439"/>
                  </a:lnTo>
                  <a:lnTo>
                    <a:pt x="1350870" y="58116"/>
                  </a:lnTo>
                  <a:lnTo>
                    <a:pt x="1373766" y="53024"/>
                  </a:lnTo>
                  <a:lnTo>
                    <a:pt x="1396662" y="48162"/>
                  </a:lnTo>
                  <a:lnTo>
                    <a:pt x="1419558" y="43530"/>
                  </a:lnTo>
                  <a:lnTo>
                    <a:pt x="1442454" y="39128"/>
                  </a:lnTo>
                  <a:lnTo>
                    <a:pt x="1465350" y="34956"/>
                  </a:lnTo>
                  <a:lnTo>
                    <a:pt x="1488247" y="31015"/>
                  </a:lnTo>
                  <a:lnTo>
                    <a:pt x="1511143" y="27303"/>
                  </a:lnTo>
                  <a:lnTo>
                    <a:pt x="1534039" y="23822"/>
                  </a:lnTo>
                  <a:lnTo>
                    <a:pt x="1556935" y="20571"/>
                  </a:lnTo>
                  <a:lnTo>
                    <a:pt x="1579831" y="17550"/>
                  </a:lnTo>
                  <a:lnTo>
                    <a:pt x="1602727" y="14759"/>
                  </a:lnTo>
                  <a:lnTo>
                    <a:pt x="1625623" y="12199"/>
                  </a:lnTo>
                  <a:lnTo>
                    <a:pt x="1648519" y="9868"/>
                  </a:lnTo>
                  <a:lnTo>
                    <a:pt x="1671415" y="7768"/>
                  </a:lnTo>
                  <a:lnTo>
                    <a:pt x="1694312" y="5898"/>
                  </a:lnTo>
                  <a:lnTo>
                    <a:pt x="1717208" y="4258"/>
                  </a:lnTo>
                  <a:lnTo>
                    <a:pt x="1740104" y="2848"/>
                  </a:lnTo>
                  <a:lnTo>
                    <a:pt x="1763000" y="1668"/>
                  </a:lnTo>
                  <a:lnTo>
                    <a:pt x="1785896" y="719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tx1354"/>
            <p:cNvSpPr/>
            <p:nvPr/>
          </p:nvSpPr>
          <p:spPr>
            <a:xfrm>
              <a:off x="5818139" y="2880970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55" name="tx1355"/>
            <p:cNvSpPr/>
            <p:nvPr/>
          </p:nvSpPr>
          <p:spPr>
            <a:xfrm>
              <a:off x="5891885" y="2856085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56" name="tx1356"/>
            <p:cNvSpPr/>
            <p:nvPr/>
          </p:nvSpPr>
          <p:spPr>
            <a:xfrm>
              <a:off x="5926494" y="2944607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57" name="tx1357"/>
            <p:cNvSpPr/>
            <p:nvPr/>
          </p:nvSpPr>
          <p:spPr>
            <a:xfrm>
              <a:off x="5950846" y="2917998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358" name="tx1358"/>
            <p:cNvSpPr/>
            <p:nvPr/>
          </p:nvSpPr>
          <p:spPr>
            <a:xfrm>
              <a:off x="6002763" y="2944607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59" name="tx1359"/>
            <p:cNvSpPr/>
            <p:nvPr/>
          </p:nvSpPr>
          <p:spPr>
            <a:xfrm>
              <a:off x="6027115" y="2879625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0.80</a:t>
              </a:r>
            </a:p>
          </p:txBody>
        </p:sp>
        <p:sp>
          <p:nvSpPr>
            <p:cNvPr id="1360" name="tx1360"/>
            <p:cNvSpPr/>
            <p:nvPr/>
          </p:nvSpPr>
          <p:spPr>
            <a:xfrm>
              <a:off x="5818139" y="2953265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61" name="tx1361"/>
            <p:cNvSpPr/>
            <p:nvPr/>
          </p:nvSpPr>
          <p:spPr>
            <a:xfrm>
              <a:off x="5891885" y="2928379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62" name="tx1362"/>
            <p:cNvSpPr/>
            <p:nvPr/>
          </p:nvSpPr>
          <p:spPr>
            <a:xfrm>
              <a:off x="5926494" y="3016901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63" name="tx1363"/>
            <p:cNvSpPr/>
            <p:nvPr/>
          </p:nvSpPr>
          <p:spPr>
            <a:xfrm>
              <a:off x="5950846" y="2990292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364" name="tx1364"/>
            <p:cNvSpPr/>
            <p:nvPr/>
          </p:nvSpPr>
          <p:spPr>
            <a:xfrm>
              <a:off x="6002763" y="3016901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65" name="tx1365"/>
            <p:cNvSpPr/>
            <p:nvPr/>
          </p:nvSpPr>
          <p:spPr>
            <a:xfrm>
              <a:off x="6027115" y="2951919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1366" name="pl1366"/>
            <p:cNvSpPr/>
            <p:nvPr/>
          </p:nvSpPr>
          <p:spPr>
            <a:xfrm>
              <a:off x="5718655" y="6037402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5718655" y="5745545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5718655" y="5453688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5718655" y="5161831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5718655" y="486997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5997511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6374343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6751174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7128006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7504838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5718655" y="6183331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5718655" y="589147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5718655" y="559961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5718655" y="5307760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5718655" y="5015903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5809095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6185927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6562759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6939590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7316422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7693254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6392748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6694213" y="53565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6392748" y="54830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7447877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6694213" y="52884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6392748" y="54149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6392748" y="56387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6091282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6694213" y="52690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6091282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6242015" y="56192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6844946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6392748" y="55025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6543481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6242015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6694213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6694213" y="52982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6844946" y="57846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6995679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7598610" y="51717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6844946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6995679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6694213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6392748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6694213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6543481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6091282" y="55900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6844946" y="53565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6543481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6844946" y="53371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5789817" y="58430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6543481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6091282" y="56192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6694213" y="52884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6091282" y="58235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5940550" y="58916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6242015" y="56484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5789817" y="6144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6392748" y="53857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5789817" y="56873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6543481" y="54830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6694213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5789817" y="61251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6543481" y="54733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5789817" y="61056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6242015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6543481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5789817" y="59111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5789817" y="59111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6242015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6242015" y="56776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5940550" y="57068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6844946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6844946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6242015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6844946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7598610" y="51717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6995679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7297144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6543481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7447877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6091282" y="593056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6694213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6995679" y="52690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7297144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6392748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7297144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6543481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7297144" y="51717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6995679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6091282" y="57165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7297144" y="52884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6543481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6392748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6242015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7146412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7297144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7146412" y="53079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5940550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6844946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6242015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5789817" y="60959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6392748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7297144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7598610" y="51717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6242015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7146412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6091282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6844946" y="53954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6242015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6543481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6392748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6995679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6091282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7447877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6242015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6091282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6694213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6091282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5789817" y="56387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6242015" y="55414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6995679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6242015" y="54149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6242015" y="53176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6392748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6242015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7146412" y="52398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6995679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6242015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6242015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5940550" y="58138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5940550" y="57262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6844946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6242015" y="57068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6694213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6091282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6091282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6392748" y="53663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6091282" y="58235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6242015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6091282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6844946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5940550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5940550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6392748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5940550" y="56873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6392748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6091282" y="55608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5789817" y="61056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6091282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5789817" y="58430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6091282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6242015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6091282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6091282" y="55706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5940550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6694213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5940550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5940550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5940550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6242015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5940550" y="60181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5940550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6392748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6091282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5789817" y="593056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6242015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5940550" y="56387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5940550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5789817" y="58430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5789817" y="57262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6091282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5940550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5940550" y="58138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6242015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6091282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6242015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6091282" y="57262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6242015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6091282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6242015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6091282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6242015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6091282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5940550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6242015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6844946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6242015" y="57651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5940550" y="55608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6091282" y="56776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6242015" y="54538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578981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6543481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578981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5940550" y="56289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5789817" y="59013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6242015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6543481" y="53176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6392748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5789817" y="59013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6242015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6091282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6242015" y="55414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6844946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6091282" y="55608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5940550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6844946" y="52884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7598610" y="51717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6392748" y="52884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6091282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6543481" y="52982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6242015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6844946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6543481" y="53857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6844946" y="53565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7447877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6844946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6694213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6694213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6995679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6392748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5940550" y="57749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7297144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5940550" y="59013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6543481" y="53565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6694213" y="53565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6844946" y="53176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6844946" y="52982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6694213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6091282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6091282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6091282" y="55900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6242015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6091282" y="56289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7297144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6091282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6543481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6242015" y="53954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6543481" y="55122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6543481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6091282" y="56387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6694213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6242015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6091282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6242015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6091282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6091282" y="56192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5940550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6392748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6091282" y="56484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5940550" y="55900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6995679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5789817" y="58138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5940550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6091282" y="56387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6091282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5940550" y="57359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6242015" y="57068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6242015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5940550" y="60764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6242015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6995679" y="53273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6242015" y="55706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6091282" y="54733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6844946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6392748" y="52690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6694213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5940550" y="57651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6392748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6392748" y="58138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6844946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5940550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5940550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6091282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5789817" y="60083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6543481" y="54538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6995679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6091282" y="56484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6091282" y="57068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6242015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6844946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6995679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6995679" y="52690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6242015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6392748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7146412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6242015" y="55900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6091282" y="57359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6392748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6844946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5940550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6242015" y="58138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5940550" y="57651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6844946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5940550" y="58040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5940550" y="58332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7297144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6091282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5940550" y="599866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6694213" y="53273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6694213" y="54733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6242015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5940550" y="57457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6392748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6392748" y="53273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6242015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6392748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6392748" y="53954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5940550" y="59889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6694213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7598610" y="51717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6392748" y="53954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6242015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6543481" y="55608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940550" y="5940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6091282" y="56581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6694213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6091282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6844946" y="54635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6392748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6242015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6995679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6392748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6844946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6844946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5940550" y="6086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6543481" y="54635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5940550" y="58624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6091282" y="5920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6242015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6844946" y="5239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578981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7297144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6091282" y="57359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5940550" y="5988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6694213" y="5288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578981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5940550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5940550" y="57651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5789817" y="61348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578981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5940550" y="60764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6091282" y="56776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5940550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6694213" y="5483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6392748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6242015" y="56581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7146412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7297144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6091282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5940550" y="58721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6091282" y="56484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6392748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6091282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6844946" y="5239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6543481" y="57359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7297144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6091282" y="5920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6392748" y="56873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7146412" y="5200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6392748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6242015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6392748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5940550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6844946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5940550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6242015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5789817" y="6057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5940550" y="57165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578981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6091282" y="56873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6392748" y="55414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5940550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6694213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6091282" y="58916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6242015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6392748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6242015" y="56581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6091282" y="58040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6091282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5940550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6242015" y="5307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6543481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6091282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5789817" y="58332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6091282" y="5920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5789817" y="61251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6392748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5940550" y="61348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6091282" y="5969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6392748" y="53273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6242015" y="55900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6694213" y="52982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6242015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6543481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578981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6091282" y="56289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6844946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5940550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5789817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5789817" y="6027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7297144" y="5200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6543481" y="53954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5940550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5940550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6242015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6242015" y="5969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6392748" y="57359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6091282" y="58235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6543481" y="54149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6995679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6844946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5940550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6543481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6091282" y="55900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6995679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6091282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6091282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7447877" y="5200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578981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6844946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7598610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5789817" y="60181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5940550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6091282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6242015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6091282" y="54635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6392748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5789817" y="5988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6242015" y="55219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6543481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6091282" y="60181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578981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5940550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6694213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6091282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6392748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6091282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6091282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5940550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578981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578981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6392748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6392748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5789817" y="60181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6694213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5940550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5789817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6392748" y="53176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6091282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6242015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6392748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6242015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578981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5789817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6392748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578981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578981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6242015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578981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6392748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6844946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6242015" y="5288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6392748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6242015" y="54635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578981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6242015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6091282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6091282" y="57943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6392748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5789817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5789817" y="6057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578981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7146412" y="51717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5940550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5940550" y="57457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5789817" y="61251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5789817" y="60667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5940550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6392748" y="58721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6242015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5789817" y="60473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6543481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6392748" y="54733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6694213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5940550" y="56581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5940550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5789817" y="60473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5940550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5940550" y="57943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6091282" y="57068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6091282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6844946" y="53176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6392748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6242015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5789817" y="60959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5940550" y="60473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6995679" y="5356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5789817" y="59597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6091282" y="58235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6543481" y="55316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5940550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6694213" y="5356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5940550" y="6037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5789817" y="5988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6242015" y="58040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6091282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6091282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6091282" y="57068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6091282" y="56581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6242015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5940550" y="5881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7146412" y="5200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6844946" y="5239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6091282" y="55997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6242015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6091282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6392748" y="54149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6091282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6242015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6091282" y="59305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6242015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6543481" y="54733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6995679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5940550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6543481" y="55997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578981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6995679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6091282" y="56289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6091282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7297144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6091282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5940550" y="5881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6543481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6091282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6242015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578981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5789817" y="59597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6392748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6543481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6392748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6242015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6091282" y="59111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6242015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6543481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6091282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6543481" y="5483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6091282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6543481" y="54149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6242015" y="57749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6694213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6392748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6242015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6091282" y="58624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6091282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6091282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6091282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5940550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5940550" y="59111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578981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6091282" y="58332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6995679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6242015" y="55706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5940550" y="60083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5789817" y="5988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5789817" y="60764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6242015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6392748" y="55025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5940550" y="59111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578981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5940550" y="6037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5789817" y="61348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5940550" y="59597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6091282" y="57068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5940550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5789817" y="60083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6392748" y="55025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7447877" y="51717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6543481" y="53857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6242015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5789817" y="6027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6091282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6392748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6392748" y="55706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6091282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6091282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5789817" y="59111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6392748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6392748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6995679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6392748" y="55025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6543481" y="54635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5789817" y="5969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6242015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6091282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6694213" y="5307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6392748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6242015" y="57749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7297144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5940550" y="58527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5940550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6844946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5940550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6543481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5789817" y="5969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5789817" y="60083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5789817" y="6115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578981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5940550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6242015" y="56484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6392748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5789817" y="58527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6091282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6242015" y="55219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5940550" y="5988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5940550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5940550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5940550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5789817" y="615432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6091282" y="55608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5940550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6242015" y="56776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6091282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6091282" y="58721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6091282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7146412" y="5239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6995679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6844946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6543481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6543481" y="54733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5789817" y="61348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6242015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6242015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5940550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6091282" y="57651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578981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5940550" y="5881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5789817" y="6086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6242015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6242015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5789817" y="6037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6543481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5789817" y="6037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5940550" y="58235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g2029"/>
            <p:cNvSpPr/>
            <p:nvPr/>
          </p:nvSpPr>
          <p:spPr>
            <a:xfrm>
              <a:off x="5809095" y="5138765"/>
              <a:ext cx="1808792" cy="919198"/>
            </a:xfrm>
            <a:custGeom>
              <a:avLst/>
              <a:pathLst>
                <a:path w="1808792" h="919198">
                  <a:moveTo>
                    <a:pt x="0" y="867515"/>
                  </a:moveTo>
                  <a:lnTo>
                    <a:pt x="22896" y="847734"/>
                  </a:lnTo>
                  <a:lnTo>
                    <a:pt x="45792" y="828121"/>
                  </a:lnTo>
                  <a:lnTo>
                    <a:pt x="68688" y="808669"/>
                  </a:lnTo>
                  <a:lnTo>
                    <a:pt x="91584" y="789372"/>
                  </a:lnTo>
                  <a:lnTo>
                    <a:pt x="114480" y="770223"/>
                  </a:lnTo>
                  <a:lnTo>
                    <a:pt x="137376" y="751213"/>
                  </a:lnTo>
                  <a:lnTo>
                    <a:pt x="160272" y="732338"/>
                  </a:lnTo>
                  <a:lnTo>
                    <a:pt x="183168" y="713595"/>
                  </a:lnTo>
                  <a:lnTo>
                    <a:pt x="206064" y="694984"/>
                  </a:lnTo>
                  <a:lnTo>
                    <a:pt x="228961" y="676508"/>
                  </a:lnTo>
                  <a:lnTo>
                    <a:pt x="251857" y="658175"/>
                  </a:lnTo>
                  <a:lnTo>
                    <a:pt x="274753" y="639997"/>
                  </a:lnTo>
                  <a:lnTo>
                    <a:pt x="297649" y="621988"/>
                  </a:lnTo>
                  <a:lnTo>
                    <a:pt x="320545" y="604166"/>
                  </a:lnTo>
                  <a:lnTo>
                    <a:pt x="343441" y="586548"/>
                  </a:lnTo>
                  <a:lnTo>
                    <a:pt x="366337" y="569150"/>
                  </a:lnTo>
                  <a:lnTo>
                    <a:pt x="389233" y="551990"/>
                  </a:lnTo>
                  <a:lnTo>
                    <a:pt x="412129" y="535081"/>
                  </a:lnTo>
                  <a:lnTo>
                    <a:pt x="435026" y="518436"/>
                  </a:lnTo>
                  <a:lnTo>
                    <a:pt x="457922" y="502066"/>
                  </a:lnTo>
                  <a:lnTo>
                    <a:pt x="480818" y="485979"/>
                  </a:lnTo>
                  <a:lnTo>
                    <a:pt x="503714" y="470184"/>
                  </a:lnTo>
                  <a:lnTo>
                    <a:pt x="526610" y="454686"/>
                  </a:lnTo>
                  <a:lnTo>
                    <a:pt x="549506" y="439489"/>
                  </a:lnTo>
                  <a:lnTo>
                    <a:pt x="572402" y="424598"/>
                  </a:lnTo>
                  <a:lnTo>
                    <a:pt x="595298" y="410014"/>
                  </a:lnTo>
                  <a:lnTo>
                    <a:pt x="618194" y="395739"/>
                  </a:lnTo>
                  <a:lnTo>
                    <a:pt x="641091" y="381775"/>
                  </a:lnTo>
                  <a:lnTo>
                    <a:pt x="663987" y="368120"/>
                  </a:lnTo>
                  <a:lnTo>
                    <a:pt x="686883" y="354776"/>
                  </a:lnTo>
                  <a:lnTo>
                    <a:pt x="709779" y="341740"/>
                  </a:lnTo>
                  <a:lnTo>
                    <a:pt x="732675" y="329011"/>
                  </a:lnTo>
                  <a:lnTo>
                    <a:pt x="755571" y="316586"/>
                  </a:lnTo>
                  <a:lnTo>
                    <a:pt x="778467" y="304464"/>
                  </a:lnTo>
                  <a:lnTo>
                    <a:pt x="801363" y="292640"/>
                  </a:lnTo>
                  <a:lnTo>
                    <a:pt x="824259" y="281110"/>
                  </a:lnTo>
                  <a:lnTo>
                    <a:pt x="847156" y="269870"/>
                  </a:lnTo>
                  <a:lnTo>
                    <a:pt x="870052" y="258916"/>
                  </a:lnTo>
                  <a:lnTo>
                    <a:pt x="892948" y="248241"/>
                  </a:lnTo>
                  <a:lnTo>
                    <a:pt x="915844" y="237840"/>
                  </a:lnTo>
                  <a:lnTo>
                    <a:pt x="938740" y="227706"/>
                  </a:lnTo>
                  <a:lnTo>
                    <a:pt x="961636" y="217833"/>
                  </a:lnTo>
                  <a:lnTo>
                    <a:pt x="984532" y="208214"/>
                  </a:lnTo>
                  <a:lnTo>
                    <a:pt x="1007428" y="198842"/>
                  </a:lnTo>
                  <a:lnTo>
                    <a:pt x="1030324" y="189709"/>
                  </a:lnTo>
                  <a:lnTo>
                    <a:pt x="1053221" y="180809"/>
                  </a:lnTo>
                  <a:lnTo>
                    <a:pt x="1076117" y="172135"/>
                  </a:lnTo>
                  <a:lnTo>
                    <a:pt x="1099013" y="163681"/>
                  </a:lnTo>
                  <a:lnTo>
                    <a:pt x="1121909" y="155440"/>
                  </a:lnTo>
                  <a:lnTo>
                    <a:pt x="1144805" y="147408"/>
                  </a:lnTo>
                  <a:lnTo>
                    <a:pt x="1167701" y="139579"/>
                  </a:lnTo>
                  <a:lnTo>
                    <a:pt x="1190597" y="131951"/>
                  </a:lnTo>
                  <a:lnTo>
                    <a:pt x="1213493" y="124519"/>
                  </a:lnTo>
                  <a:lnTo>
                    <a:pt x="1236389" y="117281"/>
                  </a:lnTo>
                  <a:lnTo>
                    <a:pt x="1259285" y="110237"/>
                  </a:lnTo>
                  <a:lnTo>
                    <a:pt x="1282182" y="103383"/>
                  </a:lnTo>
                  <a:lnTo>
                    <a:pt x="1305078" y="96721"/>
                  </a:lnTo>
                  <a:lnTo>
                    <a:pt x="1327974" y="90249"/>
                  </a:lnTo>
                  <a:lnTo>
                    <a:pt x="1350870" y="83969"/>
                  </a:lnTo>
                  <a:lnTo>
                    <a:pt x="1373766" y="77880"/>
                  </a:lnTo>
                  <a:lnTo>
                    <a:pt x="1396662" y="71983"/>
                  </a:lnTo>
                  <a:lnTo>
                    <a:pt x="1419558" y="66280"/>
                  </a:lnTo>
                  <a:lnTo>
                    <a:pt x="1442454" y="60772"/>
                  </a:lnTo>
                  <a:lnTo>
                    <a:pt x="1465350" y="55459"/>
                  </a:lnTo>
                  <a:lnTo>
                    <a:pt x="1488247" y="50343"/>
                  </a:lnTo>
                  <a:lnTo>
                    <a:pt x="1511143" y="45425"/>
                  </a:lnTo>
                  <a:lnTo>
                    <a:pt x="1534039" y="40707"/>
                  </a:lnTo>
                  <a:lnTo>
                    <a:pt x="1556935" y="36189"/>
                  </a:lnTo>
                  <a:lnTo>
                    <a:pt x="1579831" y="31872"/>
                  </a:lnTo>
                  <a:lnTo>
                    <a:pt x="1602727" y="27758"/>
                  </a:lnTo>
                  <a:lnTo>
                    <a:pt x="1625623" y="23848"/>
                  </a:lnTo>
                  <a:lnTo>
                    <a:pt x="1648519" y="20142"/>
                  </a:lnTo>
                  <a:lnTo>
                    <a:pt x="1671415" y="16642"/>
                  </a:lnTo>
                  <a:lnTo>
                    <a:pt x="1694312" y="13348"/>
                  </a:lnTo>
                  <a:lnTo>
                    <a:pt x="1717208" y="10261"/>
                  </a:lnTo>
                  <a:lnTo>
                    <a:pt x="1740104" y="7383"/>
                  </a:lnTo>
                  <a:lnTo>
                    <a:pt x="1763000" y="4712"/>
                  </a:lnTo>
                  <a:lnTo>
                    <a:pt x="1785896" y="2251"/>
                  </a:lnTo>
                  <a:lnTo>
                    <a:pt x="1808792" y="0"/>
                  </a:lnTo>
                  <a:lnTo>
                    <a:pt x="1808792" y="176265"/>
                  </a:lnTo>
                  <a:lnTo>
                    <a:pt x="1785896" y="171896"/>
                  </a:lnTo>
                  <a:lnTo>
                    <a:pt x="1763000" y="167894"/>
                  </a:lnTo>
                  <a:lnTo>
                    <a:pt x="1740104" y="164261"/>
                  </a:lnTo>
                  <a:lnTo>
                    <a:pt x="1717208" y="160996"/>
                  </a:lnTo>
                  <a:lnTo>
                    <a:pt x="1694312" y="158100"/>
                  </a:lnTo>
                  <a:lnTo>
                    <a:pt x="1671415" y="155573"/>
                  </a:lnTo>
                  <a:lnTo>
                    <a:pt x="1648519" y="153418"/>
                  </a:lnTo>
                  <a:lnTo>
                    <a:pt x="1625623" y="151634"/>
                  </a:lnTo>
                  <a:lnTo>
                    <a:pt x="1602727" y="150222"/>
                  </a:lnTo>
                  <a:lnTo>
                    <a:pt x="1579831" y="149184"/>
                  </a:lnTo>
                  <a:lnTo>
                    <a:pt x="1556935" y="148520"/>
                  </a:lnTo>
                  <a:lnTo>
                    <a:pt x="1534039" y="148232"/>
                  </a:lnTo>
                  <a:lnTo>
                    <a:pt x="1511143" y="148320"/>
                  </a:lnTo>
                  <a:lnTo>
                    <a:pt x="1488247" y="148786"/>
                  </a:lnTo>
                  <a:lnTo>
                    <a:pt x="1465350" y="149630"/>
                  </a:lnTo>
                  <a:lnTo>
                    <a:pt x="1442454" y="150855"/>
                  </a:lnTo>
                  <a:lnTo>
                    <a:pt x="1419558" y="152461"/>
                  </a:lnTo>
                  <a:lnTo>
                    <a:pt x="1396662" y="154450"/>
                  </a:lnTo>
                  <a:lnTo>
                    <a:pt x="1373766" y="156822"/>
                  </a:lnTo>
                  <a:lnTo>
                    <a:pt x="1350870" y="159579"/>
                  </a:lnTo>
                  <a:lnTo>
                    <a:pt x="1327974" y="162721"/>
                  </a:lnTo>
                  <a:lnTo>
                    <a:pt x="1305078" y="166249"/>
                  </a:lnTo>
                  <a:lnTo>
                    <a:pt x="1282182" y="170163"/>
                  </a:lnTo>
                  <a:lnTo>
                    <a:pt x="1259285" y="174463"/>
                  </a:lnTo>
                  <a:lnTo>
                    <a:pt x="1236389" y="179149"/>
                  </a:lnTo>
                  <a:lnTo>
                    <a:pt x="1213493" y="184219"/>
                  </a:lnTo>
                  <a:lnTo>
                    <a:pt x="1190597" y="189672"/>
                  </a:lnTo>
                  <a:lnTo>
                    <a:pt x="1167701" y="195505"/>
                  </a:lnTo>
                  <a:lnTo>
                    <a:pt x="1144805" y="201715"/>
                  </a:lnTo>
                  <a:lnTo>
                    <a:pt x="1121909" y="208298"/>
                  </a:lnTo>
                  <a:lnTo>
                    <a:pt x="1099013" y="215250"/>
                  </a:lnTo>
                  <a:lnTo>
                    <a:pt x="1076117" y="222565"/>
                  </a:lnTo>
                  <a:lnTo>
                    <a:pt x="1053221" y="230237"/>
                  </a:lnTo>
                  <a:lnTo>
                    <a:pt x="1030324" y="238261"/>
                  </a:lnTo>
                  <a:lnTo>
                    <a:pt x="1007428" y="246629"/>
                  </a:lnTo>
                  <a:lnTo>
                    <a:pt x="984532" y="255334"/>
                  </a:lnTo>
                  <a:lnTo>
                    <a:pt x="961636" y="264369"/>
                  </a:lnTo>
                  <a:lnTo>
                    <a:pt x="938740" y="273727"/>
                  </a:lnTo>
                  <a:lnTo>
                    <a:pt x="915844" y="283402"/>
                  </a:lnTo>
                  <a:lnTo>
                    <a:pt x="892948" y="293387"/>
                  </a:lnTo>
                  <a:lnTo>
                    <a:pt x="870052" y="303674"/>
                  </a:lnTo>
                  <a:lnTo>
                    <a:pt x="847156" y="314259"/>
                  </a:lnTo>
                  <a:lnTo>
                    <a:pt x="824259" y="325136"/>
                  </a:lnTo>
                  <a:lnTo>
                    <a:pt x="801363" y="336300"/>
                  </a:lnTo>
                  <a:lnTo>
                    <a:pt x="778467" y="347746"/>
                  </a:lnTo>
                  <a:lnTo>
                    <a:pt x="755571" y="359471"/>
                  </a:lnTo>
                  <a:lnTo>
                    <a:pt x="732675" y="371471"/>
                  </a:lnTo>
                  <a:lnTo>
                    <a:pt x="709779" y="383743"/>
                  </a:lnTo>
                  <a:lnTo>
                    <a:pt x="686883" y="396285"/>
                  </a:lnTo>
                  <a:lnTo>
                    <a:pt x="663987" y="409096"/>
                  </a:lnTo>
                  <a:lnTo>
                    <a:pt x="641091" y="422174"/>
                  </a:lnTo>
                  <a:lnTo>
                    <a:pt x="618194" y="435519"/>
                  </a:lnTo>
                  <a:lnTo>
                    <a:pt x="595298" y="449131"/>
                  </a:lnTo>
                  <a:lnTo>
                    <a:pt x="572402" y="463010"/>
                  </a:lnTo>
                  <a:lnTo>
                    <a:pt x="549506" y="477159"/>
                  </a:lnTo>
                  <a:lnTo>
                    <a:pt x="526610" y="491580"/>
                  </a:lnTo>
                  <a:lnTo>
                    <a:pt x="503714" y="506276"/>
                  </a:lnTo>
                  <a:lnTo>
                    <a:pt x="480818" y="521252"/>
                  </a:lnTo>
                  <a:lnTo>
                    <a:pt x="457922" y="536514"/>
                  </a:lnTo>
                  <a:lnTo>
                    <a:pt x="435026" y="552069"/>
                  </a:lnTo>
                  <a:lnTo>
                    <a:pt x="412129" y="567926"/>
                  </a:lnTo>
                  <a:lnTo>
                    <a:pt x="389233" y="584096"/>
                  </a:lnTo>
                  <a:lnTo>
                    <a:pt x="366337" y="600592"/>
                  </a:lnTo>
                  <a:lnTo>
                    <a:pt x="343441" y="617428"/>
                  </a:lnTo>
                  <a:lnTo>
                    <a:pt x="320545" y="634620"/>
                  </a:lnTo>
                  <a:lnTo>
                    <a:pt x="297649" y="652185"/>
                  </a:lnTo>
                  <a:lnTo>
                    <a:pt x="274753" y="670141"/>
                  </a:lnTo>
                  <a:lnTo>
                    <a:pt x="251857" y="688504"/>
                  </a:lnTo>
                  <a:lnTo>
                    <a:pt x="228961" y="707289"/>
                  </a:lnTo>
                  <a:lnTo>
                    <a:pt x="206064" y="726508"/>
                  </a:lnTo>
                  <a:lnTo>
                    <a:pt x="183168" y="746169"/>
                  </a:lnTo>
                  <a:lnTo>
                    <a:pt x="160272" y="766275"/>
                  </a:lnTo>
                  <a:lnTo>
                    <a:pt x="137376" y="786826"/>
                  </a:lnTo>
                  <a:lnTo>
                    <a:pt x="114480" y="807820"/>
                  </a:lnTo>
                  <a:lnTo>
                    <a:pt x="91584" y="829250"/>
                  </a:lnTo>
                  <a:lnTo>
                    <a:pt x="68688" y="851110"/>
                  </a:lnTo>
                  <a:lnTo>
                    <a:pt x="45792" y="873393"/>
                  </a:lnTo>
                  <a:lnTo>
                    <a:pt x="22896" y="896091"/>
                  </a:lnTo>
                  <a:lnTo>
                    <a:pt x="0" y="91919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30" name="pl2030"/>
            <p:cNvSpPr/>
            <p:nvPr/>
          </p:nvSpPr>
          <p:spPr>
            <a:xfrm>
              <a:off x="5809095" y="5138765"/>
              <a:ext cx="1808792" cy="867515"/>
            </a:xfrm>
            <a:custGeom>
              <a:avLst/>
              <a:pathLst>
                <a:path w="1808792" h="867515">
                  <a:moveTo>
                    <a:pt x="0" y="867515"/>
                  </a:moveTo>
                  <a:lnTo>
                    <a:pt x="22896" y="847734"/>
                  </a:lnTo>
                  <a:lnTo>
                    <a:pt x="45792" y="828121"/>
                  </a:lnTo>
                  <a:lnTo>
                    <a:pt x="68688" y="808669"/>
                  </a:lnTo>
                  <a:lnTo>
                    <a:pt x="91584" y="789372"/>
                  </a:lnTo>
                  <a:lnTo>
                    <a:pt x="114480" y="770223"/>
                  </a:lnTo>
                  <a:lnTo>
                    <a:pt x="137376" y="751213"/>
                  </a:lnTo>
                  <a:lnTo>
                    <a:pt x="160272" y="732338"/>
                  </a:lnTo>
                  <a:lnTo>
                    <a:pt x="183168" y="713595"/>
                  </a:lnTo>
                  <a:lnTo>
                    <a:pt x="206064" y="694984"/>
                  </a:lnTo>
                  <a:lnTo>
                    <a:pt x="228961" y="676508"/>
                  </a:lnTo>
                  <a:lnTo>
                    <a:pt x="251857" y="658175"/>
                  </a:lnTo>
                  <a:lnTo>
                    <a:pt x="274753" y="639997"/>
                  </a:lnTo>
                  <a:lnTo>
                    <a:pt x="297649" y="621988"/>
                  </a:lnTo>
                  <a:lnTo>
                    <a:pt x="320545" y="604166"/>
                  </a:lnTo>
                  <a:lnTo>
                    <a:pt x="343441" y="586548"/>
                  </a:lnTo>
                  <a:lnTo>
                    <a:pt x="366337" y="569150"/>
                  </a:lnTo>
                  <a:lnTo>
                    <a:pt x="389233" y="551990"/>
                  </a:lnTo>
                  <a:lnTo>
                    <a:pt x="412129" y="535081"/>
                  </a:lnTo>
                  <a:lnTo>
                    <a:pt x="435026" y="518436"/>
                  </a:lnTo>
                  <a:lnTo>
                    <a:pt x="457922" y="502066"/>
                  </a:lnTo>
                  <a:lnTo>
                    <a:pt x="480818" y="485979"/>
                  </a:lnTo>
                  <a:lnTo>
                    <a:pt x="503714" y="470184"/>
                  </a:lnTo>
                  <a:lnTo>
                    <a:pt x="526610" y="454686"/>
                  </a:lnTo>
                  <a:lnTo>
                    <a:pt x="549506" y="439489"/>
                  </a:lnTo>
                  <a:lnTo>
                    <a:pt x="572402" y="424598"/>
                  </a:lnTo>
                  <a:lnTo>
                    <a:pt x="595298" y="410014"/>
                  </a:lnTo>
                  <a:lnTo>
                    <a:pt x="618194" y="395739"/>
                  </a:lnTo>
                  <a:lnTo>
                    <a:pt x="641091" y="381775"/>
                  </a:lnTo>
                  <a:lnTo>
                    <a:pt x="663987" y="368120"/>
                  </a:lnTo>
                  <a:lnTo>
                    <a:pt x="686883" y="354776"/>
                  </a:lnTo>
                  <a:lnTo>
                    <a:pt x="709779" y="341740"/>
                  </a:lnTo>
                  <a:lnTo>
                    <a:pt x="732675" y="329011"/>
                  </a:lnTo>
                  <a:lnTo>
                    <a:pt x="755571" y="316586"/>
                  </a:lnTo>
                  <a:lnTo>
                    <a:pt x="778467" y="304464"/>
                  </a:lnTo>
                  <a:lnTo>
                    <a:pt x="801363" y="292640"/>
                  </a:lnTo>
                  <a:lnTo>
                    <a:pt x="824259" y="281110"/>
                  </a:lnTo>
                  <a:lnTo>
                    <a:pt x="847156" y="269870"/>
                  </a:lnTo>
                  <a:lnTo>
                    <a:pt x="870052" y="258916"/>
                  </a:lnTo>
                  <a:lnTo>
                    <a:pt x="892948" y="248241"/>
                  </a:lnTo>
                  <a:lnTo>
                    <a:pt x="915844" y="237840"/>
                  </a:lnTo>
                  <a:lnTo>
                    <a:pt x="938740" y="227706"/>
                  </a:lnTo>
                  <a:lnTo>
                    <a:pt x="961636" y="217833"/>
                  </a:lnTo>
                  <a:lnTo>
                    <a:pt x="984532" y="208214"/>
                  </a:lnTo>
                  <a:lnTo>
                    <a:pt x="1007428" y="198842"/>
                  </a:lnTo>
                  <a:lnTo>
                    <a:pt x="1030324" y="189709"/>
                  </a:lnTo>
                  <a:lnTo>
                    <a:pt x="1053221" y="180809"/>
                  </a:lnTo>
                  <a:lnTo>
                    <a:pt x="1076117" y="172135"/>
                  </a:lnTo>
                  <a:lnTo>
                    <a:pt x="1099013" y="163681"/>
                  </a:lnTo>
                  <a:lnTo>
                    <a:pt x="1121909" y="155440"/>
                  </a:lnTo>
                  <a:lnTo>
                    <a:pt x="1144805" y="147408"/>
                  </a:lnTo>
                  <a:lnTo>
                    <a:pt x="1167701" y="139579"/>
                  </a:lnTo>
                  <a:lnTo>
                    <a:pt x="1190597" y="131951"/>
                  </a:lnTo>
                  <a:lnTo>
                    <a:pt x="1213493" y="124519"/>
                  </a:lnTo>
                  <a:lnTo>
                    <a:pt x="1236389" y="117281"/>
                  </a:lnTo>
                  <a:lnTo>
                    <a:pt x="1259285" y="110237"/>
                  </a:lnTo>
                  <a:lnTo>
                    <a:pt x="1282182" y="103383"/>
                  </a:lnTo>
                  <a:lnTo>
                    <a:pt x="1305078" y="96721"/>
                  </a:lnTo>
                  <a:lnTo>
                    <a:pt x="1327974" y="90249"/>
                  </a:lnTo>
                  <a:lnTo>
                    <a:pt x="1350870" y="83969"/>
                  </a:lnTo>
                  <a:lnTo>
                    <a:pt x="1373766" y="77880"/>
                  </a:lnTo>
                  <a:lnTo>
                    <a:pt x="1396662" y="71983"/>
                  </a:lnTo>
                  <a:lnTo>
                    <a:pt x="1419558" y="66280"/>
                  </a:lnTo>
                  <a:lnTo>
                    <a:pt x="1442454" y="60772"/>
                  </a:lnTo>
                  <a:lnTo>
                    <a:pt x="1465350" y="55459"/>
                  </a:lnTo>
                  <a:lnTo>
                    <a:pt x="1488247" y="50343"/>
                  </a:lnTo>
                  <a:lnTo>
                    <a:pt x="1511143" y="45425"/>
                  </a:lnTo>
                  <a:lnTo>
                    <a:pt x="1534039" y="40707"/>
                  </a:lnTo>
                  <a:lnTo>
                    <a:pt x="1556935" y="36189"/>
                  </a:lnTo>
                  <a:lnTo>
                    <a:pt x="1579831" y="31872"/>
                  </a:lnTo>
                  <a:lnTo>
                    <a:pt x="1602727" y="27758"/>
                  </a:lnTo>
                  <a:lnTo>
                    <a:pt x="1625623" y="23848"/>
                  </a:lnTo>
                  <a:lnTo>
                    <a:pt x="1648519" y="20142"/>
                  </a:lnTo>
                  <a:lnTo>
                    <a:pt x="1671415" y="16642"/>
                  </a:lnTo>
                  <a:lnTo>
                    <a:pt x="1694312" y="13348"/>
                  </a:lnTo>
                  <a:lnTo>
                    <a:pt x="1717208" y="10261"/>
                  </a:lnTo>
                  <a:lnTo>
                    <a:pt x="1740104" y="7383"/>
                  </a:lnTo>
                  <a:lnTo>
                    <a:pt x="1763000" y="4712"/>
                  </a:lnTo>
                  <a:lnTo>
                    <a:pt x="1785896" y="2251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31" name="pl2031"/>
            <p:cNvSpPr/>
            <p:nvPr/>
          </p:nvSpPr>
          <p:spPr>
            <a:xfrm>
              <a:off x="5809095" y="5286997"/>
              <a:ext cx="1808792" cy="770966"/>
            </a:xfrm>
            <a:custGeom>
              <a:avLst/>
              <a:pathLst>
                <a:path w="1808792" h="770966">
                  <a:moveTo>
                    <a:pt x="1808792" y="28032"/>
                  </a:moveTo>
                  <a:lnTo>
                    <a:pt x="1785896" y="23664"/>
                  </a:lnTo>
                  <a:lnTo>
                    <a:pt x="1763000" y="19662"/>
                  </a:lnTo>
                  <a:lnTo>
                    <a:pt x="1740104" y="16029"/>
                  </a:lnTo>
                  <a:lnTo>
                    <a:pt x="1717208" y="12763"/>
                  </a:lnTo>
                  <a:lnTo>
                    <a:pt x="1694312" y="9867"/>
                  </a:lnTo>
                  <a:lnTo>
                    <a:pt x="1671415" y="7341"/>
                  </a:lnTo>
                  <a:lnTo>
                    <a:pt x="1648519" y="5186"/>
                  </a:lnTo>
                  <a:lnTo>
                    <a:pt x="1625623" y="3402"/>
                  </a:lnTo>
                  <a:lnTo>
                    <a:pt x="1602727" y="1990"/>
                  </a:lnTo>
                  <a:lnTo>
                    <a:pt x="1579831" y="952"/>
                  </a:lnTo>
                  <a:lnTo>
                    <a:pt x="1556935" y="288"/>
                  </a:lnTo>
                  <a:lnTo>
                    <a:pt x="1534039" y="0"/>
                  </a:lnTo>
                  <a:lnTo>
                    <a:pt x="1511143" y="88"/>
                  </a:lnTo>
                  <a:lnTo>
                    <a:pt x="1488247" y="553"/>
                  </a:lnTo>
                  <a:lnTo>
                    <a:pt x="1465350" y="1398"/>
                  </a:lnTo>
                  <a:lnTo>
                    <a:pt x="1442454" y="2623"/>
                  </a:lnTo>
                  <a:lnTo>
                    <a:pt x="1419558" y="4229"/>
                  </a:lnTo>
                  <a:lnTo>
                    <a:pt x="1396662" y="6218"/>
                  </a:lnTo>
                  <a:lnTo>
                    <a:pt x="1373766" y="8590"/>
                  </a:lnTo>
                  <a:lnTo>
                    <a:pt x="1350870" y="11347"/>
                  </a:lnTo>
                  <a:lnTo>
                    <a:pt x="1327974" y="14489"/>
                  </a:lnTo>
                  <a:lnTo>
                    <a:pt x="1305078" y="18017"/>
                  </a:lnTo>
                  <a:lnTo>
                    <a:pt x="1282182" y="21931"/>
                  </a:lnTo>
                  <a:lnTo>
                    <a:pt x="1259285" y="26231"/>
                  </a:lnTo>
                  <a:lnTo>
                    <a:pt x="1236389" y="30917"/>
                  </a:lnTo>
                  <a:lnTo>
                    <a:pt x="1213493" y="35987"/>
                  </a:lnTo>
                  <a:lnTo>
                    <a:pt x="1190597" y="41440"/>
                  </a:lnTo>
                  <a:lnTo>
                    <a:pt x="1167701" y="47273"/>
                  </a:lnTo>
                  <a:lnTo>
                    <a:pt x="1144805" y="53483"/>
                  </a:lnTo>
                  <a:lnTo>
                    <a:pt x="1121909" y="60066"/>
                  </a:lnTo>
                  <a:lnTo>
                    <a:pt x="1099013" y="67017"/>
                  </a:lnTo>
                  <a:lnTo>
                    <a:pt x="1076117" y="74333"/>
                  </a:lnTo>
                  <a:lnTo>
                    <a:pt x="1053221" y="82005"/>
                  </a:lnTo>
                  <a:lnTo>
                    <a:pt x="1030324" y="90028"/>
                  </a:lnTo>
                  <a:lnTo>
                    <a:pt x="1007428" y="98396"/>
                  </a:lnTo>
                  <a:lnTo>
                    <a:pt x="984532" y="107101"/>
                  </a:lnTo>
                  <a:lnTo>
                    <a:pt x="961636" y="116137"/>
                  </a:lnTo>
                  <a:lnTo>
                    <a:pt x="938740" y="125495"/>
                  </a:lnTo>
                  <a:lnTo>
                    <a:pt x="915844" y="135170"/>
                  </a:lnTo>
                  <a:lnTo>
                    <a:pt x="892948" y="145154"/>
                  </a:lnTo>
                  <a:lnTo>
                    <a:pt x="870052" y="155442"/>
                  </a:lnTo>
                  <a:lnTo>
                    <a:pt x="847156" y="166027"/>
                  </a:lnTo>
                  <a:lnTo>
                    <a:pt x="824259" y="176904"/>
                  </a:lnTo>
                  <a:lnTo>
                    <a:pt x="801363" y="188067"/>
                  </a:lnTo>
                  <a:lnTo>
                    <a:pt x="778467" y="199514"/>
                  </a:lnTo>
                  <a:lnTo>
                    <a:pt x="755571" y="211238"/>
                  </a:lnTo>
                  <a:lnTo>
                    <a:pt x="732675" y="223238"/>
                  </a:lnTo>
                  <a:lnTo>
                    <a:pt x="709779" y="235511"/>
                  </a:lnTo>
                  <a:lnTo>
                    <a:pt x="686883" y="248053"/>
                  </a:lnTo>
                  <a:lnTo>
                    <a:pt x="663987" y="260864"/>
                  </a:lnTo>
                  <a:lnTo>
                    <a:pt x="641091" y="273942"/>
                  </a:lnTo>
                  <a:lnTo>
                    <a:pt x="618194" y="287287"/>
                  </a:lnTo>
                  <a:lnTo>
                    <a:pt x="595298" y="300899"/>
                  </a:lnTo>
                  <a:lnTo>
                    <a:pt x="572402" y="314778"/>
                  </a:lnTo>
                  <a:lnTo>
                    <a:pt x="549506" y="328927"/>
                  </a:lnTo>
                  <a:lnTo>
                    <a:pt x="526610" y="343347"/>
                  </a:lnTo>
                  <a:lnTo>
                    <a:pt x="503714" y="358043"/>
                  </a:lnTo>
                  <a:lnTo>
                    <a:pt x="480818" y="373019"/>
                  </a:lnTo>
                  <a:lnTo>
                    <a:pt x="457922" y="388281"/>
                  </a:lnTo>
                  <a:lnTo>
                    <a:pt x="435026" y="403836"/>
                  </a:lnTo>
                  <a:lnTo>
                    <a:pt x="412129" y="419694"/>
                  </a:lnTo>
                  <a:lnTo>
                    <a:pt x="389233" y="435864"/>
                  </a:lnTo>
                  <a:lnTo>
                    <a:pt x="366337" y="452360"/>
                  </a:lnTo>
                  <a:lnTo>
                    <a:pt x="343441" y="469196"/>
                  </a:lnTo>
                  <a:lnTo>
                    <a:pt x="320545" y="486388"/>
                  </a:lnTo>
                  <a:lnTo>
                    <a:pt x="297649" y="503953"/>
                  </a:lnTo>
                  <a:lnTo>
                    <a:pt x="274753" y="521908"/>
                  </a:lnTo>
                  <a:lnTo>
                    <a:pt x="251857" y="540271"/>
                  </a:lnTo>
                  <a:lnTo>
                    <a:pt x="228961" y="559057"/>
                  </a:lnTo>
                  <a:lnTo>
                    <a:pt x="206064" y="578276"/>
                  </a:lnTo>
                  <a:lnTo>
                    <a:pt x="183168" y="597937"/>
                  </a:lnTo>
                  <a:lnTo>
                    <a:pt x="160272" y="618043"/>
                  </a:lnTo>
                  <a:lnTo>
                    <a:pt x="137376" y="638594"/>
                  </a:lnTo>
                  <a:lnTo>
                    <a:pt x="114480" y="659588"/>
                  </a:lnTo>
                  <a:lnTo>
                    <a:pt x="91584" y="681018"/>
                  </a:lnTo>
                  <a:lnTo>
                    <a:pt x="68688" y="702878"/>
                  </a:lnTo>
                  <a:lnTo>
                    <a:pt x="45792" y="725161"/>
                  </a:lnTo>
                  <a:lnTo>
                    <a:pt x="22896" y="747859"/>
                  </a:lnTo>
                  <a:lnTo>
                    <a:pt x="0" y="7709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32" name="pl2032"/>
            <p:cNvSpPr/>
            <p:nvPr/>
          </p:nvSpPr>
          <p:spPr>
            <a:xfrm>
              <a:off x="5809095" y="5224394"/>
              <a:ext cx="1808792" cy="807728"/>
            </a:xfrm>
            <a:custGeom>
              <a:avLst/>
              <a:pathLst>
                <a:path w="1808792" h="807728">
                  <a:moveTo>
                    <a:pt x="0" y="807728"/>
                  </a:moveTo>
                  <a:lnTo>
                    <a:pt x="22896" y="786284"/>
                  </a:lnTo>
                  <a:lnTo>
                    <a:pt x="45792" y="765128"/>
                  </a:lnTo>
                  <a:lnTo>
                    <a:pt x="68688" y="744261"/>
                  </a:lnTo>
                  <a:lnTo>
                    <a:pt x="91584" y="723682"/>
                  </a:lnTo>
                  <a:lnTo>
                    <a:pt x="114480" y="703392"/>
                  </a:lnTo>
                  <a:lnTo>
                    <a:pt x="137376" y="683391"/>
                  </a:lnTo>
                  <a:lnTo>
                    <a:pt x="160272" y="663678"/>
                  </a:lnTo>
                  <a:lnTo>
                    <a:pt x="183168" y="644253"/>
                  </a:lnTo>
                  <a:lnTo>
                    <a:pt x="206064" y="625117"/>
                  </a:lnTo>
                  <a:lnTo>
                    <a:pt x="228961" y="606269"/>
                  </a:lnTo>
                  <a:lnTo>
                    <a:pt x="251857" y="587710"/>
                  </a:lnTo>
                  <a:lnTo>
                    <a:pt x="274753" y="569440"/>
                  </a:lnTo>
                  <a:lnTo>
                    <a:pt x="297649" y="551458"/>
                  </a:lnTo>
                  <a:lnTo>
                    <a:pt x="320545" y="533764"/>
                  </a:lnTo>
                  <a:lnTo>
                    <a:pt x="343441" y="516359"/>
                  </a:lnTo>
                  <a:lnTo>
                    <a:pt x="366337" y="499242"/>
                  </a:lnTo>
                  <a:lnTo>
                    <a:pt x="389233" y="482414"/>
                  </a:lnTo>
                  <a:lnTo>
                    <a:pt x="412129" y="465874"/>
                  </a:lnTo>
                  <a:lnTo>
                    <a:pt x="435026" y="449623"/>
                  </a:lnTo>
                  <a:lnTo>
                    <a:pt x="457922" y="433661"/>
                  </a:lnTo>
                  <a:lnTo>
                    <a:pt x="480818" y="417987"/>
                  </a:lnTo>
                  <a:lnTo>
                    <a:pt x="503714" y="402601"/>
                  </a:lnTo>
                  <a:lnTo>
                    <a:pt x="526610" y="387504"/>
                  </a:lnTo>
                  <a:lnTo>
                    <a:pt x="549506" y="372695"/>
                  </a:lnTo>
                  <a:lnTo>
                    <a:pt x="572402" y="358175"/>
                  </a:lnTo>
                  <a:lnTo>
                    <a:pt x="595298" y="343943"/>
                  </a:lnTo>
                  <a:lnTo>
                    <a:pt x="618194" y="330000"/>
                  </a:lnTo>
                  <a:lnTo>
                    <a:pt x="641091" y="316345"/>
                  </a:lnTo>
                  <a:lnTo>
                    <a:pt x="663987" y="302979"/>
                  </a:lnTo>
                  <a:lnTo>
                    <a:pt x="686883" y="289902"/>
                  </a:lnTo>
                  <a:lnTo>
                    <a:pt x="709779" y="277112"/>
                  </a:lnTo>
                  <a:lnTo>
                    <a:pt x="732675" y="264612"/>
                  </a:lnTo>
                  <a:lnTo>
                    <a:pt x="755571" y="252400"/>
                  </a:lnTo>
                  <a:lnTo>
                    <a:pt x="778467" y="240476"/>
                  </a:lnTo>
                  <a:lnTo>
                    <a:pt x="801363" y="228841"/>
                  </a:lnTo>
                  <a:lnTo>
                    <a:pt x="824259" y="217494"/>
                  </a:lnTo>
                  <a:lnTo>
                    <a:pt x="847156" y="206436"/>
                  </a:lnTo>
                  <a:lnTo>
                    <a:pt x="870052" y="195666"/>
                  </a:lnTo>
                  <a:lnTo>
                    <a:pt x="892948" y="185185"/>
                  </a:lnTo>
                  <a:lnTo>
                    <a:pt x="915844" y="174992"/>
                  </a:lnTo>
                  <a:lnTo>
                    <a:pt x="938740" y="165088"/>
                  </a:lnTo>
                  <a:lnTo>
                    <a:pt x="961636" y="155472"/>
                  </a:lnTo>
                  <a:lnTo>
                    <a:pt x="984532" y="146145"/>
                  </a:lnTo>
                  <a:lnTo>
                    <a:pt x="1007428" y="137106"/>
                  </a:lnTo>
                  <a:lnTo>
                    <a:pt x="1030324" y="128356"/>
                  </a:lnTo>
                  <a:lnTo>
                    <a:pt x="1053221" y="119894"/>
                  </a:lnTo>
                  <a:lnTo>
                    <a:pt x="1076117" y="111721"/>
                  </a:lnTo>
                  <a:lnTo>
                    <a:pt x="1099013" y="103836"/>
                  </a:lnTo>
                  <a:lnTo>
                    <a:pt x="1121909" y="96240"/>
                  </a:lnTo>
                  <a:lnTo>
                    <a:pt x="1144805" y="88932"/>
                  </a:lnTo>
                  <a:lnTo>
                    <a:pt x="1167701" y="81913"/>
                  </a:lnTo>
                  <a:lnTo>
                    <a:pt x="1190597" y="75182"/>
                  </a:lnTo>
                  <a:lnTo>
                    <a:pt x="1213493" y="68740"/>
                  </a:lnTo>
                  <a:lnTo>
                    <a:pt x="1236389" y="62586"/>
                  </a:lnTo>
                  <a:lnTo>
                    <a:pt x="1259285" y="56721"/>
                  </a:lnTo>
                  <a:lnTo>
                    <a:pt x="1282182" y="51144"/>
                  </a:lnTo>
                  <a:lnTo>
                    <a:pt x="1305078" y="45856"/>
                  </a:lnTo>
                  <a:lnTo>
                    <a:pt x="1327974" y="40856"/>
                  </a:lnTo>
                  <a:lnTo>
                    <a:pt x="1350870" y="36145"/>
                  </a:lnTo>
                  <a:lnTo>
                    <a:pt x="1373766" y="31722"/>
                  </a:lnTo>
                  <a:lnTo>
                    <a:pt x="1396662" y="27588"/>
                  </a:lnTo>
                  <a:lnTo>
                    <a:pt x="1419558" y="23742"/>
                  </a:lnTo>
                  <a:lnTo>
                    <a:pt x="1442454" y="20185"/>
                  </a:lnTo>
                  <a:lnTo>
                    <a:pt x="1465350" y="16916"/>
                  </a:lnTo>
                  <a:lnTo>
                    <a:pt x="1488247" y="13935"/>
                  </a:lnTo>
                  <a:lnTo>
                    <a:pt x="1511143" y="11244"/>
                  </a:lnTo>
                  <a:lnTo>
                    <a:pt x="1534039" y="8840"/>
                  </a:lnTo>
                  <a:lnTo>
                    <a:pt x="1556935" y="6725"/>
                  </a:lnTo>
                  <a:lnTo>
                    <a:pt x="1579831" y="4899"/>
                  </a:lnTo>
                  <a:lnTo>
                    <a:pt x="1602727" y="3361"/>
                  </a:lnTo>
                  <a:lnTo>
                    <a:pt x="1625623" y="2112"/>
                  </a:lnTo>
                  <a:lnTo>
                    <a:pt x="1648519" y="1151"/>
                  </a:lnTo>
                  <a:lnTo>
                    <a:pt x="1671415" y="479"/>
                  </a:lnTo>
                  <a:lnTo>
                    <a:pt x="1694312" y="95"/>
                  </a:lnTo>
                  <a:lnTo>
                    <a:pt x="1717208" y="0"/>
                  </a:lnTo>
                  <a:lnTo>
                    <a:pt x="1740104" y="193"/>
                  </a:lnTo>
                  <a:lnTo>
                    <a:pt x="1763000" y="674"/>
                  </a:lnTo>
                  <a:lnTo>
                    <a:pt x="1785896" y="1444"/>
                  </a:lnTo>
                  <a:lnTo>
                    <a:pt x="1808792" y="2503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g2033"/>
            <p:cNvSpPr/>
            <p:nvPr/>
          </p:nvSpPr>
          <p:spPr>
            <a:xfrm>
              <a:off x="5809095" y="5178249"/>
              <a:ext cx="1808792" cy="718168"/>
            </a:xfrm>
            <a:custGeom>
              <a:avLst/>
              <a:pathLst>
                <a:path w="1808792" h="718168">
                  <a:moveTo>
                    <a:pt x="0" y="658172"/>
                  </a:moveTo>
                  <a:lnTo>
                    <a:pt x="22896" y="643249"/>
                  </a:lnTo>
                  <a:lnTo>
                    <a:pt x="45792" y="628463"/>
                  </a:lnTo>
                  <a:lnTo>
                    <a:pt x="68688" y="613808"/>
                  </a:lnTo>
                  <a:lnTo>
                    <a:pt x="91584" y="599281"/>
                  </a:lnTo>
                  <a:lnTo>
                    <a:pt x="114480" y="584878"/>
                  </a:lnTo>
                  <a:lnTo>
                    <a:pt x="137376" y="570593"/>
                  </a:lnTo>
                  <a:lnTo>
                    <a:pt x="160272" y="556422"/>
                  </a:lnTo>
                  <a:lnTo>
                    <a:pt x="183168" y="542360"/>
                  </a:lnTo>
                  <a:lnTo>
                    <a:pt x="206064" y="528401"/>
                  </a:lnTo>
                  <a:lnTo>
                    <a:pt x="228961" y="514542"/>
                  </a:lnTo>
                  <a:lnTo>
                    <a:pt x="251857" y="500780"/>
                  </a:lnTo>
                  <a:lnTo>
                    <a:pt x="274753" y="487115"/>
                  </a:lnTo>
                  <a:lnTo>
                    <a:pt x="297649" y="473549"/>
                  </a:lnTo>
                  <a:lnTo>
                    <a:pt x="320545" y="460085"/>
                  </a:lnTo>
                  <a:lnTo>
                    <a:pt x="343441" y="446731"/>
                  </a:lnTo>
                  <a:lnTo>
                    <a:pt x="366337" y="433496"/>
                  </a:lnTo>
                  <a:lnTo>
                    <a:pt x="389233" y="420392"/>
                  </a:lnTo>
                  <a:lnTo>
                    <a:pt x="412129" y="407432"/>
                  </a:lnTo>
                  <a:lnTo>
                    <a:pt x="435026" y="394630"/>
                  </a:lnTo>
                  <a:lnTo>
                    <a:pt x="457922" y="381997"/>
                  </a:lnTo>
                  <a:lnTo>
                    <a:pt x="480818" y="369547"/>
                  </a:lnTo>
                  <a:lnTo>
                    <a:pt x="503714" y="357291"/>
                  </a:lnTo>
                  <a:lnTo>
                    <a:pt x="526610" y="345240"/>
                  </a:lnTo>
                  <a:lnTo>
                    <a:pt x="549506" y="333401"/>
                  </a:lnTo>
                  <a:lnTo>
                    <a:pt x="572402" y="321783"/>
                  </a:lnTo>
                  <a:lnTo>
                    <a:pt x="595298" y="310392"/>
                  </a:lnTo>
                  <a:lnTo>
                    <a:pt x="618194" y="299233"/>
                  </a:lnTo>
                  <a:lnTo>
                    <a:pt x="641091" y="288311"/>
                  </a:lnTo>
                  <a:lnTo>
                    <a:pt x="663987" y="277630"/>
                  </a:lnTo>
                  <a:lnTo>
                    <a:pt x="686883" y="267191"/>
                  </a:lnTo>
                  <a:lnTo>
                    <a:pt x="709779" y="256997"/>
                  </a:lnTo>
                  <a:lnTo>
                    <a:pt x="732675" y="247049"/>
                  </a:lnTo>
                  <a:lnTo>
                    <a:pt x="755571" y="237349"/>
                  </a:lnTo>
                  <a:lnTo>
                    <a:pt x="778467" y="227896"/>
                  </a:lnTo>
                  <a:lnTo>
                    <a:pt x="801363" y="218690"/>
                  </a:lnTo>
                  <a:lnTo>
                    <a:pt x="824259" y="209731"/>
                  </a:lnTo>
                  <a:lnTo>
                    <a:pt x="847156" y="201017"/>
                  </a:lnTo>
                  <a:lnTo>
                    <a:pt x="870052" y="192546"/>
                  </a:lnTo>
                  <a:lnTo>
                    <a:pt x="892948" y="184317"/>
                  </a:lnTo>
                  <a:lnTo>
                    <a:pt x="915844" y="176327"/>
                  </a:lnTo>
                  <a:lnTo>
                    <a:pt x="938740" y="168572"/>
                  </a:lnTo>
                  <a:lnTo>
                    <a:pt x="961636" y="161049"/>
                  </a:lnTo>
                  <a:lnTo>
                    <a:pt x="984532" y="153753"/>
                  </a:lnTo>
                  <a:lnTo>
                    <a:pt x="1007428" y="146679"/>
                  </a:lnTo>
                  <a:lnTo>
                    <a:pt x="1030324" y="139822"/>
                  </a:lnTo>
                  <a:lnTo>
                    <a:pt x="1053221" y="133176"/>
                  </a:lnTo>
                  <a:lnTo>
                    <a:pt x="1076117" y="126734"/>
                  </a:lnTo>
                  <a:lnTo>
                    <a:pt x="1099013" y="120488"/>
                  </a:lnTo>
                  <a:lnTo>
                    <a:pt x="1121909" y="114432"/>
                  </a:lnTo>
                  <a:lnTo>
                    <a:pt x="1144805" y="108557"/>
                  </a:lnTo>
                  <a:lnTo>
                    <a:pt x="1167701" y="102855"/>
                  </a:lnTo>
                  <a:lnTo>
                    <a:pt x="1190597" y="97319"/>
                  </a:lnTo>
                  <a:lnTo>
                    <a:pt x="1213493" y="91941"/>
                  </a:lnTo>
                  <a:lnTo>
                    <a:pt x="1236389" y="86715"/>
                  </a:lnTo>
                  <a:lnTo>
                    <a:pt x="1259285" y="81633"/>
                  </a:lnTo>
                  <a:lnTo>
                    <a:pt x="1282182" y="76690"/>
                  </a:lnTo>
                  <a:lnTo>
                    <a:pt x="1305078" y="71883"/>
                  </a:lnTo>
                  <a:lnTo>
                    <a:pt x="1327974" y="67207"/>
                  </a:lnTo>
                  <a:lnTo>
                    <a:pt x="1350870" y="62660"/>
                  </a:lnTo>
                  <a:lnTo>
                    <a:pt x="1373766" y="58242"/>
                  </a:lnTo>
                  <a:lnTo>
                    <a:pt x="1396662" y="53950"/>
                  </a:lnTo>
                  <a:lnTo>
                    <a:pt x="1419558" y="49787"/>
                  </a:lnTo>
                  <a:lnTo>
                    <a:pt x="1442454" y="45751"/>
                  </a:lnTo>
                  <a:lnTo>
                    <a:pt x="1465350" y="41846"/>
                  </a:lnTo>
                  <a:lnTo>
                    <a:pt x="1488247" y="38072"/>
                  </a:lnTo>
                  <a:lnTo>
                    <a:pt x="1511143" y="34430"/>
                  </a:lnTo>
                  <a:lnTo>
                    <a:pt x="1534039" y="30924"/>
                  </a:lnTo>
                  <a:lnTo>
                    <a:pt x="1556935" y="27554"/>
                  </a:lnTo>
                  <a:lnTo>
                    <a:pt x="1579831" y="24323"/>
                  </a:lnTo>
                  <a:lnTo>
                    <a:pt x="1602727" y="21233"/>
                  </a:lnTo>
                  <a:lnTo>
                    <a:pt x="1625623" y="18285"/>
                  </a:lnTo>
                  <a:lnTo>
                    <a:pt x="1648519" y="15480"/>
                  </a:lnTo>
                  <a:lnTo>
                    <a:pt x="1671415" y="12822"/>
                  </a:lnTo>
                  <a:lnTo>
                    <a:pt x="1694312" y="10310"/>
                  </a:lnTo>
                  <a:lnTo>
                    <a:pt x="1717208" y="7947"/>
                  </a:lnTo>
                  <a:lnTo>
                    <a:pt x="1740104" y="5733"/>
                  </a:lnTo>
                  <a:lnTo>
                    <a:pt x="1763000" y="3670"/>
                  </a:lnTo>
                  <a:lnTo>
                    <a:pt x="1785896" y="1758"/>
                  </a:lnTo>
                  <a:lnTo>
                    <a:pt x="1808792" y="0"/>
                  </a:lnTo>
                  <a:lnTo>
                    <a:pt x="1808792" y="116045"/>
                  </a:lnTo>
                  <a:lnTo>
                    <a:pt x="1785896" y="112804"/>
                  </a:lnTo>
                  <a:lnTo>
                    <a:pt x="1763000" y="109857"/>
                  </a:lnTo>
                  <a:lnTo>
                    <a:pt x="1740104" y="107206"/>
                  </a:lnTo>
                  <a:lnTo>
                    <a:pt x="1717208" y="104851"/>
                  </a:lnTo>
                  <a:lnTo>
                    <a:pt x="1694312" y="102793"/>
                  </a:lnTo>
                  <a:lnTo>
                    <a:pt x="1671415" y="101035"/>
                  </a:lnTo>
                  <a:lnTo>
                    <a:pt x="1648519" y="99576"/>
                  </a:lnTo>
                  <a:lnTo>
                    <a:pt x="1625623" y="98419"/>
                  </a:lnTo>
                  <a:lnTo>
                    <a:pt x="1602727" y="97565"/>
                  </a:lnTo>
                  <a:lnTo>
                    <a:pt x="1579831" y="97016"/>
                  </a:lnTo>
                  <a:lnTo>
                    <a:pt x="1556935" y="96773"/>
                  </a:lnTo>
                  <a:lnTo>
                    <a:pt x="1534039" y="96839"/>
                  </a:lnTo>
                  <a:lnTo>
                    <a:pt x="1511143" y="97215"/>
                  </a:lnTo>
                  <a:lnTo>
                    <a:pt x="1488247" y="97903"/>
                  </a:lnTo>
                  <a:lnTo>
                    <a:pt x="1465350" y="98906"/>
                  </a:lnTo>
                  <a:lnTo>
                    <a:pt x="1442454" y="100224"/>
                  </a:lnTo>
                  <a:lnTo>
                    <a:pt x="1419558" y="101859"/>
                  </a:lnTo>
                  <a:lnTo>
                    <a:pt x="1396662" y="103813"/>
                  </a:lnTo>
                  <a:lnTo>
                    <a:pt x="1373766" y="106087"/>
                  </a:lnTo>
                  <a:lnTo>
                    <a:pt x="1350870" y="108680"/>
                  </a:lnTo>
                  <a:lnTo>
                    <a:pt x="1327974" y="111592"/>
                  </a:lnTo>
                  <a:lnTo>
                    <a:pt x="1305078" y="114823"/>
                  </a:lnTo>
                  <a:lnTo>
                    <a:pt x="1282182" y="118368"/>
                  </a:lnTo>
                  <a:lnTo>
                    <a:pt x="1259285" y="122226"/>
                  </a:lnTo>
                  <a:lnTo>
                    <a:pt x="1236389" y="126391"/>
                  </a:lnTo>
                  <a:lnTo>
                    <a:pt x="1213493" y="130858"/>
                  </a:lnTo>
                  <a:lnTo>
                    <a:pt x="1190597" y="135622"/>
                  </a:lnTo>
                  <a:lnTo>
                    <a:pt x="1167701" y="140674"/>
                  </a:lnTo>
                  <a:lnTo>
                    <a:pt x="1144805" y="146008"/>
                  </a:lnTo>
                  <a:lnTo>
                    <a:pt x="1121909" y="151616"/>
                  </a:lnTo>
                  <a:lnTo>
                    <a:pt x="1099013" y="157489"/>
                  </a:lnTo>
                  <a:lnTo>
                    <a:pt x="1076117" y="163620"/>
                  </a:lnTo>
                  <a:lnTo>
                    <a:pt x="1053221" y="170001"/>
                  </a:lnTo>
                  <a:lnTo>
                    <a:pt x="1030324" y="176626"/>
                  </a:lnTo>
                  <a:lnTo>
                    <a:pt x="1007428" y="183487"/>
                  </a:lnTo>
                  <a:lnTo>
                    <a:pt x="984532" y="190578"/>
                  </a:lnTo>
                  <a:lnTo>
                    <a:pt x="961636" y="197894"/>
                  </a:lnTo>
                  <a:lnTo>
                    <a:pt x="938740" y="205430"/>
                  </a:lnTo>
                  <a:lnTo>
                    <a:pt x="915844" y="213181"/>
                  </a:lnTo>
                  <a:lnTo>
                    <a:pt x="892948" y="221144"/>
                  </a:lnTo>
                  <a:lnTo>
                    <a:pt x="870052" y="229315"/>
                  </a:lnTo>
                  <a:lnTo>
                    <a:pt x="847156" y="237692"/>
                  </a:lnTo>
                  <a:lnTo>
                    <a:pt x="824259" y="246272"/>
                  </a:lnTo>
                  <a:lnTo>
                    <a:pt x="801363" y="255054"/>
                  </a:lnTo>
                  <a:lnTo>
                    <a:pt x="778467" y="264037"/>
                  </a:lnTo>
                  <a:lnTo>
                    <a:pt x="755571" y="273219"/>
                  </a:lnTo>
                  <a:lnTo>
                    <a:pt x="732675" y="282601"/>
                  </a:lnTo>
                  <a:lnTo>
                    <a:pt x="709779" y="292183"/>
                  </a:lnTo>
                  <a:lnTo>
                    <a:pt x="686883" y="301966"/>
                  </a:lnTo>
                  <a:lnTo>
                    <a:pt x="663987" y="311951"/>
                  </a:lnTo>
                  <a:lnTo>
                    <a:pt x="641091" y="322140"/>
                  </a:lnTo>
                  <a:lnTo>
                    <a:pt x="618194" y="332536"/>
                  </a:lnTo>
                  <a:lnTo>
                    <a:pt x="595298" y="343142"/>
                  </a:lnTo>
                  <a:lnTo>
                    <a:pt x="572402" y="353963"/>
                  </a:lnTo>
                  <a:lnTo>
                    <a:pt x="549506" y="365004"/>
                  </a:lnTo>
                  <a:lnTo>
                    <a:pt x="526610" y="376271"/>
                  </a:lnTo>
                  <a:lnTo>
                    <a:pt x="503714" y="387773"/>
                  </a:lnTo>
                  <a:lnTo>
                    <a:pt x="480818" y="399517"/>
                  </a:lnTo>
                  <a:lnTo>
                    <a:pt x="457922" y="411515"/>
                  </a:lnTo>
                  <a:lnTo>
                    <a:pt x="435026" y="423776"/>
                  </a:lnTo>
                  <a:lnTo>
                    <a:pt x="412129" y="436315"/>
                  </a:lnTo>
                  <a:lnTo>
                    <a:pt x="389233" y="449144"/>
                  </a:lnTo>
                  <a:lnTo>
                    <a:pt x="366337" y="462276"/>
                  </a:lnTo>
                  <a:lnTo>
                    <a:pt x="343441" y="475724"/>
                  </a:lnTo>
                  <a:lnTo>
                    <a:pt x="320545" y="489499"/>
                  </a:lnTo>
                  <a:lnTo>
                    <a:pt x="297649" y="503612"/>
                  </a:lnTo>
                  <a:lnTo>
                    <a:pt x="274753" y="518069"/>
                  </a:lnTo>
                  <a:lnTo>
                    <a:pt x="251857" y="532875"/>
                  </a:lnTo>
                  <a:lnTo>
                    <a:pt x="228961" y="548031"/>
                  </a:lnTo>
                  <a:lnTo>
                    <a:pt x="206064" y="563537"/>
                  </a:lnTo>
                  <a:lnTo>
                    <a:pt x="183168" y="579390"/>
                  </a:lnTo>
                  <a:lnTo>
                    <a:pt x="160272" y="595587"/>
                  </a:lnTo>
                  <a:lnTo>
                    <a:pt x="137376" y="612122"/>
                  </a:lnTo>
                  <a:lnTo>
                    <a:pt x="114480" y="628991"/>
                  </a:lnTo>
                  <a:lnTo>
                    <a:pt x="91584" y="646188"/>
                  </a:lnTo>
                  <a:lnTo>
                    <a:pt x="68688" y="663708"/>
                  </a:lnTo>
                  <a:lnTo>
                    <a:pt x="45792" y="681548"/>
                  </a:lnTo>
                  <a:lnTo>
                    <a:pt x="22896" y="699703"/>
                  </a:lnTo>
                  <a:lnTo>
                    <a:pt x="0" y="71816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34" name="pl2034"/>
            <p:cNvSpPr/>
            <p:nvPr/>
          </p:nvSpPr>
          <p:spPr>
            <a:xfrm>
              <a:off x="5809095" y="5178249"/>
              <a:ext cx="1808792" cy="658172"/>
            </a:xfrm>
            <a:custGeom>
              <a:avLst/>
              <a:pathLst>
                <a:path w="1808792" h="658172">
                  <a:moveTo>
                    <a:pt x="0" y="658172"/>
                  </a:moveTo>
                  <a:lnTo>
                    <a:pt x="22896" y="643249"/>
                  </a:lnTo>
                  <a:lnTo>
                    <a:pt x="45792" y="628463"/>
                  </a:lnTo>
                  <a:lnTo>
                    <a:pt x="68688" y="613808"/>
                  </a:lnTo>
                  <a:lnTo>
                    <a:pt x="91584" y="599281"/>
                  </a:lnTo>
                  <a:lnTo>
                    <a:pt x="114480" y="584878"/>
                  </a:lnTo>
                  <a:lnTo>
                    <a:pt x="137376" y="570593"/>
                  </a:lnTo>
                  <a:lnTo>
                    <a:pt x="160272" y="556422"/>
                  </a:lnTo>
                  <a:lnTo>
                    <a:pt x="183168" y="542360"/>
                  </a:lnTo>
                  <a:lnTo>
                    <a:pt x="206064" y="528401"/>
                  </a:lnTo>
                  <a:lnTo>
                    <a:pt x="228961" y="514542"/>
                  </a:lnTo>
                  <a:lnTo>
                    <a:pt x="251857" y="500780"/>
                  </a:lnTo>
                  <a:lnTo>
                    <a:pt x="274753" y="487115"/>
                  </a:lnTo>
                  <a:lnTo>
                    <a:pt x="297649" y="473549"/>
                  </a:lnTo>
                  <a:lnTo>
                    <a:pt x="320545" y="460085"/>
                  </a:lnTo>
                  <a:lnTo>
                    <a:pt x="343441" y="446731"/>
                  </a:lnTo>
                  <a:lnTo>
                    <a:pt x="366337" y="433496"/>
                  </a:lnTo>
                  <a:lnTo>
                    <a:pt x="389233" y="420392"/>
                  </a:lnTo>
                  <a:lnTo>
                    <a:pt x="412129" y="407432"/>
                  </a:lnTo>
                  <a:lnTo>
                    <a:pt x="435026" y="394630"/>
                  </a:lnTo>
                  <a:lnTo>
                    <a:pt x="457922" y="381997"/>
                  </a:lnTo>
                  <a:lnTo>
                    <a:pt x="480818" y="369547"/>
                  </a:lnTo>
                  <a:lnTo>
                    <a:pt x="503714" y="357291"/>
                  </a:lnTo>
                  <a:lnTo>
                    <a:pt x="526610" y="345240"/>
                  </a:lnTo>
                  <a:lnTo>
                    <a:pt x="549506" y="333401"/>
                  </a:lnTo>
                  <a:lnTo>
                    <a:pt x="572402" y="321783"/>
                  </a:lnTo>
                  <a:lnTo>
                    <a:pt x="595298" y="310392"/>
                  </a:lnTo>
                  <a:lnTo>
                    <a:pt x="618194" y="299233"/>
                  </a:lnTo>
                  <a:lnTo>
                    <a:pt x="641091" y="288311"/>
                  </a:lnTo>
                  <a:lnTo>
                    <a:pt x="663987" y="277630"/>
                  </a:lnTo>
                  <a:lnTo>
                    <a:pt x="686883" y="267191"/>
                  </a:lnTo>
                  <a:lnTo>
                    <a:pt x="709779" y="256997"/>
                  </a:lnTo>
                  <a:lnTo>
                    <a:pt x="732675" y="247049"/>
                  </a:lnTo>
                  <a:lnTo>
                    <a:pt x="755571" y="237349"/>
                  </a:lnTo>
                  <a:lnTo>
                    <a:pt x="778467" y="227896"/>
                  </a:lnTo>
                  <a:lnTo>
                    <a:pt x="801363" y="218690"/>
                  </a:lnTo>
                  <a:lnTo>
                    <a:pt x="824259" y="209731"/>
                  </a:lnTo>
                  <a:lnTo>
                    <a:pt x="847156" y="201017"/>
                  </a:lnTo>
                  <a:lnTo>
                    <a:pt x="870052" y="192546"/>
                  </a:lnTo>
                  <a:lnTo>
                    <a:pt x="892948" y="184317"/>
                  </a:lnTo>
                  <a:lnTo>
                    <a:pt x="915844" y="176327"/>
                  </a:lnTo>
                  <a:lnTo>
                    <a:pt x="938740" y="168572"/>
                  </a:lnTo>
                  <a:lnTo>
                    <a:pt x="961636" y="161049"/>
                  </a:lnTo>
                  <a:lnTo>
                    <a:pt x="984532" y="153753"/>
                  </a:lnTo>
                  <a:lnTo>
                    <a:pt x="1007428" y="146679"/>
                  </a:lnTo>
                  <a:lnTo>
                    <a:pt x="1030324" y="139822"/>
                  </a:lnTo>
                  <a:lnTo>
                    <a:pt x="1053221" y="133176"/>
                  </a:lnTo>
                  <a:lnTo>
                    <a:pt x="1076117" y="126734"/>
                  </a:lnTo>
                  <a:lnTo>
                    <a:pt x="1099013" y="120488"/>
                  </a:lnTo>
                  <a:lnTo>
                    <a:pt x="1121909" y="114432"/>
                  </a:lnTo>
                  <a:lnTo>
                    <a:pt x="1144805" y="108557"/>
                  </a:lnTo>
                  <a:lnTo>
                    <a:pt x="1167701" y="102855"/>
                  </a:lnTo>
                  <a:lnTo>
                    <a:pt x="1190597" y="97319"/>
                  </a:lnTo>
                  <a:lnTo>
                    <a:pt x="1213493" y="91941"/>
                  </a:lnTo>
                  <a:lnTo>
                    <a:pt x="1236389" y="86715"/>
                  </a:lnTo>
                  <a:lnTo>
                    <a:pt x="1259285" y="81633"/>
                  </a:lnTo>
                  <a:lnTo>
                    <a:pt x="1282182" y="76690"/>
                  </a:lnTo>
                  <a:lnTo>
                    <a:pt x="1305078" y="71883"/>
                  </a:lnTo>
                  <a:lnTo>
                    <a:pt x="1327974" y="67207"/>
                  </a:lnTo>
                  <a:lnTo>
                    <a:pt x="1350870" y="62660"/>
                  </a:lnTo>
                  <a:lnTo>
                    <a:pt x="1373766" y="58242"/>
                  </a:lnTo>
                  <a:lnTo>
                    <a:pt x="1396662" y="53950"/>
                  </a:lnTo>
                  <a:lnTo>
                    <a:pt x="1419558" y="49787"/>
                  </a:lnTo>
                  <a:lnTo>
                    <a:pt x="1442454" y="45751"/>
                  </a:lnTo>
                  <a:lnTo>
                    <a:pt x="1465350" y="41846"/>
                  </a:lnTo>
                  <a:lnTo>
                    <a:pt x="1488247" y="38072"/>
                  </a:lnTo>
                  <a:lnTo>
                    <a:pt x="1511143" y="34430"/>
                  </a:lnTo>
                  <a:lnTo>
                    <a:pt x="1534039" y="30924"/>
                  </a:lnTo>
                  <a:lnTo>
                    <a:pt x="1556935" y="27554"/>
                  </a:lnTo>
                  <a:lnTo>
                    <a:pt x="1579831" y="24323"/>
                  </a:lnTo>
                  <a:lnTo>
                    <a:pt x="1602727" y="21233"/>
                  </a:lnTo>
                  <a:lnTo>
                    <a:pt x="1625623" y="18285"/>
                  </a:lnTo>
                  <a:lnTo>
                    <a:pt x="1648519" y="15480"/>
                  </a:lnTo>
                  <a:lnTo>
                    <a:pt x="1671415" y="12822"/>
                  </a:lnTo>
                  <a:lnTo>
                    <a:pt x="1694312" y="10310"/>
                  </a:lnTo>
                  <a:lnTo>
                    <a:pt x="1717208" y="7947"/>
                  </a:lnTo>
                  <a:lnTo>
                    <a:pt x="1740104" y="5733"/>
                  </a:lnTo>
                  <a:lnTo>
                    <a:pt x="1763000" y="3670"/>
                  </a:lnTo>
                  <a:lnTo>
                    <a:pt x="1785896" y="1758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35" name="pl2035"/>
            <p:cNvSpPr/>
            <p:nvPr/>
          </p:nvSpPr>
          <p:spPr>
            <a:xfrm>
              <a:off x="5809095" y="5275023"/>
              <a:ext cx="1808792" cy="621395"/>
            </a:xfrm>
            <a:custGeom>
              <a:avLst/>
              <a:pathLst>
                <a:path w="1808792" h="621395">
                  <a:moveTo>
                    <a:pt x="1808792" y="19271"/>
                  </a:moveTo>
                  <a:lnTo>
                    <a:pt x="1785896" y="16030"/>
                  </a:lnTo>
                  <a:lnTo>
                    <a:pt x="1763000" y="13083"/>
                  </a:lnTo>
                  <a:lnTo>
                    <a:pt x="1740104" y="10432"/>
                  </a:lnTo>
                  <a:lnTo>
                    <a:pt x="1717208" y="8077"/>
                  </a:lnTo>
                  <a:lnTo>
                    <a:pt x="1694312" y="6020"/>
                  </a:lnTo>
                  <a:lnTo>
                    <a:pt x="1671415" y="4261"/>
                  </a:lnTo>
                  <a:lnTo>
                    <a:pt x="1648519" y="2802"/>
                  </a:lnTo>
                  <a:lnTo>
                    <a:pt x="1625623" y="1645"/>
                  </a:lnTo>
                  <a:lnTo>
                    <a:pt x="1602727" y="791"/>
                  </a:lnTo>
                  <a:lnTo>
                    <a:pt x="1579831" y="242"/>
                  </a:lnTo>
                  <a:lnTo>
                    <a:pt x="1556935" y="0"/>
                  </a:lnTo>
                  <a:lnTo>
                    <a:pt x="1534039" y="65"/>
                  </a:lnTo>
                  <a:lnTo>
                    <a:pt x="1511143" y="441"/>
                  </a:lnTo>
                  <a:lnTo>
                    <a:pt x="1488247" y="1129"/>
                  </a:lnTo>
                  <a:lnTo>
                    <a:pt x="1465350" y="2132"/>
                  </a:lnTo>
                  <a:lnTo>
                    <a:pt x="1442454" y="3450"/>
                  </a:lnTo>
                  <a:lnTo>
                    <a:pt x="1419558" y="5085"/>
                  </a:lnTo>
                  <a:lnTo>
                    <a:pt x="1396662" y="7039"/>
                  </a:lnTo>
                  <a:lnTo>
                    <a:pt x="1373766" y="9313"/>
                  </a:lnTo>
                  <a:lnTo>
                    <a:pt x="1350870" y="11906"/>
                  </a:lnTo>
                  <a:lnTo>
                    <a:pt x="1327974" y="14819"/>
                  </a:lnTo>
                  <a:lnTo>
                    <a:pt x="1305078" y="18049"/>
                  </a:lnTo>
                  <a:lnTo>
                    <a:pt x="1282182" y="21594"/>
                  </a:lnTo>
                  <a:lnTo>
                    <a:pt x="1259285" y="25452"/>
                  </a:lnTo>
                  <a:lnTo>
                    <a:pt x="1236389" y="29617"/>
                  </a:lnTo>
                  <a:lnTo>
                    <a:pt x="1213493" y="34085"/>
                  </a:lnTo>
                  <a:lnTo>
                    <a:pt x="1190597" y="38848"/>
                  </a:lnTo>
                  <a:lnTo>
                    <a:pt x="1167701" y="43901"/>
                  </a:lnTo>
                  <a:lnTo>
                    <a:pt x="1144805" y="49234"/>
                  </a:lnTo>
                  <a:lnTo>
                    <a:pt x="1121909" y="54842"/>
                  </a:lnTo>
                  <a:lnTo>
                    <a:pt x="1099013" y="60715"/>
                  </a:lnTo>
                  <a:lnTo>
                    <a:pt x="1076117" y="66846"/>
                  </a:lnTo>
                  <a:lnTo>
                    <a:pt x="1053221" y="73228"/>
                  </a:lnTo>
                  <a:lnTo>
                    <a:pt x="1030324" y="79852"/>
                  </a:lnTo>
                  <a:lnTo>
                    <a:pt x="1007428" y="86713"/>
                  </a:lnTo>
                  <a:lnTo>
                    <a:pt x="984532" y="93804"/>
                  </a:lnTo>
                  <a:lnTo>
                    <a:pt x="961636" y="101120"/>
                  </a:lnTo>
                  <a:lnTo>
                    <a:pt x="938740" y="108656"/>
                  </a:lnTo>
                  <a:lnTo>
                    <a:pt x="915844" y="116407"/>
                  </a:lnTo>
                  <a:lnTo>
                    <a:pt x="892948" y="124370"/>
                  </a:lnTo>
                  <a:lnTo>
                    <a:pt x="870052" y="132541"/>
                  </a:lnTo>
                  <a:lnTo>
                    <a:pt x="847156" y="140918"/>
                  </a:lnTo>
                  <a:lnTo>
                    <a:pt x="824259" y="149498"/>
                  </a:lnTo>
                  <a:lnTo>
                    <a:pt x="801363" y="158280"/>
                  </a:lnTo>
                  <a:lnTo>
                    <a:pt x="778467" y="167263"/>
                  </a:lnTo>
                  <a:lnTo>
                    <a:pt x="755571" y="176445"/>
                  </a:lnTo>
                  <a:lnTo>
                    <a:pt x="732675" y="185827"/>
                  </a:lnTo>
                  <a:lnTo>
                    <a:pt x="709779" y="195409"/>
                  </a:lnTo>
                  <a:lnTo>
                    <a:pt x="686883" y="205192"/>
                  </a:lnTo>
                  <a:lnTo>
                    <a:pt x="663987" y="215177"/>
                  </a:lnTo>
                  <a:lnTo>
                    <a:pt x="641091" y="225366"/>
                  </a:lnTo>
                  <a:lnTo>
                    <a:pt x="618194" y="235762"/>
                  </a:lnTo>
                  <a:lnTo>
                    <a:pt x="595298" y="246368"/>
                  </a:lnTo>
                  <a:lnTo>
                    <a:pt x="572402" y="257189"/>
                  </a:lnTo>
                  <a:lnTo>
                    <a:pt x="549506" y="268230"/>
                  </a:lnTo>
                  <a:lnTo>
                    <a:pt x="526610" y="279498"/>
                  </a:lnTo>
                  <a:lnTo>
                    <a:pt x="503714" y="290999"/>
                  </a:lnTo>
                  <a:lnTo>
                    <a:pt x="480818" y="302743"/>
                  </a:lnTo>
                  <a:lnTo>
                    <a:pt x="457922" y="314741"/>
                  </a:lnTo>
                  <a:lnTo>
                    <a:pt x="435026" y="327003"/>
                  </a:lnTo>
                  <a:lnTo>
                    <a:pt x="412129" y="339541"/>
                  </a:lnTo>
                  <a:lnTo>
                    <a:pt x="389233" y="352370"/>
                  </a:lnTo>
                  <a:lnTo>
                    <a:pt x="366337" y="365502"/>
                  </a:lnTo>
                  <a:lnTo>
                    <a:pt x="343441" y="378950"/>
                  </a:lnTo>
                  <a:lnTo>
                    <a:pt x="320545" y="392725"/>
                  </a:lnTo>
                  <a:lnTo>
                    <a:pt x="297649" y="406838"/>
                  </a:lnTo>
                  <a:lnTo>
                    <a:pt x="274753" y="421295"/>
                  </a:lnTo>
                  <a:lnTo>
                    <a:pt x="251857" y="436101"/>
                  </a:lnTo>
                  <a:lnTo>
                    <a:pt x="228961" y="451257"/>
                  </a:lnTo>
                  <a:lnTo>
                    <a:pt x="206064" y="466763"/>
                  </a:lnTo>
                  <a:lnTo>
                    <a:pt x="183168" y="482617"/>
                  </a:lnTo>
                  <a:lnTo>
                    <a:pt x="160272" y="498813"/>
                  </a:lnTo>
                  <a:lnTo>
                    <a:pt x="137376" y="515348"/>
                  </a:lnTo>
                  <a:lnTo>
                    <a:pt x="114480" y="532217"/>
                  </a:lnTo>
                  <a:lnTo>
                    <a:pt x="91584" y="549414"/>
                  </a:lnTo>
                  <a:lnTo>
                    <a:pt x="68688" y="566935"/>
                  </a:lnTo>
                  <a:lnTo>
                    <a:pt x="45792" y="584774"/>
                  </a:lnTo>
                  <a:lnTo>
                    <a:pt x="22896" y="602929"/>
                  </a:lnTo>
                  <a:lnTo>
                    <a:pt x="0" y="6213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36" name="pl2036"/>
            <p:cNvSpPr/>
            <p:nvPr/>
          </p:nvSpPr>
          <p:spPr>
            <a:xfrm>
              <a:off x="5809095" y="5234648"/>
              <a:ext cx="1808792" cy="631771"/>
            </a:xfrm>
            <a:custGeom>
              <a:avLst/>
              <a:pathLst>
                <a:path w="1808792" h="631771">
                  <a:moveTo>
                    <a:pt x="0" y="631771"/>
                  </a:moveTo>
                  <a:lnTo>
                    <a:pt x="22896" y="615077"/>
                  </a:lnTo>
                  <a:lnTo>
                    <a:pt x="45792" y="598606"/>
                  </a:lnTo>
                  <a:lnTo>
                    <a:pt x="68688" y="582359"/>
                  </a:lnTo>
                  <a:lnTo>
                    <a:pt x="91584" y="566335"/>
                  </a:lnTo>
                  <a:lnTo>
                    <a:pt x="114480" y="550535"/>
                  </a:lnTo>
                  <a:lnTo>
                    <a:pt x="137376" y="534958"/>
                  </a:lnTo>
                  <a:lnTo>
                    <a:pt x="160272" y="519605"/>
                  </a:lnTo>
                  <a:lnTo>
                    <a:pt x="183168" y="504476"/>
                  </a:lnTo>
                  <a:lnTo>
                    <a:pt x="206064" y="489570"/>
                  </a:lnTo>
                  <a:lnTo>
                    <a:pt x="228961" y="474887"/>
                  </a:lnTo>
                  <a:lnTo>
                    <a:pt x="251857" y="460428"/>
                  </a:lnTo>
                  <a:lnTo>
                    <a:pt x="274753" y="446193"/>
                  </a:lnTo>
                  <a:lnTo>
                    <a:pt x="297649" y="432181"/>
                  </a:lnTo>
                  <a:lnTo>
                    <a:pt x="320545" y="418393"/>
                  </a:lnTo>
                  <a:lnTo>
                    <a:pt x="343441" y="404828"/>
                  </a:lnTo>
                  <a:lnTo>
                    <a:pt x="366337" y="391487"/>
                  </a:lnTo>
                  <a:lnTo>
                    <a:pt x="389233" y="378369"/>
                  </a:lnTo>
                  <a:lnTo>
                    <a:pt x="412129" y="365475"/>
                  </a:lnTo>
                  <a:lnTo>
                    <a:pt x="435026" y="352804"/>
                  </a:lnTo>
                  <a:lnTo>
                    <a:pt x="457922" y="340357"/>
                  </a:lnTo>
                  <a:lnTo>
                    <a:pt x="480818" y="328133"/>
                  </a:lnTo>
                  <a:lnTo>
                    <a:pt x="503714" y="316133"/>
                  </a:lnTo>
                  <a:lnTo>
                    <a:pt x="526610" y="304356"/>
                  </a:lnTo>
                  <a:lnTo>
                    <a:pt x="549506" y="292803"/>
                  </a:lnTo>
                  <a:lnTo>
                    <a:pt x="572402" y="281474"/>
                  </a:lnTo>
                  <a:lnTo>
                    <a:pt x="595298" y="270368"/>
                  </a:lnTo>
                  <a:lnTo>
                    <a:pt x="618194" y="259485"/>
                  </a:lnTo>
                  <a:lnTo>
                    <a:pt x="641091" y="248826"/>
                  </a:lnTo>
                  <a:lnTo>
                    <a:pt x="663987" y="238391"/>
                  </a:lnTo>
                  <a:lnTo>
                    <a:pt x="686883" y="228179"/>
                  </a:lnTo>
                  <a:lnTo>
                    <a:pt x="709779" y="218191"/>
                  </a:lnTo>
                  <a:lnTo>
                    <a:pt x="732675" y="208426"/>
                  </a:lnTo>
                  <a:lnTo>
                    <a:pt x="755571" y="198885"/>
                  </a:lnTo>
                  <a:lnTo>
                    <a:pt x="778467" y="189567"/>
                  </a:lnTo>
                  <a:lnTo>
                    <a:pt x="801363" y="180473"/>
                  </a:lnTo>
                  <a:lnTo>
                    <a:pt x="824259" y="171602"/>
                  </a:lnTo>
                  <a:lnTo>
                    <a:pt x="847156" y="162955"/>
                  </a:lnTo>
                  <a:lnTo>
                    <a:pt x="870052" y="154531"/>
                  </a:lnTo>
                  <a:lnTo>
                    <a:pt x="892948" y="146331"/>
                  </a:lnTo>
                  <a:lnTo>
                    <a:pt x="915844" y="138355"/>
                  </a:lnTo>
                  <a:lnTo>
                    <a:pt x="938740" y="130602"/>
                  </a:lnTo>
                  <a:lnTo>
                    <a:pt x="961636" y="123072"/>
                  </a:lnTo>
                  <a:lnTo>
                    <a:pt x="984532" y="115766"/>
                  </a:lnTo>
                  <a:lnTo>
                    <a:pt x="1007428" y="108684"/>
                  </a:lnTo>
                  <a:lnTo>
                    <a:pt x="1030324" y="101825"/>
                  </a:lnTo>
                  <a:lnTo>
                    <a:pt x="1053221" y="95189"/>
                  </a:lnTo>
                  <a:lnTo>
                    <a:pt x="1076117" y="88778"/>
                  </a:lnTo>
                  <a:lnTo>
                    <a:pt x="1099013" y="82589"/>
                  </a:lnTo>
                  <a:lnTo>
                    <a:pt x="1121909" y="76625"/>
                  </a:lnTo>
                  <a:lnTo>
                    <a:pt x="1144805" y="70883"/>
                  </a:lnTo>
                  <a:lnTo>
                    <a:pt x="1167701" y="65366"/>
                  </a:lnTo>
                  <a:lnTo>
                    <a:pt x="1190597" y="60071"/>
                  </a:lnTo>
                  <a:lnTo>
                    <a:pt x="1213493" y="55001"/>
                  </a:lnTo>
                  <a:lnTo>
                    <a:pt x="1236389" y="50154"/>
                  </a:lnTo>
                  <a:lnTo>
                    <a:pt x="1259285" y="45530"/>
                  </a:lnTo>
                  <a:lnTo>
                    <a:pt x="1282182" y="41130"/>
                  </a:lnTo>
                  <a:lnTo>
                    <a:pt x="1305078" y="36953"/>
                  </a:lnTo>
                  <a:lnTo>
                    <a:pt x="1327974" y="33000"/>
                  </a:lnTo>
                  <a:lnTo>
                    <a:pt x="1350870" y="29271"/>
                  </a:lnTo>
                  <a:lnTo>
                    <a:pt x="1373766" y="25765"/>
                  </a:lnTo>
                  <a:lnTo>
                    <a:pt x="1396662" y="22483"/>
                  </a:lnTo>
                  <a:lnTo>
                    <a:pt x="1419558" y="19424"/>
                  </a:lnTo>
                  <a:lnTo>
                    <a:pt x="1442454" y="16588"/>
                  </a:lnTo>
                  <a:lnTo>
                    <a:pt x="1465350" y="13976"/>
                  </a:lnTo>
                  <a:lnTo>
                    <a:pt x="1488247" y="11588"/>
                  </a:lnTo>
                  <a:lnTo>
                    <a:pt x="1511143" y="9423"/>
                  </a:lnTo>
                  <a:lnTo>
                    <a:pt x="1534039" y="7482"/>
                  </a:lnTo>
                  <a:lnTo>
                    <a:pt x="1556935" y="5765"/>
                  </a:lnTo>
                  <a:lnTo>
                    <a:pt x="1579831" y="4270"/>
                  </a:lnTo>
                  <a:lnTo>
                    <a:pt x="1602727" y="3000"/>
                  </a:lnTo>
                  <a:lnTo>
                    <a:pt x="1625623" y="1953"/>
                  </a:lnTo>
                  <a:lnTo>
                    <a:pt x="1648519" y="1129"/>
                  </a:lnTo>
                  <a:lnTo>
                    <a:pt x="1671415" y="529"/>
                  </a:lnTo>
                  <a:lnTo>
                    <a:pt x="1694312" y="152"/>
                  </a:lnTo>
                  <a:lnTo>
                    <a:pt x="1717208" y="0"/>
                  </a:lnTo>
                  <a:lnTo>
                    <a:pt x="1740104" y="70"/>
                  </a:lnTo>
                  <a:lnTo>
                    <a:pt x="1763000" y="364"/>
                  </a:lnTo>
                  <a:lnTo>
                    <a:pt x="1785896" y="882"/>
                  </a:lnTo>
                  <a:lnTo>
                    <a:pt x="1808792" y="1623"/>
                  </a:lnTo>
                </a:path>
              </a:pathLst>
            </a:custGeom>
            <a:ln w="34492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tx2037"/>
            <p:cNvSpPr/>
            <p:nvPr/>
          </p:nvSpPr>
          <p:spPr>
            <a:xfrm>
              <a:off x="5818139" y="4900348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038" name="tx2038"/>
            <p:cNvSpPr/>
            <p:nvPr/>
          </p:nvSpPr>
          <p:spPr>
            <a:xfrm>
              <a:off x="5891885" y="4875462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39" name="tx2039"/>
            <p:cNvSpPr/>
            <p:nvPr/>
          </p:nvSpPr>
          <p:spPr>
            <a:xfrm>
              <a:off x="5926494" y="49639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40" name="tx2040"/>
            <p:cNvSpPr/>
            <p:nvPr/>
          </p:nvSpPr>
          <p:spPr>
            <a:xfrm>
              <a:off x="5950846" y="4937375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041" name="tx2041"/>
            <p:cNvSpPr/>
            <p:nvPr/>
          </p:nvSpPr>
          <p:spPr>
            <a:xfrm>
              <a:off x="6002763" y="49639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42" name="tx2042"/>
            <p:cNvSpPr/>
            <p:nvPr/>
          </p:nvSpPr>
          <p:spPr>
            <a:xfrm>
              <a:off x="6027115" y="489900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2043" name="tx2043"/>
            <p:cNvSpPr/>
            <p:nvPr/>
          </p:nvSpPr>
          <p:spPr>
            <a:xfrm>
              <a:off x="5818139" y="4972642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044" name="tx2044"/>
            <p:cNvSpPr/>
            <p:nvPr/>
          </p:nvSpPr>
          <p:spPr>
            <a:xfrm>
              <a:off x="5891885" y="4947756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45" name="tx2045"/>
            <p:cNvSpPr/>
            <p:nvPr/>
          </p:nvSpPr>
          <p:spPr>
            <a:xfrm>
              <a:off x="5926494" y="5036279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46" name="tx2046"/>
            <p:cNvSpPr/>
            <p:nvPr/>
          </p:nvSpPr>
          <p:spPr>
            <a:xfrm>
              <a:off x="5950846" y="5009670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047" name="tx2047"/>
            <p:cNvSpPr/>
            <p:nvPr/>
          </p:nvSpPr>
          <p:spPr>
            <a:xfrm>
              <a:off x="6002763" y="5036279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48" name="tx2048"/>
            <p:cNvSpPr/>
            <p:nvPr/>
          </p:nvSpPr>
          <p:spPr>
            <a:xfrm>
              <a:off x="6027115" y="4971297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2049" name="pl2049"/>
            <p:cNvSpPr/>
            <p:nvPr/>
          </p:nvSpPr>
          <p:spPr>
            <a:xfrm>
              <a:off x="7796895" y="199864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l2050"/>
            <p:cNvSpPr/>
            <p:nvPr/>
          </p:nvSpPr>
          <p:spPr>
            <a:xfrm>
              <a:off x="7796895" y="1706790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l2051"/>
            <p:cNvSpPr/>
            <p:nvPr/>
          </p:nvSpPr>
          <p:spPr>
            <a:xfrm>
              <a:off x="7796895" y="1414933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l2052"/>
            <p:cNvSpPr/>
            <p:nvPr/>
          </p:nvSpPr>
          <p:spPr>
            <a:xfrm>
              <a:off x="7796895" y="1123076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l2053"/>
            <p:cNvSpPr/>
            <p:nvPr/>
          </p:nvSpPr>
          <p:spPr>
            <a:xfrm>
              <a:off x="7796895" y="831219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l2054"/>
            <p:cNvSpPr/>
            <p:nvPr/>
          </p:nvSpPr>
          <p:spPr>
            <a:xfrm>
              <a:off x="8075751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l2055"/>
            <p:cNvSpPr/>
            <p:nvPr/>
          </p:nvSpPr>
          <p:spPr>
            <a:xfrm>
              <a:off x="8452582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l2056"/>
            <p:cNvSpPr/>
            <p:nvPr/>
          </p:nvSpPr>
          <p:spPr>
            <a:xfrm>
              <a:off x="8829414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9206246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9583078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7796895" y="2144576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7796895" y="1852719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7796895" y="1560862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l2062"/>
            <p:cNvSpPr/>
            <p:nvPr/>
          </p:nvSpPr>
          <p:spPr>
            <a:xfrm>
              <a:off x="7796895" y="126900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l2063"/>
            <p:cNvSpPr/>
            <p:nvPr/>
          </p:nvSpPr>
          <p:spPr>
            <a:xfrm>
              <a:off x="7796895" y="97714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l2064"/>
            <p:cNvSpPr/>
            <p:nvPr/>
          </p:nvSpPr>
          <p:spPr>
            <a:xfrm>
              <a:off x="7887335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l2065"/>
            <p:cNvSpPr/>
            <p:nvPr/>
          </p:nvSpPr>
          <p:spPr>
            <a:xfrm>
              <a:off x="8264166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l2066"/>
            <p:cNvSpPr/>
            <p:nvPr/>
          </p:nvSpPr>
          <p:spPr>
            <a:xfrm>
              <a:off x="8640998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l2067"/>
            <p:cNvSpPr/>
            <p:nvPr/>
          </p:nvSpPr>
          <p:spPr>
            <a:xfrm>
              <a:off x="9017830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9394662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9771494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8621720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862172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8320255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8621720" y="14442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8998552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8395621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8621720" y="13761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7868057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8169522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8772453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8018790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8320255" y="15804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8697087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8018790" y="14637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8621720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8470988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7868057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8923186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8998552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8470988" y="12594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8847819" y="17458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862172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8772453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8621720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877245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8470988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8772453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8395621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9224651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8772453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8621720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8847819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8320255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8697087" y="12983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877245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8470988" y="18042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8697087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8320255" y="15804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8772453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8470988" y="17847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7868057" y="18528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8320255" y="16096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7868057" y="2105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8772453" y="13470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7868057" y="16485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8621720" y="14442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8923186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7868057" y="208638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8772453" y="14345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7868057" y="20669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8018790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8470988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8923186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8320255" y="1872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7868057" y="1872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8320255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8847819" y="16388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8621720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899855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9149285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8772453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8772453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9073919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816952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9073919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8470988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8772453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9073919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8320255" y="18918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8621720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8923186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816952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8320255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877245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8923186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8470988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8621720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8772453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8094156" y="16777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9073919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8395621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8320255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8320255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8621720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9073919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8772453" y="12691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8320255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8320255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8320255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7868057" y="20571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8320255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8697087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9224651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8094156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8470988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8169522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8470988" y="1356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8470988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8470988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8320255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8320255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8320255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8470988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8470988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8395621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8697087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8320255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8018790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8546354" y="15026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8470988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8320255" y="13761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8320255" y="1278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8244889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8018790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8320255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8621720" y="12010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8470988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8320255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8621720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7868057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7868057" y="16875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8395621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8320255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8847819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8018790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8546354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8169522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8470988" y="13275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7868057" y="17847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8470988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8923186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8470988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7868057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8470988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8470988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8169522" y="16485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8546354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8094156" y="15221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7868057" y="20669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8169522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8018790" y="18042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8018790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7868057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7868057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8546354" y="15318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7868057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8772453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8320255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7868057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8018790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8470988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7868057" y="19793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7868057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8320255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8018790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7868057" y="18918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8169522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8320255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8470988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8320255" y="18042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7868057" y="16875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877245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8320255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7868057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8320255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8320255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8320255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8621720" y="16875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7868057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877245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9224651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8621720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8621720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7868057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7868057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877245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8169522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801879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8470988" y="17264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8772453" y="15221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8470988" y="16388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8470988" y="14151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8621720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8470988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7868057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7868057" y="15902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7868057" y="18626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8621720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8621720" y="1278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8697087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899855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7868057" y="18626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8470988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7868057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8621720" y="15026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9224651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8320255" y="15221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7868057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8395621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9224651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7868057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8320255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8395621" y="12594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8772453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8546354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8018790" y="13470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8772453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9224651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8470988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8772453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8470988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8470988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8621720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8621720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8621720" y="17361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877245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8470988" y="18626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8772453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8772453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8847819" y="1278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8697087" y="12594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8772453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8395621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7868057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8546354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8018790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8772453" y="15902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8621720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8470988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8470988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8244889" y="1356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8621720" y="14734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7868057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8320255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8320255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8470988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8621720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8320255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8320255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8923186" y="15804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8470988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8621720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8169522" y="16096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862172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7868057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8697087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7868057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8320255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8169522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8018790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7868057" y="16972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877245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8169522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8697087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8018790" y="2037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8320255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8018790" y="1288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7868057" y="15318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8169522" y="14345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8169522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8018790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8470988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8018790" y="17264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8772453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7868057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8395621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8320255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8998552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8320255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7868057" y="1969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8320255" y="14151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899855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7868057" y="16096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8169522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8244889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8018790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8320255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8320255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8546354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8697087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8998552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8169522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8320255" y="16972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8621720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8772453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877245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8320255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8169522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7943423" y="17264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862172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7868057" y="17653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7868057" y="17945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8621720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7868057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7868057" y="1959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8546354" y="1288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8772453" y="14345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8470988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8320255" y="17069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7868057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7868057" y="1288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8470988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8621720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8772453" y="1356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7868057" y="195018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8621720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7868057" y="11329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8772453" y="1356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7868057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8320255" y="15221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8320255" y="1901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8169522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8470988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7868057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8320255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8320255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8546354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8772453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7868057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8772453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8923186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7868057" y="2047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8320255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8094156" y="18237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7868057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7868057" y="18820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8772453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7868057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8320255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8923186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7868057" y="16972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7868057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8169522" y="12497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786805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7868057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7868057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8395621" y="17264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8018790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7868057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8320255" y="2037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8018790" y="16388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8018790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8018790" y="1444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8320255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8320255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8772453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8923186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8169522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7868057" y="18334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8320255" y="16096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8395621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8018790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8923186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8923186" y="16972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8923186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7868057" y="18820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8772453" y="16485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8169522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7868057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8320255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7868057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7868057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8772453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8320255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8470988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7868057" y="20182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8018790" y="16777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7868057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8320255" y="16485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8320255" y="15026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8470988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8621720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7868057" y="18528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8470988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8320255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7868057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8169522" y="17653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7868057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8169522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8847819" y="12691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8470988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8320255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8018790" y="17945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7868057" y="18820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7868057" y="20863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8320255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7868057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8018790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8621720" y="1288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8320255" y="15513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8621720" y="12594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7868057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8169522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786805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8320255" y="15902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8772453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786805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7868057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7868057" y="1989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8772453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8621720" y="1356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8621720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786805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8018790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8169522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8320255" y="16972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8320255" y="17847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8018790" y="1376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8320255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8320255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8169522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8018790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8169522" y="15513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8320255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8320255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8320255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9676849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8018790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8320255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9676849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7868057" y="19793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786805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8018790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8018790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8621720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8470988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7868057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7868057" y="14832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8470988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8018790" y="19793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8169522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7868057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7868057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7943423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8169522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8244889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786805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832025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786805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8018790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8923186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786805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7868057" y="19793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7943423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7868057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8018790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8470988" y="12789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7868057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7868057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7868057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8169522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786805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7868057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8470988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8018790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7868057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7868057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786805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8018790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8621720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8772453" y="12497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8169522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8320255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786805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8320255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8320255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7868057" y="17556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8470988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7868057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7868057" y="20182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786805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8470988" y="11329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8018790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7868057" y="17069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7868057" y="20863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7868057" y="20280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8169522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8470988" y="18334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7868057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7868057" y="20085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8320255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8470988" y="1434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8169522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8169522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8018790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7868057" y="20085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7868057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7868057" y="17556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8169522" y="16680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8169522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8320255" y="12789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8621720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8470988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7868057" y="2057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7868057" y="20085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8470988" y="13178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7868057" y="19209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8320255" y="17847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8320255" y="14929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8018790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9073919" y="13178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7868057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8320255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8320255" y="17653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7868057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816952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8169522" y="16680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7868057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8018790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7868057" y="1843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8772453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8772453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8169522" y="15610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8320255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8320255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8320255" y="1376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8169522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8244889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8320255" y="18918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8923186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8470988" y="1434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8320255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832025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7868057" y="15610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786805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8923186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8470988" y="15902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8320255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8923186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8621720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7943423" y="1843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7868057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816952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8772453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7868057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8169522" y="19209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8470988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8320255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8772453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8018790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7868057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7868057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8320255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8018790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8470988" y="1444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816952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8244889" y="1376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7868057" y="17361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8621720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8320255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816952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8018790" y="18237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816952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8320255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8470988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8169522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7868057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786805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8320255" y="17945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8621720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8395621" y="15318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8169522" y="1969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8018790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8018790" y="2037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8094156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8470988" y="14637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7868057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786805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7868057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7868057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8320255" y="19209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8018790" y="16680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7943423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7868057" y="1969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7868057" y="14637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8923186" y="11329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8320255" y="13470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7868057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7868057" y="1989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8320255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786805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8169522" y="15318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816952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786805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7868057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8169522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8018790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7868057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8470988" y="14637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8395621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8320255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8772453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8470988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8697087" y="12691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8470988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8320255" y="17361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8621720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8470988" y="18139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832025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8697087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7868057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8697087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7868057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8169522" y="1969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7868057" y="2076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786805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8470988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8546354" y="16096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8470988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7868057" y="18139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7868057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8018790" y="14832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7868057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816952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786805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8018790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7868057" y="2115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8320255" y="15221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8470988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8320255" y="16388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8621720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7868057" y="18334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8094156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8923186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8546354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8470988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8621720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8772453" y="1434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7868057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8320255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8320255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7868057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7868057" y="17264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786805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7868057" y="1843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7868057" y="2047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8094156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7868057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7868057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8772453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7868057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8320255" y="17847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g2712"/>
            <p:cNvSpPr/>
            <p:nvPr/>
          </p:nvSpPr>
          <p:spPr>
            <a:xfrm>
              <a:off x="7887335" y="830135"/>
              <a:ext cx="1808792" cy="1044556"/>
            </a:xfrm>
            <a:custGeom>
              <a:avLst/>
              <a:pathLst>
                <a:path w="1808792" h="1044556">
                  <a:moveTo>
                    <a:pt x="0" y="972854"/>
                  </a:moveTo>
                  <a:lnTo>
                    <a:pt x="22896" y="962537"/>
                  </a:lnTo>
                  <a:lnTo>
                    <a:pt x="45792" y="952025"/>
                  </a:lnTo>
                  <a:lnTo>
                    <a:pt x="68688" y="941308"/>
                  </a:lnTo>
                  <a:lnTo>
                    <a:pt x="91584" y="930380"/>
                  </a:lnTo>
                  <a:lnTo>
                    <a:pt x="114480" y="919240"/>
                  </a:lnTo>
                  <a:lnTo>
                    <a:pt x="137376" y="907894"/>
                  </a:lnTo>
                  <a:lnTo>
                    <a:pt x="160272" y="896353"/>
                  </a:lnTo>
                  <a:lnTo>
                    <a:pt x="183168" y="884639"/>
                  </a:lnTo>
                  <a:lnTo>
                    <a:pt x="206064" y="872778"/>
                  </a:lnTo>
                  <a:lnTo>
                    <a:pt x="228961" y="860799"/>
                  </a:lnTo>
                  <a:lnTo>
                    <a:pt x="251857" y="848735"/>
                  </a:lnTo>
                  <a:lnTo>
                    <a:pt x="274753" y="836617"/>
                  </a:lnTo>
                  <a:lnTo>
                    <a:pt x="297649" y="824476"/>
                  </a:lnTo>
                  <a:lnTo>
                    <a:pt x="320545" y="812339"/>
                  </a:lnTo>
                  <a:lnTo>
                    <a:pt x="343441" y="800228"/>
                  </a:lnTo>
                  <a:lnTo>
                    <a:pt x="366337" y="788163"/>
                  </a:lnTo>
                  <a:lnTo>
                    <a:pt x="389233" y="776160"/>
                  </a:lnTo>
                  <a:lnTo>
                    <a:pt x="412129" y="764230"/>
                  </a:lnTo>
                  <a:lnTo>
                    <a:pt x="435026" y="752383"/>
                  </a:lnTo>
                  <a:lnTo>
                    <a:pt x="457922" y="740625"/>
                  </a:lnTo>
                  <a:lnTo>
                    <a:pt x="480818" y="728961"/>
                  </a:lnTo>
                  <a:lnTo>
                    <a:pt x="503714" y="717391"/>
                  </a:lnTo>
                  <a:lnTo>
                    <a:pt x="526610" y="705916"/>
                  </a:lnTo>
                  <a:lnTo>
                    <a:pt x="549506" y="694533"/>
                  </a:lnTo>
                  <a:lnTo>
                    <a:pt x="572402" y="683238"/>
                  </a:lnTo>
                  <a:lnTo>
                    <a:pt x="595298" y="672025"/>
                  </a:lnTo>
                  <a:lnTo>
                    <a:pt x="618194" y="660888"/>
                  </a:lnTo>
                  <a:lnTo>
                    <a:pt x="641091" y="649817"/>
                  </a:lnTo>
                  <a:lnTo>
                    <a:pt x="663987" y="638804"/>
                  </a:lnTo>
                  <a:lnTo>
                    <a:pt x="686883" y="627836"/>
                  </a:lnTo>
                  <a:lnTo>
                    <a:pt x="709779" y="616902"/>
                  </a:lnTo>
                  <a:lnTo>
                    <a:pt x="732675" y="605988"/>
                  </a:lnTo>
                  <a:lnTo>
                    <a:pt x="755571" y="595081"/>
                  </a:lnTo>
                  <a:lnTo>
                    <a:pt x="778467" y="584167"/>
                  </a:lnTo>
                  <a:lnTo>
                    <a:pt x="801363" y="573232"/>
                  </a:lnTo>
                  <a:lnTo>
                    <a:pt x="824259" y="562260"/>
                  </a:lnTo>
                  <a:lnTo>
                    <a:pt x="847156" y="551241"/>
                  </a:lnTo>
                  <a:lnTo>
                    <a:pt x="870052" y="540159"/>
                  </a:lnTo>
                  <a:lnTo>
                    <a:pt x="892948" y="529005"/>
                  </a:lnTo>
                  <a:lnTo>
                    <a:pt x="915844" y="517768"/>
                  </a:lnTo>
                  <a:lnTo>
                    <a:pt x="938740" y="506439"/>
                  </a:lnTo>
                  <a:lnTo>
                    <a:pt x="961636" y="495011"/>
                  </a:lnTo>
                  <a:lnTo>
                    <a:pt x="984532" y="483478"/>
                  </a:lnTo>
                  <a:lnTo>
                    <a:pt x="1007428" y="471836"/>
                  </a:lnTo>
                  <a:lnTo>
                    <a:pt x="1030324" y="460083"/>
                  </a:lnTo>
                  <a:lnTo>
                    <a:pt x="1053221" y="448215"/>
                  </a:lnTo>
                  <a:lnTo>
                    <a:pt x="1076117" y="436233"/>
                  </a:lnTo>
                  <a:lnTo>
                    <a:pt x="1099013" y="424136"/>
                  </a:lnTo>
                  <a:lnTo>
                    <a:pt x="1121909" y="411924"/>
                  </a:lnTo>
                  <a:lnTo>
                    <a:pt x="1144805" y="399600"/>
                  </a:lnTo>
                  <a:lnTo>
                    <a:pt x="1167701" y="387163"/>
                  </a:lnTo>
                  <a:lnTo>
                    <a:pt x="1190597" y="374616"/>
                  </a:lnTo>
                  <a:lnTo>
                    <a:pt x="1213493" y="361961"/>
                  </a:lnTo>
                  <a:lnTo>
                    <a:pt x="1236389" y="349200"/>
                  </a:lnTo>
                  <a:lnTo>
                    <a:pt x="1259285" y="336333"/>
                  </a:lnTo>
                  <a:lnTo>
                    <a:pt x="1282182" y="323365"/>
                  </a:lnTo>
                  <a:lnTo>
                    <a:pt x="1305078" y="310295"/>
                  </a:lnTo>
                  <a:lnTo>
                    <a:pt x="1327974" y="297126"/>
                  </a:lnTo>
                  <a:lnTo>
                    <a:pt x="1350870" y="283861"/>
                  </a:lnTo>
                  <a:lnTo>
                    <a:pt x="1373766" y="270499"/>
                  </a:lnTo>
                  <a:lnTo>
                    <a:pt x="1396662" y="257044"/>
                  </a:lnTo>
                  <a:lnTo>
                    <a:pt x="1419558" y="243495"/>
                  </a:lnTo>
                  <a:lnTo>
                    <a:pt x="1442454" y="229856"/>
                  </a:lnTo>
                  <a:lnTo>
                    <a:pt x="1465350" y="216126"/>
                  </a:lnTo>
                  <a:lnTo>
                    <a:pt x="1488247" y="202308"/>
                  </a:lnTo>
                  <a:lnTo>
                    <a:pt x="1511143" y="188402"/>
                  </a:lnTo>
                  <a:lnTo>
                    <a:pt x="1534039" y="174409"/>
                  </a:lnTo>
                  <a:lnTo>
                    <a:pt x="1556935" y="160330"/>
                  </a:lnTo>
                  <a:lnTo>
                    <a:pt x="1579831" y="146166"/>
                  </a:lnTo>
                  <a:lnTo>
                    <a:pt x="1602727" y="131918"/>
                  </a:lnTo>
                  <a:lnTo>
                    <a:pt x="1625623" y="117586"/>
                  </a:lnTo>
                  <a:lnTo>
                    <a:pt x="1648519" y="103172"/>
                  </a:lnTo>
                  <a:lnTo>
                    <a:pt x="1671415" y="88675"/>
                  </a:lnTo>
                  <a:lnTo>
                    <a:pt x="1694312" y="74097"/>
                  </a:lnTo>
                  <a:lnTo>
                    <a:pt x="1717208" y="59438"/>
                  </a:lnTo>
                  <a:lnTo>
                    <a:pt x="1740104" y="44698"/>
                  </a:lnTo>
                  <a:lnTo>
                    <a:pt x="1763000" y="29878"/>
                  </a:lnTo>
                  <a:lnTo>
                    <a:pt x="1785896" y="14978"/>
                  </a:lnTo>
                  <a:lnTo>
                    <a:pt x="1808792" y="0"/>
                  </a:lnTo>
                  <a:lnTo>
                    <a:pt x="1808792" y="482521"/>
                  </a:lnTo>
                  <a:lnTo>
                    <a:pt x="1785896" y="481286"/>
                  </a:lnTo>
                  <a:lnTo>
                    <a:pt x="1763000" y="480277"/>
                  </a:lnTo>
                  <a:lnTo>
                    <a:pt x="1740104" y="479492"/>
                  </a:lnTo>
                  <a:lnTo>
                    <a:pt x="1717208" y="478934"/>
                  </a:lnTo>
                  <a:lnTo>
                    <a:pt x="1694312" y="478602"/>
                  </a:lnTo>
                  <a:lnTo>
                    <a:pt x="1671415" y="478497"/>
                  </a:lnTo>
                  <a:lnTo>
                    <a:pt x="1648519" y="478619"/>
                  </a:lnTo>
                  <a:lnTo>
                    <a:pt x="1625623" y="478970"/>
                  </a:lnTo>
                  <a:lnTo>
                    <a:pt x="1602727" y="479548"/>
                  </a:lnTo>
                  <a:lnTo>
                    <a:pt x="1579831" y="480356"/>
                  </a:lnTo>
                  <a:lnTo>
                    <a:pt x="1556935" y="481394"/>
                  </a:lnTo>
                  <a:lnTo>
                    <a:pt x="1534039" y="482663"/>
                  </a:lnTo>
                  <a:lnTo>
                    <a:pt x="1511143" y="484164"/>
                  </a:lnTo>
                  <a:lnTo>
                    <a:pt x="1488247" y="485896"/>
                  </a:lnTo>
                  <a:lnTo>
                    <a:pt x="1465350" y="487863"/>
                  </a:lnTo>
                  <a:lnTo>
                    <a:pt x="1442454" y="490064"/>
                  </a:lnTo>
                  <a:lnTo>
                    <a:pt x="1419558" y="492501"/>
                  </a:lnTo>
                  <a:lnTo>
                    <a:pt x="1396662" y="495175"/>
                  </a:lnTo>
                  <a:lnTo>
                    <a:pt x="1373766" y="498088"/>
                  </a:lnTo>
                  <a:lnTo>
                    <a:pt x="1350870" y="501240"/>
                  </a:lnTo>
                  <a:lnTo>
                    <a:pt x="1327974" y="504634"/>
                  </a:lnTo>
                  <a:lnTo>
                    <a:pt x="1305078" y="508270"/>
                  </a:lnTo>
                  <a:lnTo>
                    <a:pt x="1282182" y="512152"/>
                  </a:lnTo>
                  <a:lnTo>
                    <a:pt x="1259285" y="516280"/>
                  </a:lnTo>
                  <a:lnTo>
                    <a:pt x="1236389" y="520656"/>
                  </a:lnTo>
                  <a:lnTo>
                    <a:pt x="1213493" y="525283"/>
                  </a:lnTo>
                  <a:lnTo>
                    <a:pt x="1190597" y="530162"/>
                  </a:lnTo>
                  <a:lnTo>
                    <a:pt x="1167701" y="535295"/>
                  </a:lnTo>
                  <a:lnTo>
                    <a:pt x="1144805" y="540684"/>
                  </a:lnTo>
                  <a:lnTo>
                    <a:pt x="1121909" y="546331"/>
                  </a:lnTo>
                  <a:lnTo>
                    <a:pt x="1099013" y="552236"/>
                  </a:lnTo>
                  <a:lnTo>
                    <a:pt x="1076117" y="558402"/>
                  </a:lnTo>
                  <a:lnTo>
                    <a:pt x="1053221" y="564829"/>
                  </a:lnTo>
                  <a:lnTo>
                    <a:pt x="1030324" y="571515"/>
                  </a:lnTo>
                  <a:lnTo>
                    <a:pt x="1007428" y="578462"/>
                  </a:lnTo>
                  <a:lnTo>
                    <a:pt x="984532" y="585666"/>
                  </a:lnTo>
                  <a:lnTo>
                    <a:pt x="961636" y="593125"/>
                  </a:lnTo>
                  <a:lnTo>
                    <a:pt x="938740" y="600835"/>
                  </a:lnTo>
                  <a:lnTo>
                    <a:pt x="915844" y="608789"/>
                  </a:lnTo>
                  <a:lnTo>
                    <a:pt x="892948" y="616981"/>
                  </a:lnTo>
                  <a:lnTo>
                    <a:pt x="870052" y="625401"/>
                  </a:lnTo>
                  <a:lnTo>
                    <a:pt x="847156" y="634040"/>
                  </a:lnTo>
                  <a:lnTo>
                    <a:pt x="824259" y="642887"/>
                  </a:lnTo>
                  <a:lnTo>
                    <a:pt x="801363" y="651928"/>
                  </a:lnTo>
                  <a:lnTo>
                    <a:pt x="778467" y="661150"/>
                  </a:lnTo>
                  <a:lnTo>
                    <a:pt x="755571" y="670539"/>
                  </a:lnTo>
                  <a:lnTo>
                    <a:pt x="732675" y="680082"/>
                  </a:lnTo>
                  <a:lnTo>
                    <a:pt x="709779" y="689763"/>
                  </a:lnTo>
                  <a:lnTo>
                    <a:pt x="686883" y="699570"/>
                  </a:lnTo>
                  <a:lnTo>
                    <a:pt x="663987" y="709489"/>
                  </a:lnTo>
                  <a:lnTo>
                    <a:pt x="641091" y="719507"/>
                  </a:lnTo>
                  <a:lnTo>
                    <a:pt x="618194" y="729615"/>
                  </a:lnTo>
                  <a:lnTo>
                    <a:pt x="595298" y="739802"/>
                  </a:lnTo>
                  <a:lnTo>
                    <a:pt x="572402" y="750059"/>
                  </a:lnTo>
                  <a:lnTo>
                    <a:pt x="549506" y="760379"/>
                  </a:lnTo>
                  <a:lnTo>
                    <a:pt x="526610" y="770757"/>
                  </a:lnTo>
                  <a:lnTo>
                    <a:pt x="503714" y="781189"/>
                  </a:lnTo>
                  <a:lnTo>
                    <a:pt x="480818" y="791672"/>
                  </a:lnTo>
                  <a:lnTo>
                    <a:pt x="457922" y="802206"/>
                  </a:lnTo>
                  <a:lnTo>
                    <a:pt x="435026" y="812792"/>
                  </a:lnTo>
                  <a:lnTo>
                    <a:pt x="412129" y="823435"/>
                  </a:lnTo>
                  <a:lnTo>
                    <a:pt x="389233" y="834141"/>
                  </a:lnTo>
                  <a:lnTo>
                    <a:pt x="366337" y="844919"/>
                  </a:lnTo>
                  <a:lnTo>
                    <a:pt x="343441" y="855782"/>
                  </a:lnTo>
                  <a:lnTo>
                    <a:pt x="320545" y="866744"/>
                  </a:lnTo>
                  <a:lnTo>
                    <a:pt x="297649" y="877825"/>
                  </a:lnTo>
                  <a:lnTo>
                    <a:pt x="274753" y="889049"/>
                  </a:lnTo>
                  <a:lnTo>
                    <a:pt x="251857" y="900442"/>
                  </a:lnTo>
                  <a:lnTo>
                    <a:pt x="228961" y="912034"/>
                  </a:lnTo>
                  <a:lnTo>
                    <a:pt x="206064" y="923857"/>
                  </a:lnTo>
                  <a:lnTo>
                    <a:pt x="183168" y="935943"/>
                  </a:lnTo>
                  <a:lnTo>
                    <a:pt x="160272" y="948322"/>
                  </a:lnTo>
                  <a:lnTo>
                    <a:pt x="137376" y="961021"/>
                  </a:lnTo>
                  <a:lnTo>
                    <a:pt x="114480" y="974059"/>
                  </a:lnTo>
                  <a:lnTo>
                    <a:pt x="91584" y="987450"/>
                  </a:lnTo>
                  <a:lnTo>
                    <a:pt x="68688" y="1001199"/>
                  </a:lnTo>
                  <a:lnTo>
                    <a:pt x="45792" y="1015304"/>
                  </a:lnTo>
                  <a:lnTo>
                    <a:pt x="22896" y="1029760"/>
                  </a:lnTo>
                  <a:lnTo>
                    <a:pt x="0" y="104455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13" name="pl2713"/>
            <p:cNvSpPr/>
            <p:nvPr/>
          </p:nvSpPr>
          <p:spPr>
            <a:xfrm>
              <a:off x="7887335" y="830135"/>
              <a:ext cx="1808792" cy="972854"/>
            </a:xfrm>
            <a:custGeom>
              <a:avLst/>
              <a:pathLst>
                <a:path w="1808792" h="972854">
                  <a:moveTo>
                    <a:pt x="0" y="972854"/>
                  </a:moveTo>
                  <a:lnTo>
                    <a:pt x="22896" y="962537"/>
                  </a:lnTo>
                  <a:lnTo>
                    <a:pt x="45792" y="952025"/>
                  </a:lnTo>
                  <a:lnTo>
                    <a:pt x="68688" y="941308"/>
                  </a:lnTo>
                  <a:lnTo>
                    <a:pt x="91584" y="930380"/>
                  </a:lnTo>
                  <a:lnTo>
                    <a:pt x="114480" y="919240"/>
                  </a:lnTo>
                  <a:lnTo>
                    <a:pt x="137376" y="907894"/>
                  </a:lnTo>
                  <a:lnTo>
                    <a:pt x="160272" y="896353"/>
                  </a:lnTo>
                  <a:lnTo>
                    <a:pt x="183168" y="884639"/>
                  </a:lnTo>
                  <a:lnTo>
                    <a:pt x="206064" y="872778"/>
                  </a:lnTo>
                  <a:lnTo>
                    <a:pt x="228961" y="860799"/>
                  </a:lnTo>
                  <a:lnTo>
                    <a:pt x="251857" y="848735"/>
                  </a:lnTo>
                  <a:lnTo>
                    <a:pt x="274753" y="836617"/>
                  </a:lnTo>
                  <a:lnTo>
                    <a:pt x="297649" y="824476"/>
                  </a:lnTo>
                  <a:lnTo>
                    <a:pt x="320545" y="812339"/>
                  </a:lnTo>
                  <a:lnTo>
                    <a:pt x="343441" y="800228"/>
                  </a:lnTo>
                  <a:lnTo>
                    <a:pt x="366337" y="788163"/>
                  </a:lnTo>
                  <a:lnTo>
                    <a:pt x="389233" y="776160"/>
                  </a:lnTo>
                  <a:lnTo>
                    <a:pt x="412129" y="764230"/>
                  </a:lnTo>
                  <a:lnTo>
                    <a:pt x="435026" y="752383"/>
                  </a:lnTo>
                  <a:lnTo>
                    <a:pt x="457922" y="740625"/>
                  </a:lnTo>
                  <a:lnTo>
                    <a:pt x="480818" y="728961"/>
                  </a:lnTo>
                  <a:lnTo>
                    <a:pt x="503714" y="717391"/>
                  </a:lnTo>
                  <a:lnTo>
                    <a:pt x="526610" y="705916"/>
                  </a:lnTo>
                  <a:lnTo>
                    <a:pt x="549506" y="694533"/>
                  </a:lnTo>
                  <a:lnTo>
                    <a:pt x="572402" y="683238"/>
                  </a:lnTo>
                  <a:lnTo>
                    <a:pt x="595298" y="672025"/>
                  </a:lnTo>
                  <a:lnTo>
                    <a:pt x="618194" y="660888"/>
                  </a:lnTo>
                  <a:lnTo>
                    <a:pt x="641091" y="649817"/>
                  </a:lnTo>
                  <a:lnTo>
                    <a:pt x="663987" y="638804"/>
                  </a:lnTo>
                  <a:lnTo>
                    <a:pt x="686883" y="627836"/>
                  </a:lnTo>
                  <a:lnTo>
                    <a:pt x="709779" y="616902"/>
                  </a:lnTo>
                  <a:lnTo>
                    <a:pt x="732675" y="605988"/>
                  </a:lnTo>
                  <a:lnTo>
                    <a:pt x="755571" y="595081"/>
                  </a:lnTo>
                  <a:lnTo>
                    <a:pt x="778467" y="584167"/>
                  </a:lnTo>
                  <a:lnTo>
                    <a:pt x="801363" y="573232"/>
                  </a:lnTo>
                  <a:lnTo>
                    <a:pt x="824259" y="562260"/>
                  </a:lnTo>
                  <a:lnTo>
                    <a:pt x="847156" y="551241"/>
                  </a:lnTo>
                  <a:lnTo>
                    <a:pt x="870052" y="540159"/>
                  </a:lnTo>
                  <a:lnTo>
                    <a:pt x="892948" y="529005"/>
                  </a:lnTo>
                  <a:lnTo>
                    <a:pt x="915844" y="517768"/>
                  </a:lnTo>
                  <a:lnTo>
                    <a:pt x="938740" y="506439"/>
                  </a:lnTo>
                  <a:lnTo>
                    <a:pt x="961636" y="495011"/>
                  </a:lnTo>
                  <a:lnTo>
                    <a:pt x="984532" y="483478"/>
                  </a:lnTo>
                  <a:lnTo>
                    <a:pt x="1007428" y="471836"/>
                  </a:lnTo>
                  <a:lnTo>
                    <a:pt x="1030324" y="460083"/>
                  </a:lnTo>
                  <a:lnTo>
                    <a:pt x="1053221" y="448215"/>
                  </a:lnTo>
                  <a:lnTo>
                    <a:pt x="1076117" y="436233"/>
                  </a:lnTo>
                  <a:lnTo>
                    <a:pt x="1099013" y="424136"/>
                  </a:lnTo>
                  <a:lnTo>
                    <a:pt x="1121909" y="411924"/>
                  </a:lnTo>
                  <a:lnTo>
                    <a:pt x="1144805" y="399600"/>
                  </a:lnTo>
                  <a:lnTo>
                    <a:pt x="1167701" y="387163"/>
                  </a:lnTo>
                  <a:lnTo>
                    <a:pt x="1190597" y="374616"/>
                  </a:lnTo>
                  <a:lnTo>
                    <a:pt x="1213493" y="361961"/>
                  </a:lnTo>
                  <a:lnTo>
                    <a:pt x="1236389" y="349200"/>
                  </a:lnTo>
                  <a:lnTo>
                    <a:pt x="1259285" y="336333"/>
                  </a:lnTo>
                  <a:lnTo>
                    <a:pt x="1282182" y="323365"/>
                  </a:lnTo>
                  <a:lnTo>
                    <a:pt x="1305078" y="310295"/>
                  </a:lnTo>
                  <a:lnTo>
                    <a:pt x="1327974" y="297126"/>
                  </a:lnTo>
                  <a:lnTo>
                    <a:pt x="1350870" y="283861"/>
                  </a:lnTo>
                  <a:lnTo>
                    <a:pt x="1373766" y="270499"/>
                  </a:lnTo>
                  <a:lnTo>
                    <a:pt x="1396662" y="257044"/>
                  </a:lnTo>
                  <a:lnTo>
                    <a:pt x="1419558" y="243495"/>
                  </a:lnTo>
                  <a:lnTo>
                    <a:pt x="1442454" y="229856"/>
                  </a:lnTo>
                  <a:lnTo>
                    <a:pt x="1465350" y="216126"/>
                  </a:lnTo>
                  <a:lnTo>
                    <a:pt x="1488247" y="202308"/>
                  </a:lnTo>
                  <a:lnTo>
                    <a:pt x="1511143" y="188402"/>
                  </a:lnTo>
                  <a:lnTo>
                    <a:pt x="1534039" y="174409"/>
                  </a:lnTo>
                  <a:lnTo>
                    <a:pt x="1556935" y="160330"/>
                  </a:lnTo>
                  <a:lnTo>
                    <a:pt x="1579831" y="146166"/>
                  </a:lnTo>
                  <a:lnTo>
                    <a:pt x="1602727" y="131918"/>
                  </a:lnTo>
                  <a:lnTo>
                    <a:pt x="1625623" y="117586"/>
                  </a:lnTo>
                  <a:lnTo>
                    <a:pt x="1648519" y="103172"/>
                  </a:lnTo>
                  <a:lnTo>
                    <a:pt x="1671415" y="88675"/>
                  </a:lnTo>
                  <a:lnTo>
                    <a:pt x="1694312" y="74097"/>
                  </a:lnTo>
                  <a:lnTo>
                    <a:pt x="1717208" y="59438"/>
                  </a:lnTo>
                  <a:lnTo>
                    <a:pt x="1740104" y="44698"/>
                  </a:lnTo>
                  <a:lnTo>
                    <a:pt x="1763000" y="29878"/>
                  </a:lnTo>
                  <a:lnTo>
                    <a:pt x="1785896" y="14978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14" name="pl2714"/>
            <p:cNvSpPr/>
            <p:nvPr/>
          </p:nvSpPr>
          <p:spPr>
            <a:xfrm>
              <a:off x="7887335" y="1308632"/>
              <a:ext cx="1808792" cy="566059"/>
            </a:xfrm>
            <a:custGeom>
              <a:avLst/>
              <a:pathLst>
                <a:path w="1808792" h="566059">
                  <a:moveTo>
                    <a:pt x="1808792" y="4023"/>
                  </a:moveTo>
                  <a:lnTo>
                    <a:pt x="1785896" y="2788"/>
                  </a:lnTo>
                  <a:lnTo>
                    <a:pt x="1763000" y="1779"/>
                  </a:lnTo>
                  <a:lnTo>
                    <a:pt x="1740104" y="995"/>
                  </a:lnTo>
                  <a:lnTo>
                    <a:pt x="1717208" y="437"/>
                  </a:lnTo>
                  <a:lnTo>
                    <a:pt x="1694312" y="105"/>
                  </a:lnTo>
                  <a:lnTo>
                    <a:pt x="1671415" y="0"/>
                  </a:lnTo>
                  <a:lnTo>
                    <a:pt x="1648519" y="122"/>
                  </a:lnTo>
                  <a:lnTo>
                    <a:pt x="1625623" y="472"/>
                  </a:lnTo>
                  <a:lnTo>
                    <a:pt x="1602727" y="1051"/>
                  </a:lnTo>
                  <a:lnTo>
                    <a:pt x="1579831" y="1859"/>
                  </a:lnTo>
                  <a:lnTo>
                    <a:pt x="1556935" y="2897"/>
                  </a:lnTo>
                  <a:lnTo>
                    <a:pt x="1534039" y="4165"/>
                  </a:lnTo>
                  <a:lnTo>
                    <a:pt x="1511143" y="5666"/>
                  </a:lnTo>
                  <a:lnTo>
                    <a:pt x="1488247" y="7399"/>
                  </a:lnTo>
                  <a:lnTo>
                    <a:pt x="1465350" y="9365"/>
                  </a:lnTo>
                  <a:lnTo>
                    <a:pt x="1442454" y="11567"/>
                  </a:lnTo>
                  <a:lnTo>
                    <a:pt x="1419558" y="14004"/>
                  </a:lnTo>
                  <a:lnTo>
                    <a:pt x="1396662" y="16678"/>
                  </a:lnTo>
                  <a:lnTo>
                    <a:pt x="1373766" y="19590"/>
                  </a:lnTo>
                  <a:lnTo>
                    <a:pt x="1350870" y="22742"/>
                  </a:lnTo>
                  <a:lnTo>
                    <a:pt x="1327974" y="26136"/>
                  </a:lnTo>
                  <a:lnTo>
                    <a:pt x="1305078" y="29773"/>
                  </a:lnTo>
                  <a:lnTo>
                    <a:pt x="1282182" y="33654"/>
                  </a:lnTo>
                  <a:lnTo>
                    <a:pt x="1259285" y="37782"/>
                  </a:lnTo>
                  <a:lnTo>
                    <a:pt x="1236389" y="42159"/>
                  </a:lnTo>
                  <a:lnTo>
                    <a:pt x="1213493" y="46785"/>
                  </a:lnTo>
                  <a:lnTo>
                    <a:pt x="1190597" y="51664"/>
                  </a:lnTo>
                  <a:lnTo>
                    <a:pt x="1167701" y="56797"/>
                  </a:lnTo>
                  <a:lnTo>
                    <a:pt x="1144805" y="62186"/>
                  </a:lnTo>
                  <a:lnTo>
                    <a:pt x="1121909" y="67833"/>
                  </a:lnTo>
                  <a:lnTo>
                    <a:pt x="1099013" y="73739"/>
                  </a:lnTo>
                  <a:lnTo>
                    <a:pt x="1076117" y="79905"/>
                  </a:lnTo>
                  <a:lnTo>
                    <a:pt x="1053221" y="86331"/>
                  </a:lnTo>
                  <a:lnTo>
                    <a:pt x="1030324" y="93018"/>
                  </a:lnTo>
                  <a:lnTo>
                    <a:pt x="1007428" y="99964"/>
                  </a:lnTo>
                  <a:lnTo>
                    <a:pt x="984532" y="107169"/>
                  </a:lnTo>
                  <a:lnTo>
                    <a:pt x="961636" y="114628"/>
                  </a:lnTo>
                  <a:lnTo>
                    <a:pt x="938740" y="122337"/>
                  </a:lnTo>
                  <a:lnTo>
                    <a:pt x="915844" y="130291"/>
                  </a:lnTo>
                  <a:lnTo>
                    <a:pt x="892948" y="138483"/>
                  </a:lnTo>
                  <a:lnTo>
                    <a:pt x="870052" y="146904"/>
                  </a:lnTo>
                  <a:lnTo>
                    <a:pt x="847156" y="155543"/>
                  </a:lnTo>
                  <a:lnTo>
                    <a:pt x="824259" y="164389"/>
                  </a:lnTo>
                  <a:lnTo>
                    <a:pt x="801363" y="173430"/>
                  </a:lnTo>
                  <a:lnTo>
                    <a:pt x="778467" y="182652"/>
                  </a:lnTo>
                  <a:lnTo>
                    <a:pt x="755571" y="192042"/>
                  </a:lnTo>
                  <a:lnTo>
                    <a:pt x="732675" y="201584"/>
                  </a:lnTo>
                  <a:lnTo>
                    <a:pt x="709779" y="211265"/>
                  </a:lnTo>
                  <a:lnTo>
                    <a:pt x="686883" y="221072"/>
                  </a:lnTo>
                  <a:lnTo>
                    <a:pt x="663987" y="230991"/>
                  </a:lnTo>
                  <a:lnTo>
                    <a:pt x="641091" y="241010"/>
                  </a:lnTo>
                  <a:lnTo>
                    <a:pt x="618194" y="251117"/>
                  </a:lnTo>
                  <a:lnTo>
                    <a:pt x="595298" y="261304"/>
                  </a:lnTo>
                  <a:lnTo>
                    <a:pt x="572402" y="271561"/>
                  </a:lnTo>
                  <a:lnTo>
                    <a:pt x="549506" y="281882"/>
                  </a:lnTo>
                  <a:lnTo>
                    <a:pt x="526610" y="292260"/>
                  </a:lnTo>
                  <a:lnTo>
                    <a:pt x="503714" y="302691"/>
                  </a:lnTo>
                  <a:lnTo>
                    <a:pt x="480818" y="313174"/>
                  </a:lnTo>
                  <a:lnTo>
                    <a:pt x="457922" y="323708"/>
                  </a:lnTo>
                  <a:lnTo>
                    <a:pt x="435026" y="334295"/>
                  </a:lnTo>
                  <a:lnTo>
                    <a:pt x="412129" y="344938"/>
                  </a:lnTo>
                  <a:lnTo>
                    <a:pt x="389233" y="355644"/>
                  </a:lnTo>
                  <a:lnTo>
                    <a:pt x="366337" y="366422"/>
                  </a:lnTo>
                  <a:lnTo>
                    <a:pt x="343441" y="377284"/>
                  </a:lnTo>
                  <a:lnTo>
                    <a:pt x="320545" y="388246"/>
                  </a:lnTo>
                  <a:lnTo>
                    <a:pt x="297649" y="399328"/>
                  </a:lnTo>
                  <a:lnTo>
                    <a:pt x="274753" y="410551"/>
                  </a:lnTo>
                  <a:lnTo>
                    <a:pt x="251857" y="421944"/>
                  </a:lnTo>
                  <a:lnTo>
                    <a:pt x="228961" y="433536"/>
                  </a:lnTo>
                  <a:lnTo>
                    <a:pt x="206064" y="445359"/>
                  </a:lnTo>
                  <a:lnTo>
                    <a:pt x="183168" y="457445"/>
                  </a:lnTo>
                  <a:lnTo>
                    <a:pt x="160272" y="469824"/>
                  </a:lnTo>
                  <a:lnTo>
                    <a:pt x="137376" y="482523"/>
                  </a:lnTo>
                  <a:lnTo>
                    <a:pt x="114480" y="495562"/>
                  </a:lnTo>
                  <a:lnTo>
                    <a:pt x="91584" y="508952"/>
                  </a:lnTo>
                  <a:lnTo>
                    <a:pt x="68688" y="522701"/>
                  </a:lnTo>
                  <a:lnTo>
                    <a:pt x="45792" y="536806"/>
                  </a:lnTo>
                  <a:lnTo>
                    <a:pt x="22896" y="551262"/>
                  </a:lnTo>
                  <a:lnTo>
                    <a:pt x="0" y="5660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15" name="pl2715"/>
            <p:cNvSpPr/>
            <p:nvPr/>
          </p:nvSpPr>
          <p:spPr>
            <a:xfrm>
              <a:off x="7887335" y="1071395"/>
              <a:ext cx="1808792" cy="767445"/>
            </a:xfrm>
            <a:custGeom>
              <a:avLst/>
              <a:pathLst>
                <a:path w="1808792" h="767445">
                  <a:moveTo>
                    <a:pt x="0" y="767445"/>
                  </a:moveTo>
                  <a:lnTo>
                    <a:pt x="22896" y="754888"/>
                  </a:lnTo>
                  <a:lnTo>
                    <a:pt x="45792" y="742404"/>
                  </a:lnTo>
                  <a:lnTo>
                    <a:pt x="68688" y="729993"/>
                  </a:lnTo>
                  <a:lnTo>
                    <a:pt x="91584" y="717654"/>
                  </a:lnTo>
                  <a:lnTo>
                    <a:pt x="114480" y="705389"/>
                  </a:lnTo>
                  <a:lnTo>
                    <a:pt x="137376" y="693197"/>
                  </a:lnTo>
                  <a:lnTo>
                    <a:pt x="160272" y="681077"/>
                  </a:lnTo>
                  <a:lnTo>
                    <a:pt x="183168" y="669030"/>
                  </a:lnTo>
                  <a:lnTo>
                    <a:pt x="206064" y="657057"/>
                  </a:lnTo>
                  <a:lnTo>
                    <a:pt x="228961" y="645156"/>
                  </a:lnTo>
                  <a:lnTo>
                    <a:pt x="251857" y="633328"/>
                  </a:lnTo>
                  <a:lnTo>
                    <a:pt x="274753" y="621573"/>
                  </a:lnTo>
                  <a:lnTo>
                    <a:pt x="297649" y="609890"/>
                  </a:lnTo>
                  <a:lnTo>
                    <a:pt x="320545" y="598281"/>
                  </a:lnTo>
                  <a:lnTo>
                    <a:pt x="343441" y="586744"/>
                  </a:lnTo>
                  <a:lnTo>
                    <a:pt x="366337" y="575281"/>
                  </a:lnTo>
                  <a:lnTo>
                    <a:pt x="389233" y="563890"/>
                  </a:lnTo>
                  <a:lnTo>
                    <a:pt x="412129" y="552572"/>
                  </a:lnTo>
                  <a:lnTo>
                    <a:pt x="435026" y="541327"/>
                  </a:lnTo>
                  <a:lnTo>
                    <a:pt x="457922" y="530155"/>
                  </a:lnTo>
                  <a:lnTo>
                    <a:pt x="480818" y="519056"/>
                  </a:lnTo>
                  <a:lnTo>
                    <a:pt x="503714" y="508029"/>
                  </a:lnTo>
                  <a:lnTo>
                    <a:pt x="526610" y="497076"/>
                  </a:lnTo>
                  <a:lnTo>
                    <a:pt x="549506" y="486195"/>
                  </a:lnTo>
                  <a:lnTo>
                    <a:pt x="572402" y="475388"/>
                  </a:lnTo>
                  <a:lnTo>
                    <a:pt x="595298" y="464653"/>
                  </a:lnTo>
                  <a:lnTo>
                    <a:pt x="618194" y="453991"/>
                  </a:lnTo>
                  <a:lnTo>
                    <a:pt x="641091" y="443402"/>
                  </a:lnTo>
                  <a:lnTo>
                    <a:pt x="663987" y="432886"/>
                  </a:lnTo>
                  <a:lnTo>
                    <a:pt x="686883" y="422442"/>
                  </a:lnTo>
                  <a:lnTo>
                    <a:pt x="709779" y="412072"/>
                  </a:lnTo>
                  <a:lnTo>
                    <a:pt x="732675" y="401774"/>
                  </a:lnTo>
                  <a:lnTo>
                    <a:pt x="755571" y="391550"/>
                  </a:lnTo>
                  <a:lnTo>
                    <a:pt x="778467" y="381398"/>
                  </a:lnTo>
                  <a:lnTo>
                    <a:pt x="801363" y="371319"/>
                  </a:lnTo>
                  <a:lnTo>
                    <a:pt x="824259" y="361313"/>
                  </a:lnTo>
                  <a:lnTo>
                    <a:pt x="847156" y="351380"/>
                  </a:lnTo>
                  <a:lnTo>
                    <a:pt x="870052" y="341520"/>
                  </a:lnTo>
                  <a:lnTo>
                    <a:pt x="892948" y="331732"/>
                  </a:lnTo>
                  <a:lnTo>
                    <a:pt x="915844" y="322018"/>
                  </a:lnTo>
                  <a:lnTo>
                    <a:pt x="938740" y="312376"/>
                  </a:lnTo>
                  <a:lnTo>
                    <a:pt x="961636" y="302807"/>
                  </a:lnTo>
                  <a:lnTo>
                    <a:pt x="984532" y="293312"/>
                  </a:lnTo>
                  <a:lnTo>
                    <a:pt x="1007428" y="283889"/>
                  </a:lnTo>
                  <a:lnTo>
                    <a:pt x="1030324" y="274539"/>
                  </a:lnTo>
                  <a:lnTo>
                    <a:pt x="1053221" y="265261"/>
                  </a:lnTo>
                  <a:lnTo>
                    <a:pt x="1076117" y="256057"/>
                  </a:lnTo>
                  <a:lnTo>
                    <a:pt x="1099013" y="246926"/>
                  </a:lnTo>
                  <a:lnTo>
                    <a:pt x="1121909" y="237867"/>
                  </a:lnTo>
                  <a:lnTo>
                    <a:pt x="1144805" y="228881"/>
                  </a:lnTo>
                  <a:lnTo>
                    <a:pt x="1167701" y="219968"/>
                  </a:lnTo>
                  <a:lnTo>
                    <a:pt x="1190597" y="211129"/>
                  </a:lnTo>
                  <a:lnTo>
                    <a:pt x="1213493" y="202361"/>
                  </a:lnTo>
                  <a:lnTo>
                    <a:pt x="1236389" y="193667"/>
                  </a:lnTo>
                  <a:lnTo>
                    <a:pt x="1259285" y="185046"/>
                  </a:lnTo>
                  <a:lnTo>
                    <a:pt x="1282182" y="176498"/>
                  </a:lnTo>
                  <a:lnTo>
                    <a:pt x="1305078" y="168022"/>
                  </a:lnTo>
                  <a:lnTo>
                    <a:pt x="1327974" y="159619"/>
                  </a:lnTo>
                  <a:lnTo>
                    <a:pt x="1350870" y="151290"/>
                  </a:lnTo>
                  <a:lnTo>
                    <a:pt x="1373766" y="143033"/>
                  </a:lnTo>
                  <a:lnTo>
                    <a:pt x="1396662" y="134849"/>
                  </a:lnTo>
                  <a:lnTo>
                    <a:pt x="1419558" y="126738"/>
                  </a:lnTo>
                  <a:lnTo>
                    <a:pt x="1442454" y="118699"/>
                  </a:lnTo>
                  <a:lnTo>
                    <a:pt x="1465350" y="110734"/>
                  </a:lnTo>
                  <a:lnTo>
                    <a:pt x="1488247" y="102842"/>
                  </a:lnTo>
                  <a:lnTo>
                    <a:pt x="1511143" y="95022"/>
                  </a:lnTo>
                  <a:lnTo>
                    <a:pt x="1534039" y="87275"/>
                  </a:lnTo>
                  <a:lnTo>
                    <a:pt x="1556935" y="79602"/>
                  </a:lnTo>
                  <a:lnTo>
                    <a:pt x="1579831" y="72001"/>
                  </a:lnTo>
                  <a:lnTo>
                    <a:pt x="1602727" y="64472"/>
                  </a:lnTo>
                  <a:lnTo>
                    <a:pt x="1625623" y="57017"/>
                  </a:lnTo>
                  <a:lnTo>
                    <a:pt x="1648519" y="49635"/>
                  </a:lnTo>
                  <a:lnTo>
                    <a:pt x="1671415" y="42326"/>
                  </a:lnTo>
                  <a:lnTo>
                    <a:pt x="1694312" y="35089"/>
                  </a:lnTo>
                  <a:lnTo>
                    <a:pt x="1717208" y="27925"/>
                  </a:lnTo>
                  <a:lnTo>
                    <a:pt x="1740104" y="20835"/>
                  </a:lnTo>
                  <a:lnTo>
                    <a:pt x="1763000" y="13817"/>
                  </a:lnTo>
                  <a:lnTo>
                    <a:pt x="1785896" y="6872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g2716"/>
            <p:cNvSpPr/>
            <p:nvPr/>
          </p:nvSpPr>
          <p:spPr>
            <a:xfrm>
              <a:off x="7887335" y="1173870"/>
              <a:ext cx="1356594" cy="575922"/>
            </a:xfrm>
            <a:custGeom>
              <a:avLst/>
              <a:pathLst>
                <a:path w="1356594" h="575922">
                  <a:moveTo>
                    <a:pt x="0" y="488478"/>
                  </a:moveTo>
                  <a:lnTo>
                    <a:pt x="17172" y="482131"/>
                  </a:lnTo>
                  <a:lnTo>
                    <a:pt x="34344" y="475734"/>
                  </a:lnTo>
                  <a:lnTo>
                    <a:pt x="51516" y="469283"/>
                  </a:lnTo>
                  <a:lnTo>
                    <a:pt x="68688" y="462775"/>
                  </a:lnTo>
                  <a:lnTo>
                    <a:pt x="85860" y="456208"/>
                  </a:lnTo>
                  <a:lnTo>
                    <a:pt x="103032" y="449580"/>
                  </a:lnTo>
                  <a:lnTo>
                    <a:pt x="120204" y="442890"/>
                  </a:lnTo>
                  <a:lnTo>
                    <a:pt x="137376" y="436137"/>
                  </a:lnTo>
                  <a:lnTo>
                    <a:pt x="154548" y="429323"/>
                  </a:lnTo>
                  <a:lnTo>
                    <a:pt x="171720" y="422449"/>
                  </a:lnTo>
                  <a:lnTo>
                    <a:pt x="188892" y="415518"/>
                  </a:lnTo>
                  <a:lnTo>
                    <a:pt x="206064" y="408537"/>
                  </a:lnTo>
                  <a:lnTo>
                    <a:pt x="223237" y="401511"/>
                  </a:lnTo>
                  <a:lnTo>
                    <a:pt x="240409" y="394447"/>
                  </a:lnTo>
                  <a:lnTo>
                    <a:pt x="257581" y="387356"/>
                  </a:lnTo>
                  <a:lnTo>
                    <a:pt x="274753" y="380247"/>
                  </a:lnTo>
                  <a:lnTo>
                    <a:pt x="291925" y="373130"/>
                  </a:lnTo>
                  <a:lnTo>
                    <a:pt x="309097" y="366017"/>
                  </a:lnTo>
                  <a:lnTo>
                    <a:pt x="326269" y="358918"/>
                  </a:lnTo>
                  <a:lnTo>
                    <a:pt x="343441" y="351843"/>
                  </a:lnTo>
                  <a:lnTo>
                    <a:pt x="360613" y="344804"/>
                  </a:lnTo>
                  <a:lnTo>
                    <a:pt x="377785" y="337808"/>
                  </a:lnTo>
                  <a:lnTo>
                    <a:pt x="394957" y="330865"/>
                  </a:lnTo>
                  <a:lnTo>
                    <a:pt x="412129" y="323983"/>
                  </a:lnTo>
                  <a:lnTo>
                    <a:pt x="429302" y="317168"/>
                  </a:lnTo>
                  <a:lnTo>
                    <a:pt x="446474" y="310427"/>
                  </a:lnTo>
                  <a:lnTo>
                    <a:pt x="463646" y="303763"/>
                  </a:lnTo>
                  <a:lnTo>
                    <a:pt x="480818" y="297182"/>
                  </a:lnTo>
                  <a:lnTo>
                    <a:pt x="497990" y="290687"/>
                  </a:lnTo>
                  <a:lnTo>
                    <a:pt x="515162" y="284281"/>
                  </a:lnTo>
                  <a:lnTo>
                    <a:pt x="532334" y="277965"/>
                  </a:lnTo>
                  <a:lnTo>
                    <a:pt x="549506" y="271741"/>
                  </a:lnTo>
                  <a:lnTo>
                    <a:pt x="566678" y="265608"/>
                  </a:lnTo>
                  <a:lnTo>
                    <a:pt x="583850" y="259567"/>
                  </a:lnTo>
                  <a:lnTo>
                    <a:pt x="601022" y="253616"/>
                  </a:lnTo>
                  <a:lnTo>
                    <a:pt x="618194" y="247754"/>
                  </a:lnTo>
                  <a:lnTo>
                    <a:pt x="635367" y="241978"/>
                  </a:lnTo>
                  <a:lnTo>
                    <a:pt x="652539" y="236284"/>
                  </a:lnTo>
                  <a:lnTo>
                    <a:pt x="669711" y="230670"/>
                  </a:lnTo>
                  <a:lnTo>
                    <a:pt x="686883" y="225129"/>
                  </a:lnTo>
                  <a:lnTo>
                    <a:pt x="704055" y="219655"/>
                  </a:lnTo>
                  <a:lnTo>
                    <a:pt x="721227" y="214243"/>
                  </a:lnTo>
                  <a:lnTo>
                    <a:pt x="738399" y="208885"/>
                  </a:lnTo>
                  <a:lnTo>
                    <a:pt x="755571" y="203572"/>
                  </a:lnTo>
                  <a:lnTo>
                    <a:pt x="772743" y="198295"/>
                  </a:lnTo>
                  <a:lnTo>
                    <a:pt x="789915" y="193046"/>
                  </a:lnTo>
                  <a:lnTo>
                    <a:pt x="807087" y="187813"/>
                  </a:lnTo>
                  <a:lnTo>
                    <a:pt x="824259" y="182586"/>
                  </a:lnTo>
                  <a:lnTo>
                    <a:pt x="841431" y="177354"/>
                  </a:lnTo>
                  <a:lnTo>
                    <a:pt x="858604" y="172109"/>
                  </a:lnTo>
                  <a:lnTo>
                    <a:pt x="875776" y="166839"/>
                  </a:lnTo>
                  <a:lnTo>
                    <a:pt x="892948" y="161536"/>
                  </a:lnTo>
                  <a:lnTo>
                    <a:pt x="910120" y="156193"/>
                  </a:lnTo>
                  <a:lnTo>
                    <a:pt x="927292" y="150802"/>
                  </a:lnTo>
                  <a:lnTo>
                    <a:pt x="944464" y="145358"/>
                  </a:lnTo>
                  <a:lnTo>
                    <a:pt x="961636" y="139859"/>
                  </a:lnTo>
                  <a:lnTo>
                    <a:pt x="978808" y="134301"/>
                  </a:lnTo>
                  <a:lnTo>
                    <a:pt x="995980" y="128683"/>
                  </a:lnTo>
                  <a:lnTo>
                    <a:pt x="1013152" y="123005"/>
                  </a:lnTo>
                  <a:lnTo>
                    <a:pt x="1030324" y="117268"/>
                  </a:lnTo>
                  <a:lnTo>
                    <a:pt x="1047496" y="111474"/>
                  </a:lnTo>
                  <a:lnTo>
                    <a:pt x="1064669" y="105624"/>
                  </a:lnTo>
                  <a:lnTo>
                    <a:pt x="1081841" y="99721"/>
                  </a:lnTo>
                  <a:lnTo>
                    <a:pt x="1099013" y="93768"/>
                  </a:lnTo>
                  <a:lnTo>
                    <a:pt x="1116185" y="87766"/>
                  </a:lnTo>
                  <a:lnTo>
                    <a:pt x="1133357" y="81720"/>
                  </a:lnTo>
                  <a:lnTo>
                    <a:pt x="1150529" y="75630"/>
                  </a:lnTo>
                  <a:lnTo>
                    <a:pt x="1167701" y="69501"/>
                  </a:lnTo>
                  <a:lnTo>
                    <a:pt x="1184873" y="63333"/>
                  </a:lnTo>
                  <a:lnTo>
                    <a:pt x="1202045" y="57130"/>
                  </a:lnTo>
                  <a:lnTo>
                    <a:pt x="1219217" y="50894"/>
                  </a:lnTo>
                  <a:lnTo>
                    <a:pt x="1236389" y="44626"/>
                  </a:lnTo>
                  <a:lnTo>
                    <a:pt x="1253561" y="38329"/>
                  </a:lnTo>
                  <a:lnTo>
                    <a:pt x="1270734" y="32003"/>
                  </a:lnTo>
                  <a:lnTo>
                    <a:pt x="1287906" y="25650"/>
                  </a:lnTo>
                  <a:lnTo>
                    <a:pt x="1305078" y="19273"/>
                  </a:lnTo>
                  <a:lnTo>
                    <a:pt x="1322250" y="12871"/>
                  </a:lnTo>
                  <a:lnTo>
                    <a:pt x="1339422" y="6446"/>
                  </a:lnTo>
                  <a:lnTo>
                    <a:pt x="1356594" y="0"/>
                  </a:lnTo>
                  <a:lnTo>
                    <a:pt x="1356594" y="176190"/>
                  </a:lnTo>
                  <a:lnTo>
                    <a:pt x="1339422" y="175366"/>
                  </a:lnTo>
                  <a:lnTo>
                    <a:pt x="1322250" y="174708"/>
                  </a:lnTo>
                  <a:lnTo>
                    <a:pt x="1305078" y="174217"/>
                  </a:lnTo>
                  <a:lnTo>
                    <a:pt x="1287906" y="173894"/>
                  </a:lnTo>
                  <a:lnTo>
                    <a:pt x="1270734" y="173741"/>
                  </a:lnTo>
                  <a:lnTo>
                    <a:pt x="1253561" y="173758"/>
                  </a:lnTo>
                  <a:lnTo>
                    <a:pt x="1236389" y="173948"/>
                  </a:lnTo>
                  <a:lnTo>
                    <a:pt x="1219217" y="174312"/>
                  </a:lnTo>
                  <a:lnTo>
                    <a:pt x="1202045" y="174851"/>
                  </a:lnTo>
                  <a:lnTo>
                    <a:pt x="1184873" y="175567"/>
                  </a:lnTo>
                  <a:lnTo>
                    <a:pt x="1167701" y="176464"/>
                  </a:lnTo>
                  <a:lnTo>
                    <a:pt x="1150529" y="177542"/>
                  </a:lnTo>
                  <a:lnTo>
                    <a:pt x="1133357" y="178805"/>
                  </a:lnTo>
                  <a:lnTo>
                    <a:pt x="1116185" y="180254"/>
                  </a:lnTo>
                  <a:lnTo>
                    <a:pt x="1099013" y="181893"/>
                  </a:lnTo>
                  <a:lnTo>
                    <a:pt x="1081841" y="183724"/>
                  </a:lnTo>
                  <a:lnTo>
                    <a:pt x="1064669" y="185749"/>
                  </a:lnTo>
                  <a:lnTo>
                    <a:pt x="1047496" y="187972"/>
                  </a:lnTo>
                  <a:lnTo>
                    <a:pt x="1030324" y="190395"/>
                  </a:lnTo>
                  <a:lnTo>
                    <a:pt x="1013152" y="193019"/>
                  </a:lnTo>
                  <a:lnTo>
                    <a:pt x="995980" y="195846"/>
                  </a:lnTo>
                  <a:lnTo>
                    <a:pt x="978808" y="198877"/>
                  </a:lnTo>
                  <a:lnTo>
                    <a:pt x="961636" y="202112"/>
                  </a:lnTo>
                  <a:lnTo>
                    <a:pt x="944464" y="205550"/>
                  </a:lnTo>
                  <a:lnTo>
                    <a:pt x="927292" y="209188"/>
                  </a:lnTo>
                  <a:lnTo>
                    <a:pt x="910120" y="213023"/>
                  </a:lnTo>
                  <a:lnTo>
                    <a:pt x="892948" y="217049"/>
                  </a:lnTo>
                  <a:lnTo>
                    <a:pt x="875776" y="221260"/>
                  </a:lnTo>
                  <a:lnTo>
                    <a:pt x="858604" y="225648"/>
                  </a:lnTo>
                  <a:lnTo>
                    <a:pt x="841431" y="230204"/>
                  </a:lnTo>
                  <a:lnTo>
                    <a:pt x="824259" y="234919"/>
                  </a:lnTo>
                  <a:lnTo>
                    <a:pt x="807087" y="239782"/>
                  </a:lnTo>
                  <a:lnTo>
                    <a:pt x="789915" y="244783"/>
                  </a:lnTo>
                  <a:lnTo>
                    <a:pt x="772743" y="249912"/>
                  </a:lnTo>
                  <a:lnTo>
                    <a:pt x="755571" y="255158"/>
                  </a:lnTo>
                  <a:lnTo>
                    <a:pt x="738399" y="260512"/>
                  </a:lnTo>
                  <a:lnTo>
                    <a:pt x="721227" y="265964"/>
                  </a:lnTo>
                  <a:lnTo>
                    <a:pt x="704055" y="271507"/>
                  </a:lnTo>
                  <a:lnTo>
                    <a:pt x="686883" y="277133"/>
                  </a:lnTo>
                  <a:lnTo>
                    <a:pt x="669711" y="282835"/>
                  </a:lnTo>
                  <a:lnTo>
                    <a:pt x="652539" y="288608"/>
                  </a:lnTo>
                  <a:lnTo>
                    <a:pt x="635367" y="294446"/>
                  </a:lnTo>
                  <a:lnTo>
                    <a:pt x="618194" y="300345"/>
                  </a:lnTo>
                  <a:lnTo>
                    <a:pt x="601022" y="306303"/>
                  </a:lnTo>
                  <a:lnTo>
                    <a:pt x="583850" y="312316"/>
                  </a:lnTo>
                  <a:lnTo>
                    <a:pt x="566678" y="318382"/>
                  </a:lnTo>
                  <a:lnTo>
                    <a:pt x="549506" y="324502"/>
                  </a:lnTo>
                  <a:lnTo>
                    <a:pt x="532334" y="330673"/>
                  </a:lnTo>
                  <a:lnTo>
                    <a:pt x="515162" y="336897"/>
                  </a:lnTo>
                  <a:lnTo>
                    <a:pt x="497990" y="343175"/>
                  </a:lnTo>
                  <a:lnTo>
                    <a:pt x="480818" y="349509"/>
                  </a:lnTo>
                  <a:lnTo>
                    <a:pt x="463646" y="355901"/>
                  </a:lnTo>
                  <a:lnTo>
                    <a:pt x="446474" y="362354"/>
                  </a:lnTo>
                  <a:lnTo>
                    <a:pt x="429302" y="368873"/>
                  </a:lnTo>
                  <a:lnTo>
                    <a:pt x="412129" y="375463"/>
                  </a:lnTo>
                  <a:lnTo>
                    <a:pt x="394957" y="382130"/>
                  </a:lnTo>
                  <a:lnTo>
                    <a:pt x="377785" y="388880"/>
                  </a:lnTo>
                  <a:lnTo>
                    <a:pt x="360613" y="395722"/>
                  </a:lnTo>
                  <a:lnTo>
                    <a:pt x="343441" y="402664"/>
                  </a:lnTo>
                  <a:lnTo>
                    <a:pt x="326269" y="409715"/>
                  </a:lnTo>
                  <a:lnTo>
                    <a:pt x="309097" y="416885"/>
                  </a:lnTo>
                  <a:lnTo>
                    <a:pt x="291925" y="424186"/>
                  </a:lnTo>
                  <a:lnTo>
                    <a:pt x="274753" y="431627"/>
                  </a:lnTo>
                  <a:lnTo>
                    <a:pt x="257581" y="439220"/>
                  </a:lnTo>
                  <a:lnTo>
                    <a:pt x="240409" y="446974"/>
                  </a:lnTo>
                  <a:lnTo>
                    <a:pt x="223237" y="454901"/>
                  </a:lnTo>
                  <a:lnTo>
                    <a:pt x="206064" y="463009"/>
                  </a:lnTo>
                  <a:lnTo>
                    <a:pt x="188892" y="471306"/>
                  </a:lnTo>
                  <a:lnTo>
                    <a:pt x="171720" y="479799"/>
                  </a:lnTo>
                  <a:lnTo>
                    <a:pt x="154548" y="488491"/>
                  </a:lnTo>
                  <a:lnTo>
                    <a:pt x="137376" y="497388"/>
                  </a:lnTo>
                  <a:lnTo>
                    <a:pt x="120204" y="506490"/>
                  </a:lnTo>
                  <a:lnTo>
                    <a:pt x="103032" y="515799"/>
                  </a:lnTo>
                  <a:lnTo>
                    <a:pt x="85860" y="525314"/>
                  </a:lnTo>
                  <a:lnTo>
                    <a:pt x="68688" y="535034"/>
                  </a:lnTo>
                  <a:lnTo>
                    <a:pt x="51516" y="544958"/>
                  </a:lnTo>
                  <a:lnTo>
                    <a:pt x="34344" y="555082"/>
                  </a:lnTo>
                  <a:lnTo>
                    <a:pt x="17172" y="565404"/>
                  </a:lnTo>
                  <a:lnTo>
                    <a:pt x="0" y="57592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7887335" y="1173870"/>
              <a:ext cx="1356594" cy="488478"/>
            </a:xfrm>
            <a:custGeom>
              <a:avLst/>
              <a:pathLst>
                <a:path w="1356594" h="488478">
                  <a:moveTo>
                    <a:pt x="0" y="488478"/>
                  </a:moveTo>
                  <a:lnTo>
                    <a:pt x="17172" y="482131"/>
                  </a:lnTo>
                  <a:lnTo>
                    <a:pt x="34344" y="475734"/>
                  </a:lnTo>
                  <a:lnTo>
                    <a:pt x="51516" y="469283"/>
                  </a:lnTo>
                  <a:lnTo>
                    <a:pt x="68688" y="462775"/>
                  </a:lnTo>
                  <a:lnTo>
                    <a:pt x="85860" y="456208"/>
                  </a:lnTo>
                  <a:lnTo>
                    <a:pt x="103032" y="449580"/>
                  </a:lnTo>
                  <a:lnTo>
                    <a:pt x="120204" y="442890"/>
                  </a:lnTo>
                  <a:lnTo>
                    <a:pt x="137376" y="436137"/>
                  </a:lnTo>
                  <a:lnTo>
                    <a:pt x="154548" y="429323"/>
                  </a:lnTo>
                  <a:lnTo>
                    <a:pt x="171720" y="422449"/>
                  </a:lnTo>
                  <a:lnTo>
                    <a:pt x="188892" y="415518"/>
                  </a:lnTo>
                  <a:lnTo>
                    <a:pt x="206064" y="408537"/>
                  </a:lnTo>
                  <a:lnTo>
                    <a:pt x="223237" y="401511"/>
                  </a:lnTo>
                  <a:lnTo>
                    <a:pt x="240409" y="394447"/>
                  </a:lnTo>
                  <a:lnTo>
                    <a:pt x="257581" y="387356"/>
                  </a:lnTo>
                  <a:lnTo>
                    <a:pt x="274753" y="380247"/>
                  </a:lnTo>
                  <a:lnTo>
                    <a:pt x="291925" y="373130"/>
                  </a:lnTo>
                  <a:lnTo>
                    <a:pt x="309097" y="366017"/>
                  </a:lnTo>
                  <a:lnTo>
                    <a:pt x="326269" y="358918"/>
                  </a:lnTo>
                  <a:lnTo>
                    <a:pt x="343441" y="351843"/>
                  </a:lnTo>
                  <a:lnTo>
                    <a:pt x="360613" y="344804"/>
                  </a:lnTo>
                  <a:lnTo>
                    <a:pt x="377785" y="337808"/>
                  </a:lnTo>
                  <a:lnTo>
                    <a:pt x="394957" y="330865"/>
                  </a:lnTo>
                  <a:lnTo>
                    <a:pt x="412129" y="323983"/>
                  </a:lnTo>
                  <a:lnTo>
                    <a:pt x="429302" y="317168"/>
                  </a:lnTo>
                  <a:lnTo>
                    <a:pt x="446474" y="310427"/>
                  </a:lnTo>
                  <a:lnTo>
                    <a:pt x="463646" y="303763"/>
                  </a:lnTo>
                  <a:lnTo>
                    <a:pt x="480818" y="297182"/>
                  </a:lnTo>
                  <a:lnTo>
                    <a:pt x="497990" y="290687"/>
                  </a:lnTo>
                  <a:lnTo>
                    <a:pt x="515162" y="284281"/>
                  </a:lnTo>
                  <a:lnTo>
                    <a:pt x="532334" y="277965"/>
                  </a:lnTo>
                  <a:lnTo>
                    <a:pt x="549506" y="271741"/>
                  </a:lnTo>
                  <a:lnTo>
                    <a:pt x="566678" y="265608"/>
                  </a:lnTo>
                  <a:lnTo>
                    <a:pt x="583850" y="259567"/>
                  </a:lnTo>
                  <a:lnTo>
                    <a:pt x="601022" y="253616"/>
                  </a:lnTo>
                  <a:lnTo>
                    <a:pt x="618194" y="247754"/>
                  </a:lnTo>
                  <a:lnTo>
                    <a:pt x="635367" y="241978"/>
                  </a:lnTo>
                  <a:lnTo>
                    <a:pt x="652539" y="236284"/>
                  </a:lnTo>
                  <a:lnTo>
                    <a:pt x="669711" y="230670"/>
                  </a:lnTo>
                  <a:lnTo>
                    <a:pt x="686883" y="225129"/>
                  </a:lnTo>
                  <a:lnTo>
                    <a:pt x="704055" y="219655"/>
                  </a:lnTo>
                  <a:lnTo>
                    <a:pt x="721227" y="214243"/>
                  </a:lnTo>
                  <a:lnTo>
                    <a:pt x="738399" y="208885"/>
                  </a:lnTo>
                  <a:lnTo>
                    <a:pt x="755571" y="203572"/>
                  </a:lnTo>
                  <a:lnTo>
                    <a:pt x="772743" y="198295"/>
                  </a:lnTo>
                  <a:lnTo>
                    <a:pt x="789915" y="193046"/>
                  </a:lnTo>
                  <a:lnTo>
                    <a:pt x="807087" y="187813"/>
                  </a:lnTo>
                  <a:lnTo>
                    <a:pt x="824259" y="182586"/>
                  </a:lnTo>
                  <a:lnTo>
                    <a:pt x="841431" y="177354"/>
                  </a:lnTo>
                  <a:lnTo>
                    <a:pt x="858604" y="172109"/>
                  </a:lnTo>
                  <a:lnTo>
                    <a:pt x="875776" y="166839"/>
                  </a:lnTo>
                  <a:lnTo>
                    <a:pt x="892948" y="161536"/>
                  </a:lnTo>
                  <a:lnTo>
                    <a:pt x="910120" y="156193"/>
                  </a:lnTo>
                  <a:lnTo>
                    <a:pt x="927292" y="150802"/>
                  </a:lnTo>
                  <a:lnTo>
                    <a:pt x="944464" y="145358"/>
                  </a:lnTo>
                  <a:lnTo>
                    <a:pt x="961636" y="139859"/>
                  </a:lnTo>
                  <a:lnTo>
                    <a:pt x="978808" y="134301"/>
                  </a:lnTo>
                  <a:lnTo>
                    <a:pt x="995980" y="128683"/>
                  </a:lnTo>
                  <a:lnTo>
                    <a:pt x="1013152" y="123005"/>
                  </a:lnTo>
                  <a:lnTo>
                    <a:pt x="1030324" y="117268"/>
                  </a:lnTo>
                  <a:lnTo>
                    <a:pt x="1047496" y="111474"/>
                  </a:lnTo>
                  <a:lnTo>
                    <a:pt x="1064669" y="105624"/>
                  </a:lnTo>
                  <a:lnTo>
                    <a:pt x="1081841" y="99721"/>
                  </a:lnTo>
                  <a:lnTo>
                    <a:pt x="1099013" y="93768"/>
                  </a:lnTo>
                  <a:lnTo>
                    <a:pt x="1116185" y="87766"/>
                  </a:lnTo>
                  <a:lnTo>
                    <a:pt x="1133357" y="81720"/>
                  </a:lnTo>
                  <a:lnTo>
                    <a:pt x="1150529" y="75630"/>
                  </a:lnTo>
                  <a:lnTo>
                    <a:pt x="1167701" y="69501"/>
                  </a:lnTo>
                  <a:lnTo>
                    <a:pt x="1184873" y="63333"/>
                  </a:lnTo>
                  <a:lnTo>
                    <a:pt x="1202045" y="57130"/>
                  </a:lnTo>
                  <a:lnTo>
                    <a:pt x="1219217" y="50894"/>
                  </a:lnTo>
                  <a:lnTo>
                    <a:pt x="1236389" y="44626"/>
                  </a:lnTo>
                  <a:lnTo>
                    <a:pt x="1253561" y="38329"/>
                  </a:lnTo>
                  <a:lnTo>
                    <a:pt x="1270734" y="32003"/>
                  </a:lnTo>
                  <a:lnTo>
                    <a:pt x="1287906" y="25650"/>
                  </a:lnTo>
                  <a:lnTo>
                    <a:pt x="1305078" y="19273"/>
                  </a:lnTo>
                  <a:lnTo>
                    <a:pt x="1322250" y="12871"/>
                  </a:lnTo>
                  <a:lnTo>
                    <a:pt x="1339422" y="6446"/>
                  </a:lnTo>
                  <a:lnTo>
                    <a:pt x="13565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7887335" y="1347612"/>
              <a:ext cx="1356594" cy="402180"/>
            </a:xfrm>
            <a:custGeom>
              <a:avLst/>
              <a:pathLst>
                <a:path w="1356594" h="402180">
                  <a:moveTo>
                    <a:pt x="1356594" y="2449"/>
                  </a:moveTo>
                  <a:lnTo>
                    <a:pt x="1339422" y="1625"/>
                  </a:lnTo>
                  <a:lnTo>
                    <a:pt x="1322250" y="967"/>
                  </a:lnTo>
                  <a:lnTo>
                    <a:pt x="1305078" y="476"/>
                  </a:lnTo>
                  <a:lnTo>
                    <a:pt x="1287906" y="153"/>
                  </a:lnTo>
                  <a:lnTo>
                    <a:pt x="1270734" y="0"/>
                  </a:lnTo>
                  <a:lnTo>
                    <a:pt x="1253561" y="17"/>
                  </a:lnTo>
                  <a:lnTo>
                    <a:pt x="1236389" y="207"/>
                  </a:lnTo>
                  <a:lnTo>
                    <a:pt x="1219217" y="570"/>
                  </a:lnTo>
                  <a:lnTo>
                    <a:pt x="1202045" y="1109"/>
                  </a:lnTo>
                  <a:lnTo>
                    <a:pt x="1184873" y="1826"/>
                  </a:lnTo>
                  <a:lnTo>
                    <a:pt x="1167701" y="2722"/>
                  </a:lnTo>
                  <a:lnTo>
                    <a:pt x="1150529" y="3801"/>
                  </a:lnTo>
                  <a:lnTo>
                    <a:pt x="1133357" y="5063"/>
                  </a:lnTo>
                  <a:lnTo>
                    <a:pt x="1116185" y="6513"/>
                  </a:lnTo>
                  <a:lnTo>
                    <a:pt x="1099013" y="8151"/>
                  </a:lnTo>
                  <a:lnTo>
                    <a:pt x="1081841" y="9982"/>
                  </a:lnTo>
                  <a:lnTo>
                    <a:pt x="1064669" y="12008"/>
                  </a:lnTo>
                  <a:lnTo>
                    <a:pt x="1047496" y="14231"/>
                  </a:lnTo>
                  <a:lnTo>
                    <a:pt x="1030324" y="16653"/>
                  </a:lnTo>
                  <a:lnTo>
                    <a:pt x="1013152" y="19277"/>
                  </a:lnTo>
                  <a:lnTo>
                    <a:pt x="995980" y="22104"/>
                  </a:lnTo>
                  <a:lnTo>
                    <a:pt x="978808" y="25136"/>
                  </a:lnTo>
                  <a:lnTo>
                    <a:pt x="961636" y="28371"/>
                  </a:lnTo>
                  <a:lnTo>
                    <a:pt x="944464" y="31808"/>
                  </a:lnTo>
                  <a:lnTo>
                    <a:pt x="927292" y="35447"/>
                  </a:lnTo>
                  <a:lnTo>
                    <a:pt x="910120" y="39281"/>
                  </a:lnTo>
                  <a:lnTo>
                    <a:pt x="892948" y="43307"/>
                  </a:lnTo>
                  <a:lnTo>
                    <a:pt x="875776" y="47518"/>
                  </a:lnTo>
                  <a:lnTo>
                    <a:pt x="858604" y="51906"/>
                  </a:lnTo>
                  <a:lnTo>
                    <a:pt x="841431" y="56463"/>
                  </a:lnTo>
                  <a:lnTo>
                    <a:pt x="824259" y="61177"/>
                  </a:lnTo>
                  <a:lnTo>
                    <a:pt x="807087" y="66041"/>
                  </a:lnTo>
                  <a:lnTo>
                    <a:pt x="789915" y="71042"/>
                  </a:lnTo>
                  <a:lnTo>
                    <a:pt x="772743" y="76171"/>
                  </a:lnTo>
                  <a:lnTo>
                    <a:pt x="755571" y="81417"/>
                  </a:lnTo>
                  <a:lnTo>
                    <a:pt x="738399" y="86771"/>
                  </a:lnTo>
                  <a:lnTo>
                    <a:pt x="721227" y="92223"/>
                  </a:lnTo>
                  <a:lnTo>
                    <a:pt x="704055" y="97766"/>
                  </a:lnTo>
                  <a:lnTo>
                    <a:pt x="686883" y="103392"/>
                  </a:lnTo>
                  <a:lnTo>
                    <a:pt x="669711" y="109094"/>
                  </a:lnTo>
                  <a:lnTo>
                    <a:pt x="652539" y="114866"/>
                  </a:lnTo>
                  <a:lnTo>
                    <a:pt x="635367" y="120704"/>
                  </a:lnTo>
                  <a:lnTo>
                    <a:pt x="618194" y="126604"/>
                  </a:lnTo>
                  <a:lnTo>
                    <a:pt x="601022" y="132561"/>
                  </a:lnTo>
                  <a:lnTo>
                    <a:pt x="583850" y="138574"/>
                  </a:lnTo>
                  <a:lnTo>
                    <a:pt x="566678" y="144641"/>
                  </a:lnTo>
                  <a:lnTo>
                    <a:pt x="549506" y="150760"/>
                  </a:lnTo>
                  <a:lnTo>
                    <a:pt x="532334" y="156932"/>
                  </a:lnTo>
                  <a:lnTo>
                    <a:pt x="515162" y="163156"/>
                  </a:lnTo>
                  <a:lnTo>
                    <a:pt x="497990" y="169434"/>
                  </a:lnTo>
                  <a:lnTo>
                    <a:pt x="480818" y="175767"/>
                  </a:lnTo>
                  <a:lnTo>
                    <a:pt x="463646" y="182159"/>
                  </a:lnTo>
                  <a:lnTo>
                    <a:pt x="446474" y="188612"/>
                  </a:lnTo>
                  <a:lnTo>
                    <a:pt x="429302" y="195132"/>
                  </a:lnTo>
                  <a:lnTo>
                    <a:pt x="412129" y="201721"/>
                  </a:lnTo>
                  <a:lnTo>
                    <a:pt x="394957" y="208388"/>
                  </a:lnTo>
                  <a:lnTo>
                    <a:pt x="377785" y="215139"/>
                  </a:lnTo>
                  <a:lnTo>
                    <a:pt x="360613" y="221981"/>
                  </a:lnTo>
                  <a:lnTo>
                    <a:pt x="343441" y="228922"/>
                  </a:lnTo>
                  <a:lnTo>
                    <a:pt x="326269" y="235973"/>
                  </a:lnTo>
                  <a:lnTo>
                    <a:pt x="309097" y="243144"/>
                  </a:lnTo>
                  <a:lnTo>
                    <a:pt x="291925" y="250444"/>
                  </a:lnTo>
                  <a:lnTo>
                    <a:pt x="274753" y="257885"/>
                  </a:lnTo>
                  <a:lnTo>
                    <a:pt x="257581" y="265478"/>
                  </a:lnTo>
                  <a:lnTo>
                    <a:pt x="240409" y="273233"/>
                  </a:lnTo>
                  <a:lnTo>
                    <a:pt x="223237" y="281160"/>
                  </a:lnTo>
                  <a:lnTo>
                    <a:pt x="206064" y="289268"/>
                  </a:lnTo>
                  <a:lnTo>
                    <a:pt x="188892" y="297565"/>
                  </a:lnTo>
                  <a:lnTo>
                    <a:pt x="171720" y="306057"/>
                  </a:lnTo>
                  <a:lnTo>
                    <a:pt x="154548" y="314750"/>
                  </a:lnTo>
                  <a:lnTo>
                    <a:pt x="137376" y="323646"/>
                  </a:lnTo>
                  <a:lnTo>
                    <a:pt x="120204" y="332749"/>
                  </a:lnTo>
                  <a:lnTo>
                    <a:pt x="103032" y="342057"/>
                  </a:lnTo>
                  <a:lnTo>
                    <a:pt x="85860" y="351573"/>
                  </a:lnTo>
                  <a:lnTo>
                    <a:pt x="68688" y="361293"/>
                  </a:lnTo>
                  <a:lnTo>
                    <a:pt x="51516" y="371216"/>
                  </a:lnTo>
                  <a:lnTo>
                    <a:pt x="34344" y="381340"/>
                  </a:lnTo>
                  <a:lnTo>
                    <a:pt x="17172" y="391663"/>
                  </a:lnTo>
                  <a:lnTo>
                    <a:pt x="0" y="4021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7887335" y="1261966"/>
              <a:ext cx="1356594" cy="444104"/>
            </a:xfrm>
            <a:custGeom>
              <a:avLst/>
              <a:pathLst>
                <a:path w="1356594" h="444104">
                  <a:moveTo>
                    <a:pt x="0" y="444104"/>
                  </a:moveTo>
                  <a:lnTo>
                    <a:pt x="17172" y="435673"/>
                  </a:lnTo>
                  <a:lnTo>
                    <a:pt x="34344" y="427313"/>
                  </a:lnTo>
                  <a:lnTo>
                    <a:pt x="51516" y="419025"/>
                  </a:lnTo>
                  <a:lnTo>
                    <a:pt x="68688" y="410809"/>
                  </a:lnTo>
                  <a:lnTo>
                    <a:pt x="85860" y="402666"/>
                  </a:lnTo>
                  <a:lnTo>
                    <a:pt x="103032" y="394594"/>
                  </a:lnTo>
                  <a:lnTo>
                    <a:pt x="120204" y="386595"/>
                  </a:lnTo>
                  <a:lnTo>
                    <a:pt x="137376" y="378667"/>
                  </a:lnTo>
                  <a:lnTo>
                    <a:pt x="154548" y="370812"/>
                  </a:lnTo>
                  <a:lnTo>
                    <a:pt x="171720" y="363028"/>
                  </a:lnTo>
                  <a:lnTo>
                    <a:pt x="188892" y="355317"/>
                  </a:lnTo>
                  <a:lnTo>
                    <a:pt x="206064" y="347678"/>
                  </a:lnTo>
                  <a:lnTo>
                    <a:pt x="223237" y="340111"/>
                  </a:lnTo>
                  <a:lnTo>
                    <a:pt x="240409" y="332616"/>
                  </a:lnTo>
                  <a:lnTo>
                    <a:pt x="257581" y="325193"/>
                  </a:lnTo>
                  <a:lnTo>
                    <a:pt x="274753" y="317842"/>
                  </a:lnTo>
                  <a:lnTo>
                    <a:pt x="291925" y="310563"/>
                  </a:lnTo>
                  <a:lnTo>
                    <a:pt x="309097" y="303356"/>
                  </a:lnTo>
                  <a:lnTo>
                    <a:pt x="326269" y="296221"/>
                  </a:lnTo>
                  <a:lnTo>
                    <a:pt x="343441" y="289158"/>
                  </a:lnTo>
                  <a:lnTo>
                    <a:pt x="360613" y="282168"/>
                  </a:lnTo>
                  <a:lnTo>
                    <a:pt x="377785" y="275249"/>
                  </a:lnTo>
                  <a:lnTo>
                    <a:pt x="394957" y="268402"/>
                  </a:lnTo>
                  <a:lnTo>
                    <a:pt x="412129" y="261628"/>
                  </a:lnTo>
                  <a:lnTo>
                    <a:pt x="429302" y="254925"/>
                  </a:lnTo>
                  <a:lnTo>
                    <a:pt x="446474" y="248295"/>
                  </a:lnTo>
                  <a:lnTo>
                    <a:pt x="463646" y="241737"/>
                  </a:lnTo>
                  <a:lnTo>
                    <a:pt x="480818" y="235250"/>
                  </a:lnTo>
                  <a:lnTo>
                    <a:pt x="497990" y="228836"/>
                  </a:lnTo>
                  <a:lnTo>
                    <a:pt x="515162" y="222494"/>
                  </a:lnTo>
                  <a:lnTo>
                    <a:pt x="532334" y="216224"/>
                  </a:lnTo>
                  <a:lnTo>
                    <a:pt x="549506" y="210026"/>
                  </a:lnTo>
                  <a:lnTo>
                    <a:pt x="566678" y="203900"/>
                  </a:lnTo>
                  <a:lnTo>
                    <a:pt x="583850" y="197846"/>
                  </a:lnTo>
                  <a:lnTo>
                    <a:pt x="601022" y="191864"/>
                  </a:lnTo>
                  <a:lnTo>
                    <a:pt x="618194" y="185954"/>
                  </a:lnTo>
                  <a:lnTo>
                    <a:pt x="635367" y="180116"/>
                  </a:lnTo>
                  <a:lnTo>
                    <a:pt x="652539" y="174351"/>
                  </a:lnTo>
                  <a:lnTo>
                    <a:pt x="669711" y="168657"/>
                  </a:lnTo>
                  <a:lnTo>
                    <a:pt x="686883" y="163036"/>
                  </a:lnTo>
                  <a:lnTo>
                    <a:pt x="704055" y="157486"/>
                  </a:lnTo>
                  <a:lnTo>
                    <a:pt x="721227" y="152009"/>
                  </a:lnTo>
                  <a:lnTo>
                    <a:pt x="738399" y="146603"/>
                  </a:lnTo>
                  <a:lnTo>
                    <a:pt x="755571" y="141270"/>
                  </a:lnTo>
                  <a:lnTo>
                    <a:pt x="772743" y="136009"/>
                  </a:lnTo>
                  <a:lnTo>
                    <a:pt x="789915" y="130819"/>
                  </a:lnTo>
                  <a:lnTo>
                    <a:pt x="807087" y="125702"/>
                  </a:lnTo>
                  <a:lnTo>
                    <a:pt x="824259" y="120657"/>
                  </a:lnTo>
                  <a:lnTo>
                    <a:pt x="841431" y="115684"/>
                  </a:lnTo>
                  <a:lnTo>
                    <a:pt x="858604" y="110783"/>
                  </a:lnTo>
                  <a:lnTo>
                    <a:pt x="875776" y="105954"/>
                  </a:lnTo>
                  <a:lnTo>
                    <a:pt x="892948" y="101197"/>
                  </a:lnTo>
                  <a:lnTo>
                    <a:pt x="910120" y="96512"/>
                  </a:lnTo>
                  <a:lnTo>
                    <a:pt x="927292" y="91900"/>
                  </a:lnTo>
                  <a:lnTo>
                    <a:pt x="944464" y="87359"/>
                  </a:lnTo>
                  <a:lnTo>
                    <a:pt x="961636" y="82890"/>
                  </a:lnTo>
                  <a:lnTo>
                    <a:pt x="978808" y="78494"/>
                  </a:lnTo>
                  <a:lnTo>
                    <a:pt x="995980" y="74169"/>
                  </a:lnTo>
                  <a:lnTo>
                    <a:pt x="1013152" y="69917"/>
                  </a:lnTo>
                  <a:lnTo>
                    <a:pt x="1030324" y="65736"/>
                  </a:lnTo>
                  <a:lnTo>
                    <a:pt x="1047496" y="61628"/>
                  </a:lnTo>
                  <a:lnTo>
                    <a:pt x="1064669" y="57592"/>
                  </a:lnTo>
                  <a:lnTo>
                    <a:pt x="1081841" y="53627"/>
                  </a:lnTo>
                  <a:lnTo>
                    <a:pt x="1099013" y="49735"/>
                  </a:lnTo>
                  <a:lnTo>
                    <a:pt x="1116185" y="45915"/>
                  </a:lnTo>
                  <a:lnTo>
                    <a:pt x="1133357" y="42167"/>
                  </a:lnTo>
                  <a:lnTo>
                    <a:pt x="1150529" y="38491"/>
                  </a:lnTo>
                  <a:lnTo>
                    <a:pt x="1167701" y="34887"/>
                  </a:lnTo>
                  <a:lnTo>
                    <a:pt x="1184873" y="31355"/>
                  </a:lnTo>
                  <a:lnTo>
                    <a:pt x="1202045" y="27895"/>
                  </a:lnTo>
                  <a:lnTo>
                    <a:pt x="1219217" y="24508"/>
                  </a:lnTo>
                  <a:lnTo>
                    <a:pt x="1236389" y="21192"/>
                  </a:lnTo>
                  <a:lnTo>
                    <a:pt x="1253561" y="17948"/>
                  </a:lnTo>
                  <a:lnTo>
                    <a:pt x="1270734" y="14777"/>
                  </a:lnTo>
                  <a:lnTo>
                    <a:pt x="1287906" y="11677"/>
                  </a:lnTo>
                  <a:lnTo>
                    <a:pt x="1305078" y="8650"/>
                  </a:lnTo>
                  <a:lnTo>
                    <a:pt x="1322250" y="5694"/>
                  </a:lnTo>
                  <a:lnTo>
                    <a:pt x="1339422" y="2811"/>
                  </a:lnTo>
                  <a:lnTo>
                    <a:pt x="1356594" y="0"/>
                  </a:lnTo>
                </a:path>
              </a:pathLst>
            </a:custGeom>
            <a:ln w="34492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tx2720"/>
            <p:cNvSpPr/>
            <p:nvPr/>
          </p:nvSpPr>
          <p:spPr>
            <a:xfrm>
              <a:off x="7896379" y="861593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721" name="tx2721"/>
            <p:cNvSpPr/>
            <p:nvPr/>
          </p:nvSpPr>
          <p:spPr>
            <a:xfrm>
              <a:off x="7970125" y="836707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722" name="tx2722"/>
            <p:cNvSpPr/>
            <p:nvPr/>
          </p:nvSpPr>
          <p:spPr>
            <a:xfrm>
              <a:off x="8004734" y="925229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723" name="tx2723"/>
            <p:cNvSpPr/>
            <p:nvPr/>
          </p:nvSpPr>
          <p:spPr>
            <a:xfrm>
              <a:off x="8029086" y="898620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724" name="tx2724"/>
            <p:cNvSpPr/>
            <p:nvPr/>
          </p:nvSpPr>
          <p:spPr>
            <a:xfrm>
              <a:off x="8081002" y="925229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725" name="tx2725"/>
            <p:cNvSpPr/>
            <p:nvPr/>
          </p:nvSpPr>
          <p:spPr>
            <a:xfrm>
              <a:off x="8105354" y="860204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2726" name="tx2726"/>
            <p:cNvSpPr/>
            <p:nvPr/>
          </p:nvSpPr>
          <p:spPr>
            <a:xfrm>
              <a:off x="7896379" y="93388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727" name="tx2727"/>
            <p:cNvSpPr/>
            <p:nvPr/>
          </p:nvSpPr>
          <p:spPr>
            <a:xfrm>
              <a:off x="7970125" y="90900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728" name="tx2728"/>
            <p:cNvSpPr/>
            <p:nvPr/>
          </p:nvSpPr>
          <p:spPr>
            <a:xfrm>
              <a:off x="8004734" y="99752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729" name="tx2729"/>
            <p:cNvSpPr/>
            <p:nvPr/>
          </p:nvSpPr>
          <p:spPr>
            <a:xfrm>
              <a:off x="8029086" y="97091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730" name="tx2730"/>
            <p:cNvSpPr/>
            <p:nvPr/>
          </p:nvSpPr>
          <p:spPr>
            <a:xfrm>
              <a:off x="8081002" y="99752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731" name="tx2731"/>
            <p:cNvSpPr/>
            <p:nvPr/>
          </p:nvSpPr>
          <p:spPr>
            <a:xfrm>
              <a:off x="8105354" y="932498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2732" name="pl2732"/>
            <p:cNvSpPr/>
            <p:nvPr/>
          </p:nvSpPr>
          <p:spPr>
            <a:xfrm>
              <a:off x="7796895" y="4018025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l2733"/>
            <p:cNvSpPr/>
            <p:nvPr/>
          </p:nvSpPr>
          <p:spPr>
            <a:xfrm>
              <a:off x="7796895" y="3726168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l2734"/>
            <p:cNvSpPr/>
            <p:nvPr/>
          </p:nvSpPr>
          <p:spPr>
            <a:xfrm>
              <a:off x="7796895" y="3434311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l2735"/>
            <p:cNvSpPr/>
            <p:nvPr/>
          </p:nvSpPr>
          <p:spPr>
            <a:xfrm>
              <a:off x="7796895" y="314245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l2736"/>
            <p:cNvSpPr/>
            <p:nvPr/>
          </p:nvSpPr>
          <p:spPr>
            <a:xfrm>
              <a:off x="7796895" y="285059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l2737"/>
            <p:cNvSpPr/>
            <p:nvPr/>
          </p:nvSpPr>
          <p:spPr>
            <a:xfrm>
              <a:off x="8169959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l2738"/>
            <p:cNvSpPr/>
            <p:nvPr/>
          </p:nvSpPr>
          <p:spPr>
            <a:xfrm>
              <a:off x="8735206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l2739"/>
            <p:cNvSpPr/>
            <p:nvPr/>
          </p:nvSpPr>
          <p:spPr>
            <a:xfrm>
              <a:off x="9300454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l2740"/>
            <p:cNvSpPr/>
            <p:nvPr/>
          </p:nvSpPr>
          <p:spPr>
            <a:xfrm>
              <a:off x="7796895" y="4163953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l2741"/>
            <p:cNvSpPr/>
            <p:nvPr/>
          </p:nvSpPr>
          <p:spPr>
            <a:xfrm>
              <a:off x="7796895" y="3872096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l2742"/>
            <p:cNvSpPr/>
            <p:nvPr/>
          </p:nvSpPr>
          <p:spPr>
            <a:xfrm>
              <a:off x="7796895" y="3580239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l2743"/>
            <p:cNvSpPr/>
            <p:nvPr/>
          </p:nvSpPr>
          <p:spPr>
            <a:xfrm>
              <a:off x="7796895" y="3288382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l2744"/>
            <p:cNvSpPr/>
            <p:nvPr/>
          </p:nvSpPr>
          <p:spPr>
            <a:xfrm>
              <a:off x="7796895" y="2996525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l2745"/>
            <p:cNvSpPr/>
            <p:nvPr/>
          </p:nvSpPr>
          <p:spPr>
            <a:xfrm>
              <a:off x="7887335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l2746"/>
            <p:cNvSpPr/>
            <p:nvPr/>
          </p:nvSpPr>
          <p:spPr>
            <a:xfrm>
              <a:off x="8452582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l2747"/>
            <p:cNvSpPr/>
            <p:nvPr/>
          </p:nvSpPr>
          <p:spPr>
            <a:xfrm>
              <a:off x="9017830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l2748"/>
            <p:cNvSpPr/>
            <p:nvPr/>
          </p:nvSpPr>
          <p:spPr>
            <a:xfrm>
              <a:off x="9583078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8772453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8828978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8659404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8489829" y="34636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8942027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8376780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8320255" y="33955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8546354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8376780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8602879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8376780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8489829" y="35998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8659404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8433304" y="34831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8433304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8715928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8207205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905507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8659404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8546354" y="32788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8772453" y="37652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832025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8942027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8320255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877245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8489829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8602879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8376780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8433304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8715928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8376780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8263730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8772453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8828978" y="33177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8659404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8207205" y="38236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8376780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8659404" y="35998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8659404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8376780" y="38041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8263730" y="38722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8320255" y="36290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7868057" y="4125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8659404" y="33663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8546354" y="36679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8320255" y="34636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9055077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7868057" y="41057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8320255" y="34539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7924582" y="40863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8659404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8602879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888550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8207205" y="3891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7868057" y="3891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8772453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8546354" y="36582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8489829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8828978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8659404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8207205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8772453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8998552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9168126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905507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877245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8659404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8998552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8376780" y="39111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8546354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8546354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8715928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8433304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8828978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894202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8433304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8715928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877245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8376780" y="36971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8998552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8263730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8602879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8037631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8546354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8828978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8659404" y="32885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7981106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8207205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7981106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7868057" y="40765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8037631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8263730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9111602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8037631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8320255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8037631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8715928" y="33761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8715928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8828978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8376780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8828978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8546354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8942027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8715928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8546354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8489829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8602879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8320255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8602879" y="35220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8546354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8433304" y="33955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8546354" y="3298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8489829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8546354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8659404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8715928" y="32204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8715928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8263730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8489829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8207205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8320255" y="37068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8263730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8489829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877245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8489829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888550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8376780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8433304" y="33469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8037631" y="38041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8546354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8602879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8602879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8376780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8207205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8433304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8150681" y="36679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8602879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8376780" y="35415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7924582" y="40863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8433304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8037631" y="38236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8207205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8376780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8320255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8150681" y="35512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8207205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8659404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8320255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8150681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8094156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8433304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8037631" y="39987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8263730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8546354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8263730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7924582" y="39111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8433304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8263730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8376780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8263730" y="38236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8433304" y="37068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8320255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8376780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7981106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8433304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8320255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8715928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8207205" y="37068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8885503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894202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8376780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8772453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8376780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8546354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8376780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8602879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8772453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888550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8828978" y="37458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8546354" y="35415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8376780" y="36582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8885503" y="34344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8094156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8546354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8320255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8489829" y="36096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7924582" y="38820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8715928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8998552" y="3298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8772453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8602879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8376780" y="38820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8433304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8150681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8546354" y="35220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8998552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8489829" y="35415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8320255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8320255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8546354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8659404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8320255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8376780" y="32788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8207205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8489829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8320255" y="33663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8546354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8546354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8659404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8602879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8433304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8546354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877245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8433304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8433304" y="37555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877245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8489829" y="38820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8659404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8659404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8659404" y="3298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8602879" y="32788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8942027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8546354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8433304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8094156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8376780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8320255" y="36096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8715928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8376780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8263730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8772453" y="33761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8885503" y="34928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8207205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8150681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8546354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8659404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8207205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8489829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8320255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8489829" y="35998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8489829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8715928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8320255" y="36290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8828978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8715928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8998552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8320255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8546354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8376780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8489829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8376780" y="37166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894202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8320255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8433304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8489829" y="40571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8376780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8376780" y="33080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8207205" y="35512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8546354" y="34539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8376780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8772453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8602879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8094156" y="37458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8489829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8094156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8489829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8772453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8772453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8320255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8207205" y="39890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8715928" y="34344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888550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8659404" y="36290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8489829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8828978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8659404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8207205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8885503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8546354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8715928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8942027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8489829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8207205" y="37166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8320255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8489829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8942027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8263730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8094156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8320255" y="37458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8828978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8150681" y="37847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8546354" y="38139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8998552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7868057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8320255" y="3979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8715928" y="33080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8659404" y="34539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8659404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8150681" y="37263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8546354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8433304" y="33080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8489829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8772453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8489829" y="33761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8263730" y="39695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8602879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8715928" y="3152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8546354" y="33761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8489829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8546354" y="35415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8715928" y="39209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8546354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8772453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8659404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8320255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8489829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8150681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8942027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8602879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8715928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8942027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8207205" y="4066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8433304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8150681" y="38430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8546354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8433304" y="3901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8546354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8715928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8037631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8942027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8320255" y="37166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8207205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8489829" y="3269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8094156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8263730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8828978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8263730" y="37458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7868057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803763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7924582" y="40571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8320255" y="36582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8263730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8885503" y="34636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8659404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8320255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9224651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8998552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8602879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8263730" y="38528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8489829" y="36290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8998552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8489829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8998552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8828978" y="37166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9281176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7924582" y="3901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8546354" y="36679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8885503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8207205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8659404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8885503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8376780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8942027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8094156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7868057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8037631" y="4037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8037631" y="36971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7868057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8885503" y="36679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8885503" y="35220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8094156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8602879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8263730" y="38722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8602879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8207205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8094156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8263730" y="37847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8094156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8150681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8433304" y="3288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8320255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8998552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8150681" y="38139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8207205" y="3901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7868057" y="41057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8489829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8094156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8376780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8772453" y="33080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8433304" y="35706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8885503" y="32788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8433304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8489829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8207205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8546354" y="36096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8885503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8376780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8150681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8433304" y="40084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9224651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8602879" y="33761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8376780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7981106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8263730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8320255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8602879" y="37166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8207205" y="38041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8546354" y="33955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8376780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8320255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7868057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8207205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8094156" y="35706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8433304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7981106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8094156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8546354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8094156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8376780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9676849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8207205" y="39987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820720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8320255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8094156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8207205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8094156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7924582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8207205" y="35025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8207205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8094156" y="39987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8094156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8037631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8150681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8094156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8263730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7981106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7924582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7924582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8037631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7924582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8094156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8037631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7924582" y="39987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8320255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7924582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7981106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8094156" y="32982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7868057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8489829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8094156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8376780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8037631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7924582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8094156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8037631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8263730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8037631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8094156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8037631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8433304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7924582" y="3269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8433304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8263730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7981106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8546354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8433304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8094156" y="37749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8659404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7868057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7981106" y="4037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7924582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8715928" y="3152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8715928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8150681" y="37263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7868057" y="41057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7924582" y="40473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t3225"/>
            <p:cNvSpPr/>
            <p:nvPr/>
          </p:nvSpPr>
          <p:spPr>
            <a:xfrm>
              <a:off x="8433304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t3226"/>
            <p:cNvSpPr/>
            <p:nvPr/>
          </p:nvSpPr>
          <p:spPr>
            <a:xfrm>
              <a:off x="8376780" y="38528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t3227"/>
            <p:cNvSpPr/>
            <p:nvPr/>
          </p:nvSpPr>
          <p:spPr>
            <a:xfrm>
              <a:off x="8207205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t3228"/>
            <p:cNvSpPr/>
            <p:nvPr/>
          </p:nvSpPr>
          <p:spPr>
            <a:xfrm>
              <a:off x="8207205" y="40279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t3229"/>
            <p:cNvSpPr/>
            <p:nvPr/>
          </p:nvSpPr>
          <p:spPr>
            <a:xfrm>
              <a:off x="8828978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t3230"/>
            <p:cNvSpPr/>
            <p:nvPr/>
          </p:nvSpPr>
          <p:spPr>
            <a:xfrm>
              <a:off x="8376780" y="3453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t3231"/>
            <p:cNvSpPr/>
            <p:nvPr/>
          </p:nvSpPr>
          <p:spPr>
            <a:xfrm>
              <a:off x="8715928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t3232"/>
            <p:cNvSpPr/>
            <p:nvPr/>
          </p:nvSpPr>
          <p:spPr>
            <a:xfrm>
              <a:off x="7981106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t3233"/>
            <p:cNvSpPr/>
            <p:nvPr/>
          </p:nvSpPr>
          <p:spPr>
            <a:xfrm>
              <a:off x="8376780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t3234"/>
            <p:cNvSpPr/>
            <p:nvPr/>
          </p:nvSpPr>
          <p:spPr>
            <a:xfrm>
              <a:off x="7868057" y="40279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t3235"/>
            <p:cNvSpPr/>
            <p:nvPr/>
          </p:nvSpPr>
          <p:spPr>
            <a:xfrm>
              <a:off x="8263730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t3236"/>
            <p:cNvSpPr/>
            <p:nvPr/>
          </p:nvSpPr>
          <p:spPr>
            <a:xfrm>
              <a:off x="8150681" y="37749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t3237"/>
            <p:cNvSpPr/>
            <p:nvPr/>
          </p:nvSpPr>
          <p:spPr>
            <a:xfrm>
              <a:off x="8263730" y="36874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t3238"/>
            <p:cNvSpPr/>
            <p:nvPr/>
          </p:nvSpPr>
          <p:spPr>
            <a:xfrm>
              <a:off x="8037631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t3239"/>
            <p:cNvSpPr/>
            <p:nvPr/>
          </p:nvSpPr>
          <p:spPr>
            <a:xfrm>
              <a:off x="8489829" y="32982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t3240"/>
            <p:cNvSpPr/>
            <p:nvPr/>
          </p:nvSpPr>
          <p:spPr>
            <a:xfrm>
              <a:off x="8772453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t3241"/>
            <p:cNvSpPr/>
            <p:nvPr/>
          </p:nvSpPr>
          <p:spPr>
            <a:xfrm>
              <a:off x="8433304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t3242"/>
            <p:cNvSpPr/>
            <p:nvPr/>
          </p:nvSpPr>
          <p:spPr>
            <a:xfrm>
              <a:off x="7868057" y="40765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t3243"/>
            <p:cNvSpPr/>
            <p:nvPr/>
          </p:nvSpPr>
          <p:spPr>
            <a:xfrm>
              <a:off x="8094156" y="40279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t3244"/>
            <p:cNvSpPr/>
            <p:nvPr/>
          </p:nvSpPr>
          <p:spPr>
            <a:xfrm>
              <a:off x="8885503" y="3337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t3245"/>
            <p:cNvSpPr/>
            <p:nvPr/>
          </p:nvSpPr>
          <p:spPr>
            <a:xfrm>
              <a:off x="7868057" y="39403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t3246"/>
            <p:cNvSpPr/>
            <p:nvPr/>
          </p:nvSpPr>
          <p:spPr>
            <a:xfrm>
              <a:off x="8433304" y="38041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t3247"/>
            <p:cNvSpPr/>
            <p:nvPr/>
          </p:nvSpPr>
          <p:spPr>
            <a:xfrm>
              <a:off x="8942027" y="35123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t3248"/>
            <p:cNvSpPr/>
            <p:nvPr/>
          </p:nvSpPr>
          <p:spPr>
            <a:xfrm>
              <a:off x="8489829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t3249"/>
            <p:cNvSpPr/>
            <p:nvPr/>
          </p:nvSpPr>
          <p:spPr>
            <a:xfrm>
              <a:off x="9224651" y="3337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t3250"/>
            <p:cNvSpPr/>
            <p:nvPr/>
          </p:nvSpPr>
          <p:spPr>
            <a:xfrm>
              <a:off x="8150681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t3251"/>
            <p:cNvSpPr/>
            <p:nvPr/>
          </p:nvSpPr>
          <p:spPr>
            <a:xfrm>
              <a:off x="7868057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t3252"/>
            <p:cNvSpPr/>
            <p:nvPr/>
          </p:nvSpPr>
          <p:spPr>
            <a:xfrm>
              <a:off x="8037631" y="37847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t3253"/>
            <p:cNvSpPr/>
            <p:nvPr/>
          </p:nvSpPr>
          <p:spPr>
            <a:xfrm>
              <a:off x="8320255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t3254"/>
            <p:cNvSpPr/>
            <p:nvPr/>
          </p:nvSpPr>
          <p:spPr>
            <a:xfrm>
              <a:off x="8094156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t3255"/>
            <p:cNvSpPr/>
            <p:nvPr/>
          </p:nvSpPr>
          <p:spPr>
            <a:xfrm>
              <a:off x="8320255" y="36874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t3256"/>
            <p:cNvSpPr/>
            <p:nvPr/>
          </p:nvSpPr>
          <p:spPr>
            <a:xfrm>
              <a:off x="8094156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t3257"/>
            <p:cNvSpPr/>
            <p:nvPr/>
          </p:nvSpPr>
          <p:spPr>
            <a:xfrm>
              <a:off x="8546354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t3258"/>
            <p:cNvSpPr/>
            <p:nvPr/>
          </p:nvSpPr>
          <p:spPr>
            <a:xfrm>
              <a:off x="8207205" y="3862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t3259"/>
            <p:cNvSpPr/>
            <p:nvPr/>
          </p:nvSpPr>
          <p:spPr>
            <a:xfrm>
              <a:off x="8828978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t3260"/>
            <p:cNvSpPr/>
            <p:nvPr/>
          </p:nvSpPr>
          <p:spPr>
            <a:xfrm>
              <a:off x="8546354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t3261"/>
            <p:cNvSpPr/>
            <p:nvPr/>
          </p:nvSpPr>
          <p:spPr>
            <a:xfrm>
              <a:off x="8433304" y="35804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t3262"/>
            <p:cNvSpPr/>
            <p:nvPr/>
          </p:nvSpPr>
          <p:spPr>
            <a:xfrm>
              <a:off x="8659404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t3263"/>
            <p:cNvSpPr/>
            <p:nvPr/>
          </p:nvSpPr>
          <p:spPr>
            <a:xfrm>
              <a:off x="8433304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t3264"/>
            <p:cNvSpPr/>
            <p:nvPr/>
          </p:nvSpPr>
          <p:spPr>
            <a:xfrm>
              <a:off x="8489829" y="33955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t3265"/>
            <p:cNvSpPr/>
            <p:nvPr/>
          </p:nvSpPr>
          <p:spPr>
            <a:xfrm>
              <a:off x="8546354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t3266"/>
            <p:cNvSpPr/>
            <p:nvPr/>
          </p:nvSpPr>
          <p:spPr>
            <a:xfrm>
              <a:off x="8207205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t3267"/>
            <p:cNvSpPr/>
            <p:nvPr/>
          </p:nvSpPr>
          <p:spPr>
            <a:xfrm>
              <a:off x="8150681" y="39111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t3268"/>
            <p:cNvSpPr/>
            <p:nvPr/>
          </p:nvSpPr>
          <p:spPr>
            <a:xfrm>
              <a:off x="8715928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t3269"/>
            <p:cNvSpPr/>
            <p:nvPr/>
          </p:nvSpPr>
          <p:spPr>
            <a:xfrm>
              <a:off x="8715928" y="3453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t3270"/>
            <p:cNvSpPr/>
            <p:nvPr/>
          </p:nvSpPr>
          <p:spPr>
            <a:xfrm>
              <a:off x="8546354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t3271"/>
            <p:cNvSpPr/>
            <p:nvPr/>
          </p:nvSpPr>
          <p:spPr>
            <a:xfrm>
              <a:off x="8094156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t3272"/>
            <p:cNvSpPr/>
            <p:nvPr/>
          </p:nvSpPr>
          <p:spPr>
            <a:xfrm>
              <a:off x="8263730" y="35804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t3273"/>
            <p:cNvSpPr/>
            <p:nvPr/>
          </p:nvSpPr>
          <p:spPr>
            <a:xfrm>
              <a:off x="8037631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t3274"/>
            <p:cNvSpPr/>
            <p:nvPr/>
          </p:nvSpPr>
          <p:spPr>
            <a:xfrm>
              <a:off x="8546354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t3275"/>
            <p:cNvSpPr/>
            <p:nvPr/>
          </p:nvSpPr>
          <p:spPr>
            <a:xfrm>
              <a:off x="8207205" y="36096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t3276"/>
            <p:cNvSpPr/>
            <p:nvPr/>
          </p:nvSpPr>
          <p:spPr>
            <a:xfrm>
              <a:off x="8489829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t3277"/>
            <p:cNvSpPr/>
            <p:nvPr/>
          </p:nvSpPr>
          <p:spPr>
            <a:xfrm>
              <a:off x="8942027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t3278"/>
            <p:cNvSpPr/>
            <p:nvPr/>
          </p:nvSpPr>
          <p:spPr>
            <a:xfrm>
              <a:off x="8489829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t3279"/>
            <p:cNvSpPr/>
            <p:nvPr/>
          </p:nvSpPr>
          <p:spPr>
            <a:xfrm>
              <a:off x="8037631" y="3862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t3280"/>
            <p:cNvSpPr/>
            <p:nvPr/>
          </p:nvSpPr>
          <p:spPr>
            <a:xfrm>
              <a:off x="8376780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t3281"/>
            <p:cNvSpPr/>
            <p:nvPr/>
          </p:nvSpPr>
          <p:spPr>
            <a:xfrm>
              <a:off x="8207205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t3282"/>
            <p:cNvSpPr/>
            <p:nvPr/>
          </p:nvSpPr>
          <p:spPr>
            <a:xfrm>
              <a:off x="8320255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t3283"/>
            <p:cNvSpPr/>
            <p:nvPr/>
          </p:nvSpPr>
          <p:spPr>
            <a:xfrm>
              <a:off x="803763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t3284"/>
            <p:cNvSpPr/>
            <p:nvPr/>
          </p:nvSpPr>
          <p:spPr>
            <a:xfrm>
              <a:off x="8150681" y="39403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t3285"/>
            <p:cNvSpPr/>
            <p:nvPr/>
          </p:nvSpPr>
          <p:spPr>
            <a:xfrm>
              <a:off x="8433304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t3286"/>
            <p:cNvSpPr/>
            <p:nvPr/>
          </p:nvSpPr>
          <p:spPr>
            <a:xfrm>
              <a:off x="8489829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t3287"/>
            <p:cNvSpPr/>
            <p:nvPr/>
          </p:nvSpPr>
          <p:spPr>
            <a:xfrm>
              <a:off x="8489829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t3288"/>
            <p:cNvSpPr/>
            <p:nvPr/>
          </p:nvSpPr>
          <p:spPr>
            <a:xfrm>
              <a:off x="820720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t3289"/>
            <p:cNvSpPr/>
            <p:nvPr/>
          </p:nvSpPr>
          <p:spPr>
            <a:xfrm>
              <a:off x="8207205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t3290"/>
            <p:cNvSpPr/>
            <p:nvPr/>
          </p:nvSpPr>
          <p:spPr>
            <a:xfrm>
              <a:off x="8433304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t3291"/>
            <p:cNvSpPr/>
            <p:nvPr/>
          </p:nvSpPr>
          <p:spPr>
            <a:xfrm>
              <a:off x="8715928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t3292"/>
            <p:cNvSpPr/>
            <p:nvPr/>
          </p:nvSpPr>
          <p:spPr>
            <a:xfrm>
              <a:off x="8376780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t3293"/>
            <p:cNvSpPr/>
            <p:nvPr/>
          </p:nvSpPr>
          <p:spPr>
            <a:xfrm>
              <a:off x="8376780" y="34636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t3294"/>
            <p:cNvSpPr/>
            <p:nvPr/>
          </p:nvSpPr>
          <p:spPr>
            <a:xfrm>
              <a:off x="8376780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t3295"/>
            <p:cNvSpPr/>
            <p:nvPr/>
          </p:nvSpPr>
          <p:spPr>
            <a:xfrm>
              <a:off x="8489829" y="33955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t3296"/>
            <p:cNvSpPr/>
            <p:nvPr/>
          </p:nvSpPr>
          <p:spPr>
            <a:xfrm>
              <a:off x="8263730" y="37555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t3297"/>
            <p:cNvSpPr/>
            <p:nvPr/>
          </p:nvSpPr>
          <p:spPr>
            <a:xfrm>
              <a:off x="8828978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t3298"/>
            <p:cNvSpPr/>
            <p:nvPr/>
          </p:nvSpPr>
          <p:spPr>
            <a:xfrm>
              <a:off x="8602879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t3299"/>
            <p:cNvSpPr/>
            <p:nvPr/>
          </p:nvSpPr>
          <p:spPr>
            <a:xfrm>
              <a:off x="8263730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t3300"/>
            <p:cNvSpPr/>
            <p:nvPr/>
          </p:nvSpPr>
          <p:spPr>
            <a:xfrm>
              <a:off x="8150681" y="38430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t3301"/>
            <p:cNvSpPr/>
            <p:nvPr/>
          </p:nvSpPr>
          <p:spPr>
            <a:xfrm>
              <a:off x="815068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t3302"/>
            <p:cNvSpPr/>
            <p:nvPr/>
          </p:nvSpPr>
          <p:spPr>
            <a:xfrm>
              <a:off x="7981106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t3303"/>
            <p:cNvSpPr/>
            <p:nvPr/>
          </p:nvSpPr>
          <p:spPr>
            <a:xfrm>
              <a:off x="8602879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t3304"/>
            <p:cNvSpPr/>
            <p:nvPr/>
          </p:nvSpPr>
          <p:spPr>
            <a:xfrm>
              <a:off x="8094156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t3305"/>
            <p:cNvSpPr/>
            <p:nvPr/>
          </p:nvSpPr>
          <p:spPr>
            <a:xfrm>
              <a:off x="8263730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t3306"/>
            <p:cNvSpPr/>
            <p:nvPr/>
          </p:nvSpPr>
          <p:spPr>
            <a:xfrm>
              <a:off x="8037631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t3307"/>
            <p:cNvSpPr/>
            <p:nvPr/>
          </p:nvSpPr>
          <p:spPr>
            <a:xfrm>
              <a:off x="8433304" y="38139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t3308"/>
            <p:cNvSpPr/>
            <p:nvPr/>
          </p:nvSpPr>
          <p:spPr>
            <a:xfrm>
              <a:off x="8772453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t3309"/>
            <p:cNvSpPr/>
            <p:nvPr/>
          </p:nvSpPr>
          <p:spPr>
            <a:xfrm>
              <a:off x="8263730" y="35512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t3310"/>
            <p:cNvSpPr/>
            <p:nvPr/>
          </p:nvSpPr>
          <p:spPr>
            <a:xfrm>
              <a:off x="8094156" y="39890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t3311"/>
            <p:cNvSpPr/>
            <p:nvPr/>
          </p:nvSpPr>
          <p:spPr>
            <a:xfrm>
              <a:off x="7868057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t3312"/>
            <p:cNvSpPr/>
            <p:nvPr/>
          </p:nvSpPr>
          <p:spPr>
            <a:xfrm>
              <a:off x="7981106" y="40571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t3313"/>
            <p:cNvSpPr/>
            <p:nvPr/>
          </p:nvSpPr>
          <p:spPr>
            <a:xfrm>
              <a:off x="8207205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t3314"/>
            <p:cNvSpPr/>
            <p:nvPr/>
          </p:nvSpPr>
          <p:spPr>
            <a:xfrm>
              <a:off x="8489829" y="34831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t3315"/>
            <p:cNvSpPr/>
            <p:nvPr/>
          </p:nvSpPr>
          <p:spPr>
            <a:xfrm>
              <a:off x="8263730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t3316"/>
            <p:cNvSpPr/>
            <p:nvPr/>
          </p:nvSpPr>
          <p:spPr>
            <a:xfrm>
              <a:off x="7981106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t3317"/>
            <p:cNvSpPr/>
            <p:nvPr/>
          </p:nvSpPr>
          <p:spPr>
            <a:xfrm>
              <a:off x="8263730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t3318"/>
            <p:cNvSpPr/>
            <p:nvPr/>
          </p:nvSpPr>
          <p:spPr>
            <a:xfrm>
              <a:off x="7868057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t3319"/>
            <p:cNvSpPr/>
            <p:nvPr/>
          </p:nvSpPr>
          <p:spPr>
            <a:xfrm>
              <a:off x="8263730" y="39403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t3320"/>
            <p:cNvSpPr/>
            <p:nvPr/>
          </p:nvSpPr>
          <p:spPr>
            <a:xfrm>
              <a:off x="8376780" y="36874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t3321"/>
            <p:cNvSpPr/>
            <p:nvPr/>
          </p:nvSpPr>
          <p:spPr>
            <a:xfrm>
              <a:off x="7868057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t3322"/>
            <p:cNvSpPr/>
            <p:nvPr/>
          </p:nvSpPr>
          <p:spPr>
            <a:xfrm>
              <a:off x="7868057" y="39890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t3323"/>
            <p:cNvSpPr/>
            <p:nvPr/>
          </p:nvSpPr>
          <p:spPr>
            <a:xfrm>
              <a:off x="8320255" y="34831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t3324"/>
            <p:cNvSpPr/>
            <p:nvPr/>
          </p:nvSpPr>
          <p:spPr>
            <a:xfrm>
              <a:off x="9224651" y="3152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t3325"/>
            <p:cNvSpPr/>
            <p:nvPr/>
          </p:nvSpPr>
          <p:spPr>
            <a:xfrm>
              <a:off x="8150681" y="33663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t3326"/>
            <p:cNvSpPr/>
            <p:nvPr/>
          </p:nvSpPr>
          <p:spPr>
            <a:xfrm>
              <a:off x="8094156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t3327"/>
            <p:cNvSpPr/>
            <p:nvPr/>
          </p:nvSpPr>
          <p:spPr>
            <a:xfrm>
              <a:off x="7868057" y="40084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t3328"/>
            <p:cNvSpPr/>
            <p:nvPr/>
          </p:nvSpPr>
          <p:spPr>
            <a:xfrm>
              <a:off x="8546354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t3329"/>
            <p:cNvSpPr/>
            <p:nvPr/>
          </p:nvSpPr>
          <p:spPr>
            <a:xfrm>
              <a:off x="7981106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t3330"/>
            <p:cNvSpPr/>
            <p:nvPr/>
          </p:nvSpPr>
          <p:spPr>
            <a:xfrm>
              <a:off x="8772453" y="35512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t3331"/>
            <p:cNvSpPr/>
            <p:nvPr/>
          </p:nvSpPr>
          <p:spPr>
            <a:xfrm>
              <a:off x="8546354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t3332"/>
            <p:cNvSpPr/>
            <p:nvPr/>
          </p:nvSpPr>
          <p:spPr>
            <a:xfrm>
              <a:off x="8150681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t3333"/>
            <p:cNvSpPr/>
            <p:nvPr/>
          </p:nvSpPr>
          <p:spPr>
            <a:xfrm>
              <a:off x="8037631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t3334"/>
            <p:cNvSpPr/>
            <p:nvPr/>
          </p:nvSpPr>
          <p:spPr>
            <a:xfrm>
              <a:off x="8433304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t3335"/>
            <p:cNvSpPr/>
            <p:nvPr/>
          </p:nvSpPr>
          <p:spPr>
            <a:xfrm>
              <a:off x="8602879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t3336"/>
            <p:cNvSpPr/>
            <p:nvPr/>
          </p:nvSpPr>
          <p:spPr>
            <a:xfrm>
              <a:off x="8433304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t3337"/>
            <p:cNvSpPr/>
            <p:nvPr/>
          </p:nvSpPr>
          <p:spPr>
            <a:xfrm>
              <a:off x="8715928" y="34831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t3338"/>
            <p:cNvSpPr/>
            <p:nvPr/>
          </p:nvSpPr>
          <p:spPr>
            <a:xfrm>
              <a:off x="8659404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t3339"/>
            <p:cNvSpPr/>
            <p:nvPr/>
          </p:nvSpPr>
          <p:spPr>
            <a:xfrm>
              <a:off x="8037631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t3340"/>
            <p:cNvSpPr/>
            <p:nvPr/>
          </p:nvSpPr>
          <p:spPr>
            <a:xfrm>
              <a:off x="8376780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t3341"/>
            <p:cNvSpPr/>
            <p:nvPr/>
          </p:nvSpPr>
          <p:spPr>
            <a:xfrm>
              <a:off x="8489829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t3342"/>
            <p:cNvSpPr/>
            <p:nvPr/>
          </p:nvSpPr>
          <p:spPr>
            <a:xfrm>
              <a:off x="8828978" y="3288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t3343"/>
            <p:cNvSpPr/>
            <p:nvPr/>
          </p:nvSpPr>
          <p:spPr>
            <a:xfrm>
              <a:off x="8659404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t3344"/>
            <p:cNvSpPr/>
            <p:nvPr/>
          </p:nvSpPr>
          <p:spPr>
            <a:xfrm>
              <a:off x="8320255" y="37555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t3345"/>
            <p:cNvSpPr/>
            <p:nvPr/>
          </p:nvSpPr>
          <p:spPr>
            <a:xfrm>
              <a:off x="8659404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t3346"/>
            <p:cNvSpPr/>
            <p:nvPr/>
          </p:nvSpPr>
          <p:spPr>
            <a:xfrm>
              <a:off x="7868057" y="3833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t3347"/>
            <p:cNvSpPr/>
            <p:nvPr/>
          </p:nvSpPr>
          <p:spPr>
            <a:xfrm>
              <a:off x="8207205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t3348"/>
            <p:cNvSpPr/>
            <p:nvPr/>
          </p:nvSpPr>
          <p:spPr>
            <a:xfrm>
              <a:off x="8546354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t3349"/>
            <p:cNvSpPr/>
            <p:nvPr/>
          </p:nvSpPr>
          <p:spPr>
            <a:xfrm>
              <a:off x="8263730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t3350"/>
            <p:cNvSpPr/>
            <p:nvPr/>
          </p:nvSpPr>
          <p:spPr>
            <a:xfrm>
              <a:off x="8602879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t3351"/>
            <p:cNvSpPr/>
            <p:nvPr/>
          </p:nvSpPr>
          <p:spPr>
            <a:xfrm>
              <a:off x="8150681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t3352"/>
            <p:cNvSpPr/>
            <p:nvPr/>
          </p:nvSpPr>
          <p:spPr>
            <a:xfrm>
              <a:off x="8207205" y="39890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t3353"/>
            <p:cNvSpPr/>
            <p:nvPr/>
          </p:nvSpPr>
          <p:spPr>
            <a:xfrm>
              <a:off x="7981106" y="4096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t3354"/>
            <p:cNvSpPr/>
            <p:nvPr/>
          </p:nvSpPr>
          <p:spPr>
            <a:xfrm>
              <a:off x="7868057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t3355"/>
            <p:cNvSpPr/>
            <p:nvPr/>
          </p:nvSpPr>
          <p:spPr>
            <a:xfrm>
              <a:off x="8320255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t3356"/>
            <p:cNvSpPr/>
            <p:nvPr/>
          </p:nvSpPr>
          <p:spPr>
            <a:xfrm>
              <a:off x="8320255" y="36290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t3357"/>
            <p:cNvSpPr/>
            <p:nvPr/>
          </p:nvSpPr>
          <p:spPr>
            <a:xfrm>
              <a:off x="8320255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t3358"/>
            <p:cNvSpPr/>
            <p:nvPr/>
          </p:nvSpPr>
          <p:spPr>
            <a:xfrm>
              <a:off x="7868057" y="3833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t3359"/>
            <p:cNvSpPr/>
            <p:nvPr/>
          </p:nvSpPr>
          <p:spPr>
            <a:xfrm>
              <a:off x="8207205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t3360"/>
            <p:cNvSpPr/>
            <p:nvPr/>
          </p:nvSpPr>
          <p:spPr>
            <a:xfrm>
              <a:off x="8263730" y="35025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t3361"/>
            <p:cNvSpPr/>
            <p:nvPr/>
          </p:nvSpPr>
          <p:spPr>
            <a:xfrm>
              <a:off x="7924582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t3362"/>
            <p:cNvSpPr/>
            <p:nvPr/>
          </p:nvSpPr>
          <p:spPr>
            <a:xfrm>
              <a:off x="7981106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t3363"/>
            <p:cNvSpPr/>
            <p:nvPr/>
          </p:nvSpPr>
          <p:spPr>
            <a:xfrm>
              <a:off x="8094156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t3364"/>
            <p:cNvSpPr/>
            <p:nvPr/>
          </p:nvSpPr>
          <p:spPr>
            <a:xfrm>
              <a:off x="8320255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t3365"/>
            <p:cNvSpPr/>
            <p:nvPr/>
          </p:nvSpPr>
          <p:spPr>
            <a:xfrm>
              <a:off x="7868057" y="4134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t3366"/>
            <p:cNvSpPr/>
            <p:nvPr/>
          </p:nvSpPr>
          <p:spPr>
            <a:xfrm>
              <a:off x="8320255" y="35415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t3367"/>
            <p:cNvSpPr/>
            <p:nvPr/>
          </p:nvSpPr>
          <p:spPr>
            <a:xfrm>
              <a:off x="803763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t3368"/>
            <p:cNvSpPr/>
            <p:nvPr/>
          </p:nvSpPr>
          <p:spPr>
            <a:xfrm>
              <a:off x="8433304" y="36582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t3369"/>
            <p:cNvSpPr/>
            <p:nvPr/>
          </p:nvSpPr>
          <p:spPr>
            <a:xfrm>
              <a:off x="8263730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t3370"/>
            <p:cNvSpPr/>
            <p:nvPr/>
          </p:nvSpPr>
          <p:spPr>
            <a:xfrm>
              <a:off x="8207205" y="38528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t3371"/>
            <p:cNvSpPr/>
            <p:nvPr/>
          </p:nvSpPr>
          <p:spPr>
            <a:xfrm>
              <a:off x="8263730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t3372"/>
            <p:cNvSpPr/>
            <p:nvPr/>
          </p:nvSpPr>
          <p:spPr>
            <a:xfrm>
              <a:off x="8885503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t3373"/>
            <p:cNvSpPr/>
            <p:nvPr/>
          </p:nvSpPr>
          <p:spPr>
            <a:xfrm>
              <a:off x="8942027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t3374"/>
            <p:cNvSpPr/>
            <p:nvPr/>
          </p:nvSpPr>
          <p:spPr>
            <a:xfrm>
              <a:off x="8433304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t3375"/>
            <p:cNvSpPr/>
            <p:nvPr/>
          </p:nvSpPr>
          <p:spPr>
            <a:xfrm>
              <a:off x="8659404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t3376"/>
            <p:cNvSpPr/>
            <p:nvPr/>
          </p:nvSpPr>
          <p:spPr>
            <a:xfrm>
              <a:off x="8659404" y="3453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t3377"/>
            <p:cNvSpPr/>
            <p:nvPr/>
          </p:nvSpPr>
          <p:spPr>
            <a:xfrm>
              <a:off x="7981106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t3378"/>
            <p:cNvSpPr/>
            <p:nvPr/>
          </p:nvSpPr>
          <p:spPr>
            <a:xfrm>
              <a:off x="8772453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t3379"/>
            <p:cNvSpPr/>
            <p:nvPr/>
          </p:nvSpPr>
          <p:spPr>
            <a:xfrm>
              <a:off x="8659404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t3380"/>
            <p:cNvSpPr/>
            <p:nvPr/>
          </p:nvSpPr>
          <p:spPr>
            <a:xfrm>
              <a:off x="8037631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t3381"/>
            <p:cNvSpPr/>
            <p:nvPr/>
          </p:nvSpPr>
          <p:spPr>
            <a:xfrm>
              <a:off x="7981106" y="37458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t3382"/>
            <p:cNvSpPr/>
            <p:nvPr/>
          </p:nvSpPr>
          <p:spPr>
            <a:xfrm>
              <a:off x="7924582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t3383"/>
            <p:cNvSpPr/>
            <p:nvPr/>
          </p:nvSpPr>
          <p:spPr>
            <a:xfrm>
              <a:off x="8037631" y="3862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t3384"/>
            <p:cNvSpPr/>
            <p:nvPr/>
          </p:nvSpPr>
          <p:spPr>
            <a:xfrm>
              <a:off x="7868057" y="4066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t3385"/>
            <p:cNvSpPr/>
            <p:nvPr/>
          </p:nvSpPr>
          <p:spPr>
            <a:xfrm>
              <a:off x="8320255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t3386"/>
            <p:cNvSpPr/>
            <p:nvPr/>
          </p:nvSpPr>
          <p:spPr>
            <a:xfrm>
              <a:off x="8263730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t3387"/>
            <p:cNvSpPr/>
            <p:nvPr/>
          </p:nvSpPr>
          <p:spPr>
            <a:xfrm>
              <a:off x="7868057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t3388"/>
            <p:cNvSpPr/>
            <p:nvPr/>
          </p:nvSpPr>
          <p:spPr>
            <a:xfrm>
              <a:off x="8602879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t3389"/>
            <p:cNvSpPr/>
            <p:nvPr/>
          </p:nvSpPr>
          <p:spPr>
            <a:xfrm>
              <a:off x="7981106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t3390"/>
            <p:cNvSpPr/>
            <p:nvPr/>
          </p:nvSpPr>
          <p:spPr>
            <a:xfrm>
              <a:off x="8207205" y="38041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g3391"/>
            <p:cNvSpPr/>
            <p:nvPr/>
          </p:nvSpPr>
          <p:spPr>
            <a:xfrm>
              <a:off x="7887335" y="2979722"/>
              <a:ext cx="1808792" cy="1053601"/>
            </a:xfrm>
            <a:custGeom>
              <a:avLst/>
              <a:pathLst>
                <a:path w="1808792" h="1053601">
                  <a:moveTo>
                    <a:pt x="0" y="952980"/>
                  </a:moveTo>
                  <a:lnTo>
                    <a:pt x="22896" y="939186"/>
                  </a:lnTo>
                  <a:lnTo>
                    <a:pt x="45792" y="925362"/>
                  </a:lnTo>
                  <a:lnTo>
                    <a:pt x="68688" y="911500"/>
                  </a:lnTo>
                  <a:lnTo>
                    <a:pt x="91584" y="897588"/>
                  </a:lnTo>
                  <a:lnTo>
                    <a:pt x="114480" y="883615"/>
                  </a:lnTo>
                  <a:lnTo>
                    <a:pt x="137376" y="869572"/>
                  </a:lnTo>
                  <a:lnTo>
                    <a:pt x="160272" y="855447"/>
                  </a:lnTo>
                  <a:lnTo>
                    <a:pt x="183168" y="841233"/>
                  </a:lnTo>
                  <a:lnTo>
                    <a:pt x="206064" y="826925"/>
                  </a:lnTo>
                  <a:lnTo>
                    <a:pt x="228961" y="812526"/>
                  </a:lnTo>
                  <a:lnTo>
                    <a:pt x="251857" y="798042"/>
                  </a:lnTo>
                  <a:lnTo>
                    <a:pt x="274753" y="783490"/>
                  </a:lnTo>
                  <a:lnTo>
                    <a:pt x="297649" y="768892"/>
                  </a:lnTo>
                  <a:lnTo>
                    <a:pt x="320545" y="754275"/>
                  </a:lnTo>
                  <a:lnTo>
                    <a:pt x="343441" y="739672"/>
                  </a:lnTo>
                  <a:lnTo>
                    <a:pt x="366337" y="725115"/>
                  </a:lnTo>
                  <a:lnTo>
                    <a:pt x="389233" y="710636"/>
                  </a:lnTo>
                  <a:lnTo>
                    <a:pt x="412129" y="696266"/>
                  </a:lnTo>
                  <a:lnTo>
                    <a:pt x="435026" y="682030"/>
                  </a:lnTo>
                  <a:lnTo>
                    <a:pt x="457922" y="667950"/>
                  </a:lnTo>
                  <a:lnTo>
                    <a:pt x="480818" y="654044"/>
                  </a:lnTo>
                  <a:lnTo>
                    <a:pt x="503714" y="640328"/>
                  </a:lnTo>
                  <a:lnTo>
                    <a:pt x="526610" y="626811"/>
                  </a:lnTo>
                  <a:lnTo>
                    <a:pt x="549506" y="613500"/>
                  </a:lnTo>
                  <a:lnTo>
                    <a:pt x="572402" y="600400"/>
                  </a:lnTo>
                  <a:lnTo>
                    <a:pt x="595298" y="587512"/>
                  </a:lnTo>
                  <a:lnTo>
                    <a:pt x="618194" y="574834"/>
                  </a:lnTo>
                  <a:lnTo>
                    <a:pt x="641091" y="562364"/>
                  </a:lnTo>
                  <a:lnTo>
                    <a:pt x="663987" y="550096"/>
                  </a:lnTo>
                  <a:lnTo>
                    <a:pt x="686883" y="538020"/>
                  </a:lnTo>
                  <a:lnTo>
                    <a:pt x="709779" y="526128"/>
                  </a:lnTo>
                  <a:lnTo>
                    <a:pt x="732675" y="514407"/>
                  </a:lnTo>
                  <a:lnTo>
                    <a:pt x="755571" y="502843"/>
                  </a:lnTo>
                  <a:lnTo>
                    <a:pt x="778467" y="491420"/>
                  </a:lnTo>
                  <a:lnTo>
                    <a:pt x="801363" y="480124"/>
                  </a:lnTo>
                  <a:lnTo>
                    <a:pt x="824259" y="468935"/>
                  </a:lnTo>
                  <a:lnTo>
                    <a:pt x="847156" y="457836"/>
                  </a:lnTo>
                  <a:lnTo>
                    <a:pt x="870052" y="446811"/>
                  </a:lnTo>
                  <a:lnTo>
                    <a:pt x="892948" y="435840"/>
                  </a:lnTo>
                  <a:lnTo>
                    <a:pt x="915844" y="424910"/>
                  </a:lnTo>
                  <a:lnTo>
                    <a:pt x="938740" y="414005"/>
                  </a:lnTo>
                  <a:lnTo>
                    <a:pt x="961636" y="403113"/>
                  </a:lnTo>
                  <a:lnTo>
                    <a:pt x="984532" y="392224"/>
                  </a:lnTo>
                  <a:lnTo>
                    <a:pt x="1007428" y="381331"/>
                  </a:lnTo>
                  <a:lnTo>
                    <a:pt x="1030324" y="370427"/>
                  </a:lnTo>
                  <a:lnTo>
                    <a:pt x="1053221" y="359508"/>
                  </a:lnTo>
                  <a:lnTo>
                    <a:pt x="1076117" y="348573"/>
                  </a:lnTo>
                  <a:lnTo>
                    <a:pt x="1099013" y="337621"/>
                  </a:lnTo>
                  <a:lnTo>
                    <a:pt x="1121909" y="326652"/>
                  </a:lnTo>
                  <a:lnTo>
                    <a:pt x="1144805" y="315668"/>
                  </a:lnTo>
                  <a:lnTo>
                    <a:pt x="1167701" y="304671"/>
                  </a:lnTo>
                  <a:lnTo>
                    <a:pt x="1190597" y="293662"/>
                  </a:lnTo>
                  <a:lnTo>
                    <a:pt x="1213493" y="282645"/>
                  </a:lnTo>
                  <a:lnTo>
                    <a:pt x="1236389" y="271622"/>
                  </a:lnTo>
                  <a:lnTo>
                    <a:pt x="1259285" y="260596"/>
                  </a:lnTo>
                  <a:lnTo>
                    <a:pt x="1282182" y="249570"/>
                  </a:lnTo>
                  <a:lnTo>
                    <a:pt x="1305078" y="238545"/>
                  </a:lnTo>
                  <a:lnTo>
                    <a:pt x="1327974" y="227526"/>
                  </a:lnTo>
                  <a:lnTo>
                    <a:pt x="1350870" y="216513"/>
                  </a:lnTo>
                  <a:lnTo>
                    <a:pt x="1373766" y="205509"/>
                  </a:lnTo>
                  <a:lnTo>
                    <a:pt x="1396662" y="194516"/>
                  </a:lnTo>
                  <a:lnTo>
                    <a:pt x="1419558" y="183536"/>
                  </a:lnTo>
                  <a:lnTo>
                    <a:pt x="1442454" y="172570"/>
                  </a:lnTo>
                  <a:lnTo>
                    <a:pt x="1465350" y="161620"/>
                  </a:lnTo>
                  <a:lnTo>
                    <a:pt x="1488247" y="150687"/>
                  </a:lnTo>
                  <a:lnTo>
                    <a:pt x="1511143" y="139773"/>
                  </a:lnTo>
                  <a:lnTo>
                    <a:pt x="1534039" y="128879"/>
                  </a:lnTo>
                  <a:lnTo>
                    <a:pt x="1556935" y="118006"/>
                  </a:lnTo>
                  <a:lnTo>
                    <a:pt x="1579831" y="107154"/>
                  </a:lnTo>
                  <a:lnTo>
                    <a:pt x="1602727" y="96325"/>
                  </a:lnTo>
                  <a:lnTo>
                    <a:pt x="1625623" y="85520"/>
                  </a:lnTo>
                  <a:lnTo>
                    <a:pt x="1648519" y="74739"/>
                  </a:lnTo>
                  <a:lnTo>
                    <a:pt x="1671415" y="63982"/>
                  </a:lnTo>
                  <a:lnTo>
                    <a:pt x="1694312" y="53252"/>
                  </a:lnTo>
                  <a:lnTo>
                    <a:pt x="1717208" y="42547"/>
                  </a:lnTo>
                  <a:lnTo>
                    <a:pt x="1740104" y="31869"/>
                  </a:lnTo>
                  <a:lnTo>
                    <a:pt x="1763000" y="21218"/>
                  </a:lnTo>
                  <a:lnTo>
                    <a:pt x="1785896" y="10595"/>
                  </a:lnTo>
                  <a:lnTo>
                    <a:pt x="1808792" y="0"/>
                  </a:lnTo>
                  <a:lnTo>
                    <a:pt x="1808792" y="457784"/>
                  </a:lnTo>
                  <a:lnTo>
                    <a:pt x="1785896" y="451849"/>
                  </a:lnTo>
                  <a:lnTo>
                    <a:pt x="1763000" y="446270"/>
                  </a:lnTo>
                  <a:lnTo>
                    <a:pt x="1740104" y="441046"/>
                  </a:lnTo>
                  <a:lnTo>
                    <a:pt x="1717208" y="436179"/>
                  </a:lnTo>
                  <a:lnTo>
                    <a:pt x="1694312" y="431667"/>
                  </a:lnTo>
                  <a:lnTo>
                    <a:pt x="1671415" y="427513"/>
                  </a:lnTo>
                  <a:lnTo>
                    <a:pt x="1648519" y="423717"/>
                  </a:lnTo>
                  <a:lnTo>
                    <a:pt x="1625623" y="420279"/>
                  </a:lnTo>
                  <a:lnTo>
                    <a:pt x="1602727" y="417200"/>
                  </a:lnTo>
                  <a:lnTo>
                    <a:pt x="1579831" y="414480"/>
                  </a:lnTo>
                  <a:lnTo>
                    <a:pt x="1556935" y="412121"/>
                  </a:lnTo>
                  <a:lnTo>
                    <a:pt x="1534039" y="410124"/>
                  </a:lnTo>
                  <a:lnTo>
                    <a:pt x="1511143" y="408488"/>
                  </a:lnTo>
                  <a:lnTo>
                    <a:pt x="1488247" y="407217"/>
                  </a:lnTo>
                  <a:lnTo>
                    <a:pt x="1465350" y="406309"/>
                  </a:lnTo>
                  <a:lnTo>
                    <a:pt x="1442454" y="405768"/>
                  </a:lnTo>
                  <a:lnTo>
                    <a:pt x="1419558" y="405594"/>
                  </a:lnTo>
                  <a:lnTo>
                    <a:pt x="1396662" y="405788"/>
                  </a:lnTo>
                  <a:lnTo>
                    <a:pt x="1373766" y="406354"/>
                  </a:lnTo>
                  <a:lnTo>
                    <a:pt x="1350870" y="407291"/>
                  </a:lnTo>
                  <a:lnTo>
                    <a:pt x="1327974" y="408602"/>
                  </a:lnTo>
                  <a:lnTo>
                    <a:pt x="1305078" y="410290"/>
                  </a:lnTo>
                  <a:lnTo>
                    <a:pt x="1282182" y="412357"/>
                  </a:lnTo>
                  <a:lnTo>
                    <a:pt x="1259285" y="414805"/>
                  </a:lnTo>
                  <a:lnTo>
                    <a:pt x="1236389" y="417636"/>
                  </a:lnTo>
                  <a:lnTo>
                    <a:pt x="1213493" y="420853"/>
                  </a:lnTo>
                  <a:lnTo>
                    <a:pt x="1190597" y="424460"/>
                  </a:lnTo>
                  <a:lnTo>
                    <a:pt x="1167701" y="428458"/>
                  </a:lnTo>
                  <a:lnTo>
                    <a:pt x="1144805" y="432850"/>
                  </a:lnTo>
                  <a:lnTo>
                    <a:pt x="1121909" y="437639"/>
                  </a:lnTo>
                  <a:lnTo>
                    <a:pt x="1099013" y="442827"/>
                  </a:lnTo>
                  <a:lnTo>
                    <a:pt x="1076117" y="448414"/>
                  </a:lnTo>
                  <a:lnTo>
                    <a:pt x="1053221" y="454402"/>
                  </a:lnTo>
                  <a:lnTo>
                    <a:pt x="1030324" y="460790"/>
                  </a:lnTo>
                  <a:lnTo>
                    <a:pt x="1007428" y="467575"/>
                  </a:lnTo>
                  <a:lnTo>
                    <a:pt x="984532" y="474753"/>
                  </a:lnTo>
                  <a:lnTo>
                    <a:pt x="961636" y="482320"/>
                  </a:lnTo>
                  <a:lnTo>
                    <a:pt x="938740" y="490267"/>
                  </a:lnTo>
                  <a:lnTo>
                    <a:pt x="915844" y="498584"/>
                  </a:lnTo>
                  <a:lnTo>
                    <a:pt x="892948" y="507258"/>
                  </a:lnTo>
                  <a:lnTo>
                    <a:pt x="870052" y="516276"/>
                  </a:lnTo>
                  <a:lnTo>
                    <a:pt x="847156" y="525622"/>
                  </a:lnTo>
                  <a:lnTo>
                    <a:pt x="824259" y="535278"/>
                  </a:lnTo>
                  <a:lnTo>
                    <a:pt x="801363" y="545227"/>
                  </a:lnTo>
                  <a:lnTo>
                    <a:pt x="778467" y="555451"/>
                  </a:lnTo>
                  <a:lnTo>
                    <a:pt x="755571" y="565933"/>
                  </a:lnTo>
                  <a:lnTo>
                    <a:pt x="732675" y="576656"/>
                  </a:lnTo>
                  <a:lnTo>
                    <a:pt x="709779" y="587606"/>
                  </a:lnTo>
                  <a:lnTo>
                    <a:pt x="686883" y="598767"/>
                  </a:lnTo>
                  <a:lnTo>
                    <a:pt x="663987" y="610128"/>
                  </a:lnTo>
                  <a:lnTo>
                    <a:pt x="641091" y="621680"/>
                  </a:lnTo>
                  <a:lnTo>
                    <a:pt x="618194" y="633413"/>
                  </a:lnTo>
                  <a:lnTo>
                    <a:pt x="595298" y="645322"/>
                  </a:lnTo>
                  <a:lnTo>
                    <a:pt x="572402" y="657404"/>
                  </a:lnTo>
                  <a:lnTo>
                    <a:pt x="549506" y="669657"/>
                  </a:lnTo>
                  <a:lnTo>
                    <a:pt x="526610" y="682082"/>
                  </a:lnTo>
                  <a:lnTo>
                    <a:pt x="503714" y="694684"/>
                  </a:lnTo>
                  <a:lnTo>
                    <a:pt x="480818" y="707470"/>
                  </a:lnTo>
                  <a:lnTo>
                    <a:pt x="457922" y="720450"/>
                  </a:lnTo>
                  <a:lnTo>
                    <a:pt x="435026" y="733639"/>
                  </a:lnTo>
                  <a:lnTo>
                    <a:pt x="412129" y="747054"/>
                  </a:lnTo>
                  <a:lnTo>
                    <a:pt x="389233" y="760719"/>
                  </a:lnTo>
                  <a:lnTo>
                    <a:pt x="366337" y="774659"/>
                  </a:lnTo>
                  <a:lnTo>
                    <a:pt x="343441" y="788903"/>
                  </a:lnTo>
                  <a:lnTo>
                    <a:pt x="320545" y="803485"/>
                  </a:lnTo>
                  <a:lnTo>
                    <a:pt x="297649" y="818436"/>
                  </a:lnTo>
                  <a:lnTo>
                    <a:pt x="274753" y="833789"/>
                  </a:lnTo>
                  <a:lnTo>
                    <a:pt x="251857" y="849571"/>
                  </a:lnTo>
                  <a:lnTo>
                    <a:pt x="228961" y="865805"/>
                  </a:lnTo>
                  <a:lnTo>
                    <a:pt x="206064" y="882506"/>
                  </a:lnTo>
                  <a:lnTo>
                    <a:pt x="183168" y="899683"/>
                  </a:lnTo>
                  <a:lnTo>
                    <a:pt x="160272" y="917336"/>
                  </a:lnTo>
                  <a:lnTo>
                    <a:pt x="137376" y="935461"/>
                  </a:lnTo>
                  <a:lnTo>
                    <a:pt x="114480" y="954050"/>
                  </a:lnTo>
                  <a:lnTo>
                    <a:pt x="91584" y="973095"/>
                  </a:lnTo>
                  <a:lnTo>
                    <a:pt x="68688" y="992582"/>
                  </a:lnTo>
                  <a:lnTo>
                    <a:pt x="45792" y="1012503"/>
                  </a:lnTo>
                  <a:lnTo>
                    <a:pt x="22896" y="1032845"/>
                  </a:lnTo>
                  <a:lnTo>
                    <a:pt x="0" y="105360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7887335" y="2979722"/>
              <a:ext cx="1808792" cy="952980"/>
            </a:xfrm>
            <a:custGeom>
              <a:avLst/>
              <a:pathLst>
                <a:path w="1808792" h="952980">
                  <a:moveTo>
                    <a:pt x="0" y="952980"/>
                  </a:moveTo>
                  <a:lnTo>
                    <a:pt x="22896" y="939186"/>
                  </a:lnTo>
                  <a:lnTo>
                    <a:pt x="45792" y="925362"/>
                  </a:lnTo>
                  <a:lnTo>
                    <a:pt x="68688" y="911500"/>
                  </a:lnTo>
                  <a:lnTo>
                    <a:pt x="91584" y="897588"/>
                  </a:lnTo>
                  <a:lnTo>
                    <a:pt x="114480" y="883615"/>
                  </a:lnTo>
                  <a:lnTo>
                    <a:pt x="137376" y="869572"/>
                  </a:lnTo>
                  <a:lnTo>
                    <a:pt x="160272" y="855447"/>
                  </a:lnTo>
                  <a:lnTo>
                    <a:pt x="183168" y="841233"/>
                  </a:lnTo>
                  <a:lnTo>
                    <a:pt x="206064" y="826925"/>
                  </a:lnTo>
                  <a:lnTo>
                    <a:pt x="228961" y="812526"/>
                  </a:lnTo>
                  <a:lnTo>
                    <a:pt x="251857" y="798042"/>
                  </a:lnTo>
                  <a:lnTo>
                    <a:pt x="274753" y="783490"/>
                  </a:lnTo>
                  <a:lnTo>
                    <a:pt x="297649" y="768892"/>
                  </a:lnTo>
                  <a:lnTo>
                    <a:pt x="320545" y="754275"/>
                  </a:lnTo>
                  <a:lnTo>
                    <a:pt x="343441" y="739672"/>
                  </a:lnTo>
                  <a:lnTo>
                    <a:pt x="366337" y="725115"/>
                  </a:lnTo>
                  <a:lnTo>
                    <a:pt x="389233" y="710636"/>
                  </a:lnTo>
                  <a:lnTo>
                    <a:pt x="412129" y="696266"/>
                  </a:lnTo>
                  <a:lnTo>
                    <a:pt x="435026" y="682030"/>
                  </a:lnTo>
                  <a:lnTo>
                    <a:pt x="457922" y="667950"/>
                  </a:lnTo>
                  <a:lnTo>
                    <a:pt x="480818" y="654044"/>
                  </a:lnTo>
                  <a:lnTo>
                    <a:pt x="503714" y="640328"/>
                  </a:lnTo>
                  <a:lnTo>
                    <a:pt x="526610" y="626811"/>
                  </a:lnTo>
                  <a:lnTo>
                    <a:pt x="549506" y="613500"/>
                  </a:lnTo>
                  <a:lnTo>
                    <a:pt x="572402" y="600400"/>
                  </a:lnTo>
                  <a:lnTo>
                    <a:pt x="595298" y="587512"/>
                  </a:lnTo>
                  <a:lnTo>
                    <a:pt x="618194" y="574834"/>
                  </a:lnTo>
                  <a:lnTo>
                    <a:pt x="641091" y="562364"/>
                  </a:lnTo>
                  <a:lnTo>
                    <a:pt x="663987" y="550096"/>
                  </a:lnTo>
                  <a:lnTo>
                    <a:pt x="686883" y="538020"/>
                  </a:lnTo>
                  <a:lnTo>
                    <a:pt x="709779" y="526128"/>
                  </a:lnTo>
                  <a:lnTo>
                    <a:pt x="732675" y="514407"/>
                  </a:lnTo>
                  <a:lnTo>
                    <a:pt x="755571" y="502843"/>
                  </a:lnTo>
                  <a:lnTo>
                    <a:pt x="778467" y="491420"/>
                  </a:lnTo>
                  <a:lnTo>
                    <a:pt x="801363" y="480124"/>
                  </a:lnTo>
                  <a:lnTo>
                    <a:pt x="824259" y="468935"/>
                  </a:lnTo>
                  <a:lnTo>
                    <a:pt x="847156" y="457836"/>
                  </a:lnTo>
                  <a:lnTo>
                    <a:pt x="870052" y="446811"/>
                  </a:lnTo>
                  <a:lnTo>
                    <a:pt x="892948" y="435840"/>
                  </a:lnTo>
                  <a:lnTo>
                    <a:pt x="915844" y="424910"/>
                  </a:lnTo>
                  <a:lnTo>
                    <a:pt x="938740" y="414005"/>
                  </a:lnTo>
                  <a:lnTo>
                    <a:pt x="961636" y="403113"/>
                  </a:lnTo>
                  <a:lnTo>
                    <a:pt x="984532" y="392224"/>
                  </a:lnTo>
                  <a:lnTo>
                    <a:pt x="1007428" y="381331"/>
                  </a:lnTo>
                  <a:lnTo>
                    <a:pt x="1030324" y="370427"/>
                  </a:lnTo>
                  <a:lnTo>
                    <a:pt x="1053221" y="359508"/>
                  </a:lnTo>
                  <a:lnTo>
                    <a:pt x="1076117" y="348573"/>
                  </a:lnTo>
                  <a:lnTo>
                    <a:pt x="1099013" y="337621"/>
                  </a:lnTo>
                  <a:lnTo>
                    <a:pt x="1121909" y="326652"/>
                  </a:lnTo>
                  <a:lnTo>
                    <a:pt x="1144805" y="315668"/>
                  </a:lnTo>
                  <a:lnTo>
                    <a:pt x="1167701" y="304671"/>
                  </a:lnTo>
                  <a:lnTo>
                    <a:pt x="1190597" y="293662"/>
                  </a:lnTo>
                  <a:lnTo>
                    <a:pt x="1213493" y="282645"/>
                  </a:lnTo>
                  <a:lnTo>
                    <a:pt x="1236389" y="271622"/>
                  </a:lnTo>
                  <a:lnTo>
                    <a:pt x="1259285" y="260596"/>
                  </a:lnTo>
                  <a:lnTo>
                    <a:pt x="1282182" y="249570"/>
                  </a:lnTo>
                  <a:lnTo>
                    <a:pt x="1305078" y="238545"/>
                  </a:lnTo>
                  <a:lnTo>
                    <a:pt x="1327974" y="227526"/>
                  </a:lnTo>
                  <a:lnTo>
                    <a:pt x="1350870" y="216513"/>
                  </a:lnTo>
                  <a:lnTo>
                    <a:pt x="1373766" y="205509"/>
                  </a:lnTo>
                  <a:lnTo>
                    <a:pt x="1396662" y="194516"/>
                  </a:lnTo>
                  <a:lnTo>
                    <a:pt x="1419558" y="183536"/>
                  </a:lnTo>
                  <a:lnTo>
                    <a:pt x="1442454" y="172570"/>
                  </a:lnTo>
                  <a:lnTo>
                    <a:pt x="1465350" y="161620"/>
                  </a:lnTo>
                  <a:lnTo>
                    <a:pt x="1488247" y="150687"/>
                  </a:lnTo>
                  <a:lnTo>
                    <a:pt x="1511143" y="139773"/>
                  </a:lnTo>
                  <a:lnTo>
                    <a:pt x="1534039" y="128879"/>
                  </a:lnTo>
                  <a:lnTo>
                    <a:pt x="1556935" y="118006"/>
                  </a:lnTo>
                  <a:lnTo>
                    <a:pt x="1579831" y="107154"/>
                  </a:lnTo>
                  <a:lnTo>
                    <a:pt x="1602727" y="96325"/>
                  </a:lnTo>
                  <a:lnTo>
                    <a:pt x="1625623" y="85520"/>
                  </a:lnTo>
                  <a:lnTo>
                    <a:pt x="1648519" y="74739"/>
                  </a:lnTo>
                  <a:lnTo>
                    <a:pt x="1671415" y="63982"/>
                  </a:lnTo>
                  <a:lnTo>
                    <a:pt x="1694312" y="53252"/>
                  </a:lnTo>
                  <a:lnTo>
                    <a:pt x="1717208" y="42547"/>
                  </a:lnTo>
                  <a:lnTo>
                    <a:pt x="1740104" y="31869"/>
                  </a:lnTo>
                  <a:lnTo>
                    <a:pt x="1763000" y="21218"/>
                  </a:lnTo>
                  <a:lnTo>
                    <a:pt x="1785896" y="10595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7887335" y="3385316"/>
              <a:ext cx="1808792" cy="648007"/>
            </a:xfrm>
            <a:custGeom>
              <a:avLst/>
              <a:pathLst>
                <a:path w="1808792" h="648007">
                  <a:moveTo>
                    <a:pt x="1808792" y="52190"/>
                  </a:moveTo>
                  <a:lnTo>
                    <a:pt x="1785896" y="46255"/>
                  </a:lnTo>
                  <a:lnTo>
                    <a:pt x="1763000" y="40676"/>
                  </a:lnTo>
                  <a:lnTo>
                    <a:pt x="1740104" y="35452"/>
                  </a:lnTo>
                  <a:lnTo>
                    <a:pt x="1717208" y="30584"/>
                  </a:lnTo>
                  <a:lnTo>
                    <a:pt x="1694312" y="26073"/>
                  </a:lnTo>
                  <a:lnTo>
                    <a:pt x="1671415" y="21919"/>
                  </a:lnTo>
                  <a:lnTo>
                    <a:pt x="1648519" y="18123"/>
                  </a:lnTo>
                  <a:lnTo>
                    <a:pt x="1625623" y="14685"/>
                  </a:lnTo>
                  <a:lnTo>
                    <a:pt x="1602727" y="11605"/>
                  </a:lnTo>
                  <a:lnTo>
                    <a:pt x="1579831" y="8886"/>
                  </a:lnTo>
                  <a:lnTo>
                    <a:pt x="1556935" y="6527"/>
                  </a:lnTo>
                  <a:lnTo>
                    <a:pt x="1534039" y="4529"/>
                  </a:lnTo>
                  <a:lnTo>
                    <a:pt x="1511143" y="2894"/>
                  </a:lnTo>
                  <a:lnTo>
                    <a:pt x="1488247" y="1622"/>
                  </a:lnTo>
                  <a:lnTo>
                    <a:pt x="1465350" y="715"/>
                  </a:lnTo>
                  <a:lnTo>
                    <a:pt x="1442454" y="174"/>
                  </a:lnTo>
                  <a:lnTo>
                    <a:pt x="1419558" y="0"/>
                  </a:lnTo>
                  <a:lnTo>
                    <a:pt x="1396662" y="194"/>
                  </a:lnTo>
                  <a:lnTo>
                    <a:pt x="1373766" y="759"/>
                  </a:lnTo>
                  <a:lnTo>
                    <a:pt x="1350870" y="1697"/>
                  </a:lnTo>
                  <a:lnTo>
                    <a:pt x="1327974" y="3008"/>
                  </a:lnTo>
                  <a:lnTo>
                    <a:pt x="1305078" y="4696"/>
                  </a:lnTo>
                  <a:lnTo>
                    <a:pt x="1282182" y="6763"/>
                  </a:lnTo>
                  <a:lnTo>
                    <a:pt x="1259285" y="9210"/>
                  </a:lnTo>
                  <a:lnTo>
                    <a:pt x="1236389" y="12042"/>
                  </a:lnTo>
                  <a:lnTo>
                    <a:pt x="1213493" y="15259"/>
                  </a:lnTo>
                  <a:lnTo>
                    <a:pt x="1190597" y="18866"/>
                  </a:lnTo>
                  <a:lnTo>
                    <a:pt x="1167701" y="22864"/>
                  </a:lnTo>
                  <a:lnTo>
                    <a:pt x="1144805" y="27256"/>
                  </a:lnTo>
                  <a:lnTo>
                    <a:pt x="1121909" y="32045"/>
                  </a:lnTo>
                  <a:lnTo>
                    <a:pt x="1099013" y="37233"/>
                  </a:lnTo>
                  <a:lnTo>
                    <a:pt x="1076117" y="42820"/>
                  </a:lnTo>
                  <a:lnTo>
                    <a:pt x="1053221" y="48808"/>
                  </a:lnTo>
                  <a:lnTo>
                    <a:pt x="1030324" y="55195"/>
                  </a:lnTo>
                  <a:lnTo>
                    <a:pt x="1007428" y="61980"/>
                  </a:lnTo>
                  <a:lnTo>
                    <a:pt x="984532" y="69159"/>
                  </a:lnTo>
                  <a:lnTo>
                    <a:pt x="961636" y="76726"/>
                  </a:lnTo>
                  <a:lnTo>
                    <a:pt x="938740" y="84673"/>
                  </a:lnTo>
                  <a:lnTo>
                    <a:pt x="915844" y="92990"/>
                  </a:lnTo>
                  <a:lnTo>
                    <a:pt x="892948" y="101664"/>
                  </a:lnTo>
                  <a:lnTo>
                    <a:pt x="870052" y="110682"/>
                  </a:lnTo>
                  <a:lnTo>
                    <a:pt x="847156" y="120027"/>
                  </a:lnTo>
                  <a:lnTo>
                    <a:pt x="824259" y="129684"/>
                  </a:lnTo>
                  <a:lnTo>
                    <a:pt x="801363" y="139633"/>
                  </a:lnTo>
                  <a:lnTo>
                    <a:pt x="778467" y="149857"/>
                  </a:lnTo>
                  <a:lnTo>
                    <a:pt x="755571" y="160339"/>
                  </a:lnTo>
                  <a:lnTo>
                    <a:pt x="732675" y="171062"/>
                  </a:lnTo>
                  <a:lnTo>
                    <a:pt x="709779" y="182011"/>
                  </a:lnTo>
                  <a:lnTo>
                    <a:pt x="686883" y="193173"/>
                  </a:lnTo>
                  <a:lnTo>
                    <a:pt x="663987" y="204534"/>
                  </a:lnTo>
                  <a:lnTo>
                    <a:pt x="641091" y="216086"/>
                  </a:lnTo>
                  <a:lnTo>
                    <a:pt x="618194" y="227819"/>
                  </a:lnTo>
                  <a:lnTo>
                    <a:pt x="595298" y="239728"/>
                  </a:lnTo>
                  <a:lnTo>
                    <a:pt x="572402" y="251810"/>
                  </a:lnTo>
                  <a:lnTo>
                    <a:pt x="549506" y="264062"/>
                  </a:lnTo>
                  <a:lnTo>
                    <a:pt x="526610" y="276488"/>
                  </a:lnTo>
                  <a:lnTo>
                    <a:pt x="503714" y="289090"/>
                  </a:lnTo>
                  <a:lnTo>
                    <a:pt x="480818" y="301875"/>
                  </a:lnTo>
                  <a:lnTo>
                    <a:pt x="457922" y="314856"/>
                  </a:lnTo>
                  <a:lnTo>
                    <a:pt x="435026" y="328044"/>
                  </a:lnTo>
                  <a:lnTo>
                    <a:pt x="412129" y="341460"/>
                  </a:lnTo>
                  <a:lnTo>
                    <a:pt x="389233" y="355125"/>
                  </a:lnTo>
                  <a:lnTo>
                    <a:pt x="366337" y="369065"/>
                  </a:lnTo>
                  <a:lnTo>
                    <a:pt x="343441" y="383309"/>
                  </a:lnTo>
                  <a:lnTo>
                    <a:pt x="320545" y="397891"/>
                  </a:lnTo>
                  <a:lnTo>
                    <a:pt x="297649" y="412842"/>
                  </a:lnTo>
                  <a:lnTo>
                    <a:pt x="274753" y="428194"/>
                  </a:lnTo>
                  <a:lnTo>
                    <a:pt x="251857" y="443977"/>
                  </a:lnTo>
                  <a:lnTo>
                    <a:pt x="228961" y="460211"/>
                  </a:lnTo>
                  <a:lnTo>
                    <a:pt x="206064" y="476912"/>
                  </a:lnTo>
                  <a:lnTo>
                    <a:pt x="183168" y="494088"/>
                  </a:lnTo>
                  <a:lnTo>
                    <a:pt x="160272" y="511741"/>
                  </a:lnTo>
                  <a:lnTo>
                    <a:pt x="137376" y="529866"/>
                  </a:lnTo>
                  <a:lnTo>
                    <a:pt x="114480" y="548456"/>
                  </a:lnTo>
                  <a:lnTo>
                    <a:pt x="91584" y="567500"/>
                  </a:lnTo>
                  <a:lnTo>
                    <a:pt x="68688" y="586988"/>
                  </a:lnTo>
                  <a:lnTo>
                    <a:pt x="45792" y="606908"/>
                  </a:lnTo>
                  <a:lnTo>
                    <a:pt x="22896" y="627251"/>
                  </a:lnTo>
                  <a:lnTo>
                    <a:pt x="0" y="6480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7887335" y="3208614"/>
              <a:ext cx="1808792" cy="774398"/>
            </a:xfrm>
            <a:custGeom>
              <a:avLst/>
              <a:pathLst>
                <a:path w="1808792" h="774398">
                  <a:moveTo>
                    <a:pt x="0" y="774398"/>
                  </a:moveTo>
                  <a:lnTo>
                    <a:pt x="22896" y="757123"/>
                  </a:lnTo>
                  <a:lnTo>
                    <a:pt x="45792" y="740040"/>
                  </a:lnTo>
                  <a:lnTo>
                    <a:pt x="68688" y="723149"/>
                  </a:lnTo>
                  <a:lnTo>
                    <a:pt x="91584" y="706449"/>
                  </a:lnTo>
                  <a:lnTo>
                    <a:pt x="114480" y="689941"/>
                  </a:lnTo>
                  <a:lnTo>
                    <a:pt x="137376" y="673624"/>
                  </a:lnTo>
                  <a:lnTo>
                    <a:pt x="160272" y="657499"/>
                  </a:lnTo>
                  <a:lnTo>
                    <a:pt x="183168" y="641565"/>
                  </a:lnTo>
                  <a:lnTo>
                    <a:pt x="206064" y="625823"/>
                  </a:lnTo>
                  <a:lnTo>
                    <a:pt x="228961" y="610273"/>
                  </a:lnTo>
                  <a:lnTo>
                    <a:pt x="251857" y="594914"/>
                  </a:lnTo>
                  <a:lnTo>
                    <a:pt x="274753" y="579747"/>
                  </a:lnTo>
                  <a:lnTo>
                    <a:pt x="297649" y="564772"/>
                  </a:lnTo>
                  <a:lnTo>
                    <a:pt x="320545" y="549988"/>
                  </a:lnTo>
                  <a:lnTo>
                    <a:pt x="343441" y="535395"/>
                  </a:lnTo>
                  <a:lnTo>
                    <a:pt x="366337" y="520995"/>
                  </a:lnTo>
                  <a:lnTo>
                    <a:pt x="389233" y="506785"/>
                  </a:lnTo>
                  <a:lnTo>
                    <a:pt x="412129" y="492768"/>
                  </a:lnTo>
                  <a:lnTo>
                    <a:pt x="435026" y="478942"/>
                  </a:lnTo>
                  <a:lnTo>
                    <a:pt x="457922" y="465308"/>
                  </a:lnTo>
                  <a:lnTo>
                    <a:pt x="480818" y="451865"/>
                  </a:lnTo>
                  <a:lnTo>
                    <a:pt x="503714" y="438614"/>
                  </a:lnTo>
                  <a:lnTo>
                    <a:pt x="526610" y="425554"/>
                  </a:lnTo>
                  <a:lnTo>
                    <a:pt x="549506" y="412686"/>
                  </a:lnTo>
                  <a:lnTo>
                    <a:pt x="572402" y="400010"/>
                  </a:lnTo>
                  <a:lnTo>
                    <a:pt x="595298" y="387525"/>
                  </a:lnTo>
                  <a:lnTo>
                    <a:pt x="618194" y="375231"/>
                  </a:lnTo>
                  <a:lnTo>
                    <a:pt x="641091" y="363130"/>
                  </a:lnTo>
                  <a:lnTo>
                    <a:pt x="663987" y="351220"/>
                  </a:lnTo>
                  <a:lnTo>
                    <a:pt x="686883" y="339501"/>
                  </a:lnTo>
                  <a:lnTo>
                    <a:pt x="709779" y="327974"/>
                  </a:lnTo>
                  <a:lnTo>
                    <a:pt x="732675" y="316639"/>
                  </a:lnTo>
                  <a:lnTo>
                    <a:pt x="755571" y="305496"/>
                  </a:lnTo>
                  <a:lnTo>
                    <a:pt x="778467" y="294543"/>
                  </a:lnTo>
                  <a:lnTo>
                    <a:pt x="801363" y="283783"/>
                  </a:lnTo>
                  <a:lnTo>
                    <a:pt x="824259" y="273214"/>
                  </a:lnTo>
                  <a:lnTo>
                    <a:pt x="847156" y="262837"/>
                  </a:lnTo>
                  <a:lnTo>
                    <a:pt x="870052" y="252651"/>
                  </a:lnTo>
                  <a:lnTo>
                    <a:pt x="892948" y="242657"/>
                  </a:lnTo>
                  <a:lnTo>
                    <a:pt x="915844" y="232855"/>
                  </a:lnTo>
                  <a:lnTo>
                    <a:pt x="938740" y="223244"/>
                  </a:lnTo>
                  <a:lnTo>
                    <a:pt x="961636" y="213824"/>
                  </a:lnTo>
                  <a:lnTo>
                    <a:pt x="984532" y="204597"/>
                  </a:lnTo>
                  <a:lnTo>
                    <a:pt x="1007428" y="195560"/>
                  </a:lnTo>
                  <a:lnTo>
                    <a:pt x="1030324" y="186716"/>
                  </a:lnTo>
                  <a:lnTo>
                    <a:pt x="1053221" y="178063"/>
                  </a:lnTo>
                  <a:lnTo>
                    <a:pt x="1076117" y="169602"/>
                  </a:lnTo>
                  <a:lnTo>
                    <a:pt x="1099013" y="161332"/>
                  </a:lnTo>
                  <a:lnTo>
                    <a:pt x="1121909" y="153254"/>
                  </a:lnTo>
                  <a:lnTo>
                    <a:pt x="1144805" y="145367"/>
                  </a:lnTo>
                  <a:lnTo>
                    <a:pt x="1167701" y="137672"/>
                  </a:lnTo>
                  <a:lnTo>
                    <a:pt x="1190597" y="130169"/>
                  </a:lnTo>
                  <a:lnTo>
                    <a:pt x="1213493" y="122857"/>
                  </a:lnTo>
                  <a:lnTo>
                    <a:pt x="1236389" y="115737"/>
                  </a:lnTo>
                  <a:lnTo>
                    <a:pt x="1259285" y="108808"/>
                  </a:lnTo>
                  <a:lnTo>
                    <a:pt x="1282182" y="102071"/>
                  </a:lnTo>
                  <a:lnTo>
                    <a:pt x="1305078" y="95526"/>
                  </a:lnTo>
                  <a:lnTo>
                    <a:pt x="1327974" y="89172"/>
                  </a:lnTo>
                  <a:lnTo>
                    <a:pt x="1350870" y="83010"/>
                  </a:lnTo>
                  <a:lnTo>
                    <a:pt x="1373766" y="77039"/>
                  </a:lnTo>
                  <a:lnTo>
                    <a:pt x="1396662" y="71260"/>
                  </a:lnTo>
                  <a:lnTo>
                    <a:pt x="1419558" y="65672"/>
                  </a:lnTo>
                  <a:lnTo>
                    <a:pt x="1442454" y="60277"/>
                  </a:lnTo>
                  <a:lnTo>
                    <a:pt x="1465350" y="55072"/>
                  </a:lnTo>
                  <a:lnTo>
                    <a:pt x="1488247" y="50060"/>
                  </a:lnTo>
                  <a:lnTo>
                    <a:pt x="1511143" y="45239"/>
                  </a:lnTo>
                  <a:lnTo>
                    <a:pt x="1534039" y="40609"/>
                  </a:lnTo>
                  <a:lnTo>
                    <a:pt x="1556935" y="36171"/>
                  </a:lnTo>
                  <a:lnTo>
                    <a:pt x="1579831" y="31925"/>
                  </a:lnTo>
                  <a:lnTo>
                    <a:pt x="1602727" y="27870"/>
                  </a:lnTo>
                  <a:lnTo>
                    <a:pt x="1625623" y="24007"/>
                  </a:lnTo>
                  <a:lnTo>
                    <a:pt x="1648519" y="20336"/>
                  </a:lnTo>
                  <a:lnTo>
                    <a:pt x="1671415" y="16856"/>
                  </a:lnTo>
                  <a:lnTo>
                    <a:pt x="1694312" y="13567"/>
                  </a:lnTo>
                  <a:lnTo>
                    <a:pt x="1717208" y="10471"/>
                  </a:lnTo>
                  <a:lnTo>
                    <a:pt x="1740104" y="7565"/>
                  </a:lnTo>
                  <a:lnTo>
                    <a:pt x="1763000" y="4852"/>
                  </a:lnTo>
                  <a:lnTo>
                    <a:pt x="1785896" y="2330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g3395"/>
            <p:cNvSpPr/>
            <p:nvPr/>
          </p:nvSpPr>
          <p:spPr>
            <a:xfrm>
              <a:off x="7887335" y="3118952"/>
              <a:ext cx="1300069" cy="852360"/>
            </a:xfrm>
            <a:custGeom>
              <a:avLst/>
              <a:pathLst>
                <a:path w="1300069" h="852360">
                  <a:moveTo>
                    <a:pt x="0" y="693368"/>
                  </a:moveTo>
                  <a:lnTo>
                    <a:pt x="16456" y="685426"/>
                  </a:lnTo>
                  <a:lnTo>
                    <a:pt x="32913" y="677442"/>
                  </a:lnTo>
                  <a:lnTo>
                    <a:pt x="49369" y="669414"/>
                  </a:lnTo>
                  <a:lnTo>
                    <a:pt x="65826" y="661341"/>
                  </a:lnTo>
                  <a:lnTo>
                    <a:pt x="82282" y="653221"/>
                  </a:lnTo>
                  <a:lnTo>
                    <a:pt x="98739" y="645052"/>
                  </a:lnTo>
                  <a:lnTo>
                    <a:pt x="115196" y="636831"/>
                  </a:lnTo>
                  <a:lnTo>
                    <a:pt x="131652" y="628557"/>
                  </a:lnTo>
                  <a:lnTo>
                    <a:pt x="148109" y="620226"/>
                  </a:lnTo>
                  <a:lnTo>
                    <a:pt x="164565" y="611836"/>
                  </a:lnTo>
                  <a:lnTo>
                    <a:pt x="181022" y="603383"/>
                  </a:lnTo>
                  <a:lnTo>
                    <a:pt x="197478" y="594865"/>
                  </a:lnTo>
                  <a:lnTo>
                    <a:pt x="213935" y="586278"/>
                  </a:lnTo>
                  <a:lnTo>
                    <a:pt x="230392" y="577619"/>
                  </a:lnTo>
                  <a:lnTo>
                    <a:pt x="246848" y="568887"/>
                  </a:lnTo>
                  <a:lnTo>
                    <a:pt x="263305" y="560077"/>
                  </a:lnTo>
                  <a:lnTo>
                    <a:pt x="279761" y="551189"/>
                  </a:lnTo>
                  <a:lnTo>
                    <a:pt x="296218" y="542222"/>
                  </a:lnTo>
                  <a:lnTo>
                    <a:pt x="312674" y="533177"/>
                  </a:lnTo>
                  <a:lnTo>
                    <a:pt x="329131" y="524057"/>
                  </a:lnTo>
                  <a:lnTo>
                    <a:pt x="345588" y="514865"/>
                  </a:lnTo>
                  <a:lnTo>
                    <a:pt x="362044" y="505608"/>
                  </a:lnTo>
                  <a:lnTo>
                    <a:pt x="378501" y="496295"/>
                  </a:lnTo>
                  <a:lnTo>
                    <a:pt x="394957" y="486935"/>
                  </a:lnTo>
                  <a:lnTo>
                    <a:pt x="411414" y="477541"/>
                  </a:lnTo>
                  <a:lnTo>
                    <a:pt x="427871" y="468126"/>
                  </a:lnTo>
                  <a:lnTo>
                    <a:pt x="444327" y="458705"/>
                  </a:lnTo>
                  <a:lnTo>
                    <a:pt x="460784" y="449290"/>
                  </a:lnTo>
                  <a:lnTo>
                    <a:pt x="477240" y="439897"/>
                  </a:lnTo>
                  <a:lnTo>
                    <a:pt x="493697" y="430538"/>
                  </a:lnTo>
                  <a:lnTo>
                    <a:pt x="510153" y="421227"/>
                  </a:lnTo>
                  <a:lnTo>
                    <a:pt x="526610" y="411973"/>
                  </a:lnTo>
                  <a:lnTo>
                    <a:pt x="543067" y="402786"/>
                  </a:lnTo>
                  <a:lnTo>
                    <a:pt x="559523" y="393676"/>
                  </a:lnTo>
                  <a:lnTo>
                    <a:pt x="575980" y="384647"/>
                  </a:lnTo>
                  <a:lnTo>
                    <a:pt x="592436" y="375707"/>
                  </a:lnTo>
                  <a:lnTo>
                    <a:pt x="608893" y="366857"/>
                  </a:lnTo>
                  <a:lnTo>
                    <a:pt x="625349" y="358101"/>
                  </a:lnTo>
                  <a:lnTo>
                    <a:pt x="641806" y="349438"/>
                  </a:lnTo>
                  <a:lnTo>
                    <a:pt x="658263" y="340868"/>
                  </a:lnTo>
                  <a:lnTo>
                    <a:pt x="674719" y="332388"/>
                  </a:lnTo>
                  <a:lnTo>
                    <a:pt x="691176" y="323995"/>
                  </a:lnTo>
                  <a:lnTo>
                    <a:pt x="707632" y="315682"/>
                  </a:lnTo>
                  <a:lnTo>
                    <a:pt x="724089" y="307443"/>
                  </a:lnTo>
                  <a:lnTo>
                    <a:pt x="740546" y="299269"/>
                  </a:lnTo>
                  <a:lnTo>
                    <a:pt x="757002" y="291148"/>
                  </a:lnTo>
                  <a:lnTo>
                    <a:pt x="773459" y="283070"/>
                  </a:lnTo>
                  <a:lnTo>
                    <a:pt x="789915" y="275022"/>
                  </a:lnTo>
                  <a:lnTo>
                    <a:pt x="806372" y="266989"/>
                  </a:lnTo>
                  <a:lnTo>
                    <a:pt x="822828" y="258957"/>
                  </a:lnTo>
                  <a:lnTo>
                    <a:pt x="839285" y="250910"/>
                  </a:lnTo>
                  <a:lnTo>
                    <a:pt x="855742" y="242835"/>
                  </a:lnTo>
                  <a:lnTo>
                    <a:pt x="872198" y="234718"/>
                  </a:lnTo>
                  <a:lnTo>
                    <a:pt x="888655" y="226547"/>
                  </a:lnTo>
                  <a:lnTo>
                    <a:pt x="905111" y="218311"/>
                  </a:lnTo>
                  <a:lnTo>
                    <a:pt x="921568" y="210004"/>
                  </a:lnTo>
                  <a:lnTo>
                    <a:pt x="938024" y="201620"/>
                  </a:lnTo>
                  <a:lnTo>
                    <a:pt x="954481" y="193155"/>
                  </a:lnTo>
                  <a:lnTo>
                    <a:pt x="970938" y="184607"/>
                  </a:lnTo>
                  <a:lnTo>
                    <a:pt x="987394" y="175978"/>
                  </a:lnTo>
                  <a:lnTo>
                    <a:pt x="1003851" y="167268"/>
                  </a:lnTo>
                  <a:lnTo>
                    <a:pt x="1020307" y="158479"/>
                  </a:lnTo>
                  <a:lnTo>
                    <a:pt x="1036764" y="149615"/>
                  </a:lnTo>
                  <a:lnTo>
                    <a:pt x="1053221" y="140679"/>
                  </a:lnTo>
                  <a:lnTo>
                    <a:pt x="1069677" y="131674"/>
                  </a:lnTo>
                  <a:lnTo>
                    <a:pt x="1086134" y="122604"/>
                  </a:lnTo>
                  <a:lnTo>
                    <a:pt x="1102590" y="113472"/>
                  </a:lnTo>
                  <a:lnTo>
                    <a:pt x="1119047" y="104282"/>
                  </a:lnTo>
                  <a:lnTo>
                    <a:pt x="1135503" y="95036"/>
                  </a:lnTo>
                  <a:lnTo>
                    <a:pt x="1151960" y="85736"/>
                  </a:lnTo>
                  <a:lnTo>
                    <a:pt x="1168417" y="76386"/>
                  </a:lnTo>
                  <a:lnTo>
                    <a:pt x="1184873" y="66988"/>
                  </a:lnTo>
                  <a:lnTo>
                    <a:pt x="1201330" y="57544"/>
                  </a:lnTo>
                  <a:lnTo>
                    <a:pt x="1217786" y="48056"/>
                  </a:lnTo>
                  <a:lnTo>
                    <a:pt x="1234243" y="38524"/>
                  </a:lnTo>
                  <a:lnTo>
                    <a:pt x="1250699" y="28952"/>
                  </a:lnTo>
                  <a:lnTo>
                    <a:pt x="1267156" y="19339"/>
                  </a:lnTo>
                  <a:lnTo>
                    <a:pt x="1283613" y="9688"/>
                  </a:lnTo>
                  <a:lnTo>
                    <a:pt x="1300069" y="0"/>
                  </a:lnTo>
                  <a:lnTo>
                    <a:pt x="1300069" y="185439"/>
                  </a:lnTo>
                  <a:lnTo>
                    <a:pt x="1283613" y="186538"/>
                  </a:lnTo>
                  <a:lnTo>
                    <a:pt x="1267156" y="187838"/>
                  </a:lnTo>
                  <a:lnTo>
                    <a:pt x="1250699" y="189343"/>
                  </a:lnTo>
                  <a:lnTo>
                    <a:pt x="1234243" y="191052"/>
                  </a:lnTo>
                  <a:lnTo>
                    <a:pt x="1217786" y="192967"/>
                  </a:lnTo>
                  <a:lnTo>
                    <a:pt x="1201330" y="195090"/>
                  </a:lnTo>
                  <a:lnTo>
                    <a:pt x="1184873" y="197423"/>
                  </a:lnTo>
                  <a:lnTo>
                    <a:pt x="1168417" y="199966"/>
                  </a:lnTo>
                  <a:lnTo>
                    <a:pt x="1151960" y="202723"/>
                  </a:lnTo>
                  <a:lnTo>
                    <a:pt x="1135503" y="205695"/>
                  </a:lnTo>
                  <a:lnTo>
                    <a:pt x="1119047" y="208885"/>
                  </a:lnTo>
                  <a:lnTo>
                    <a:pt x="1102590" y="212295"/>
                  </a:lnTo>
                  <a:lnTo>
                    <a:pt x="1086134" y="215929"/>
                  </a:lnTo>
                  <a:lnTo>
                    <a:pt x="1069677" y="219790"/>
                  </a:lnTo>
                  <a:lnTo>
                    <a:pt x="1053221" y="223881"/>
                  </a:lnTo>
                  <a:lnTo>
                    <a:pt x="1036764" y="228206"/>
                  </a:lnTo>
                  <a:lnTo>
                    <a:pt x="1020307" y="232768"/>
                  </a:lnTo>
                  <a:lnTo>
                    <a:pt x="1003851" y="237570"/>
                  </a:lnTo>
                  <a:lnTo>
                    <a:pt x="987394" y="242615"/>
                  </a:lnTo>
                  <a:lnTo>
                    <a:pt x="970938" y="247906"/>
                  </a:lnTo>
                  <a:lnTo>
                    <a:pt x="954481" y="253444"/>
                  </a:lnTo>
                  <a:lnTo>
                    <a:pt x="938024" y="259229"/>
                  </a:lnTo>
                  <a:lnTo>
                    <a:pt x="921568" y="265260"/>
                  </a:lnTo>
                  <a:lnTo>
                    <a:pt x="905111" y="271533"/>
                  </a:lnTo>
                  <a:lnTo>
                    <a:pt x="888655" y="278043"/>
                  </a:lnTo>
                  <a:lnTo>
                    <a:pt x="872198" y="284782"/>
                  </a:lnTo>
                  <a:lnTo>
                    <a:pt x="855742" y="291739"/>
                  </a:lnTo>
                  <a:lnTo>
                    <a:pt x="839285" y="298904"/>
                  </a:lnTo>
                  <a:lnTo>
                    <a:pt x="822828" y="306262"/>
                  </a:lnTo>
                  <a:lnTo>
                    <a:pt x="806372" y="313799"/>
                  </a:lnTo>
                  <a:lnTo>
                    <a:pt x="789915" y="321501"/>
                  </a:lnTo>
                  <a:lnTo>
                    <a:pt x="773459" y="329352"/>
                  </a:lnTo>
                  <a:lnTo>
                    <a:pt x="757002" y="337339"/>
                  </a:lnTo>
                  <a:lnTo>
                    <a:pt x="740546" y="345448"/>
                  </a:lnTo>
                  <a:lnTo>
                    <a:pt x="724089" y="353667"/>
                  </a:lnTo>
                  <a:lnTo>
                    <a:pt x="707632" y="361987"/>
                  </a:lnTo>
                  <a:lnTo>
                    <a:pt x="691176" y="370399"/>
                  </a:lnTo>
                  <a:lnTo>
                    <a:pt x="674719" y="378894"/>
                  </a:lnTo>
                  <a:lnTo>
                    <a:pt x="658263" y="387469"/>
                  </a:lnTo>
                  <a:lnTo>
                    <a:pt x="641806" y="396118"/>
                  </a:lnTo>
                  <a:lnTo>
                    <a:pt x="625349" y="404839"/>
                  </a:lnTo>
                  <a:lnTo>
                    <a:pt x="608893" y="413631"/>
                  </a:lnTo>
                  <a:lnTo>
                    <a:pt x="592436" y="422495"/>
                  </a:lnTo>
                  <a:lnTo>
                    <a:pt x="575980" y="431433"/>
                  </a:lnTo>
                  <a:lnTo>
                    <a:pt x="559523" y="440448"/>
                  </a:lnTo>
                  <a:lnTo>
                    <a:pt x="543067" y="449546"/>
                  </a:lnTo>
                  <a:lnTo>
                    <a:pt x="526610" y="458733"/>
                  </a:lnTo>
                  <a:lnTo>
                    <a:pt x="510153" y="468017"/>
                  </a:lnTo>
                  <a:lnTo>
                    <a:pt x="493697" y="477408"/>
                  </a:lnTo>
                  <a:lnTo>
                    <a:pt x="477240" y="486918"/>
                  </a:lnTo>
                  <a:lnTo>
                    <a:pt x="460784" y="496558"/>
                  </a:lnTo>
                  <a:lnTo>
                    <a:pt x="444327" y="506341"/>
                  </a:lnTo>
                  <a:lnTo>
                    <a:pt x="427871" y="516282"/>
                  </a:lnTo>
                  <a:lnTo>
                    <a:pt x="411414" y="526395"/>
                  </a:lnTo>
                  <a:lnTo>
                    <a:pt x="394957" y="536694"/>
                  </a:lnTo>
                  <a:lnTo>
                    <a:pt x="378501" y="547192"/>
                  </a:lnTo>
                  <a:lnTo>
                    <a:pt x="362044" y="557901"/>
                  </a:lnTo>
                  <a:lnTo>
                    <a:pt x="345588" y="568831"/>
                  </a:lnTo>
                  <a:lnTo>
                    <a:pt x="329131" y="579992"/>
                  </a:lnTo>
                  <a:lnTo>
                    <a:pt x="312674" y="591389"/>
                  </a:lnTo>
                  <a:lnTo>
                    <a:pt x="296218" y="603026"/>
                  </a:lnTo>
                  <a:lnTo>
                    <a:pt x="279761" y="614906"/>
                  </a:lnTo>
                  <a:lnTo>
                    <a:pt x="263305" y="627030"/>
                  </a:lnTo>
                  <a:lnTo>
                    <a:pt x="246848" y="639398"/>
                  </a:lnTo>
                  <a:lnTo>
                    <a:pt x="230392" y="652007"/>
                  </a:lnTo>
                  <a:lnTo>
                    <a:pt x="213935" y="664855"/>
                  </a:lnTo>
                  <a:lnTo>
                    <a:pt x="197478" y="677940"/>
                  </a:lnTo>
                  <a:lnTo>
                    <a:pt x="181022" y="691258"/>
                  </a:lnTo>
                  <a:lnTo>
                    <a:pt x="164565" y="704807"/>
                  </a:lnTo>
                  <a:lnTo>
                    <a:pt x="148109" y="718583"/>
                  </a:lnTo>
                  <a:lnTo>
                    <a:pt x="131652" y="732583"/>
                  </a:lnTo>
                  <a:lnTo>
                    <a:pt x="115196" y="746805"/>
                  </a:lnTo>
                  <a:lnTo>
                    <a:pt x="98739" y="761246"/>
                  </a:lnTo>
                  <a:lnTo>
                    <a:pt x="82282" y="775903"/>
                  </a:lnTo>
                  <a:lnTo>
                    <a:pt x="65826" y="790774"/>
                  </a:lnTo>
                  <a:lnTo>
                    <a:pt x="49369" y="805857"/>
                  </a:lnTo>
                  <a:lnTo>
                    <a:pt x="32913" y="821150"/>
                  </a:lnTo>
                  <a:lnTo>
                    <a:pt x="16456" y="836652"/>
                  </a:lnTo>
                  <a:lnTo>
                    <a:pt x="0" y="85236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7887335" y="3118952"/>
              <a:ext cx="1300069" cy="693368"/>
            </a:xfrm>
            <a:custGeom>
              <a:avLst/>
              <a:pathLst>
                <a:path w="1300069" h="693368">
                  <a:moveTo>
                    <a:pt x="0" y="693368"/>
                  </a:moveTo>
                  <a:lnTo>
                    <a:pt x="16456" y="685426"/>
                  </a:lnTo>
                  <a:lnTo>
                    <a:pt x="32913" y="677442"/>
                  </a:lnTo>
                  <a:lnTo>
                    <a:pt x="49369" y="669414"/>
                  </a:lnTo>
                  <a:lnTo>
                    <a:pt x="65826" y="661341"/>
                  </a:lnTo>
                  <a:lnTo>
                    <a:pt x="82282" y="653221"/>
                  </a:lnTo>
                  <a:lnTo>
                    <a:pt x="98739" y="645052"/>
                  </a:lnTo>
                  <a:lnTo>
                    <a:pt x="115196" y="636831"/>
                  </a:lnTo>
                  <a:lnTo>
                    <a:pt x="131652" y="628557"/>
                  </a:lnTo>
                  <a:lnTo>
                    <a:pt x="148109" y="620226"/>
                  </a:lnTo>
                  <a:lnTo>
                    <a:pt x="164565" y="611836"/>
                  </a:lnTo>
                  <a:lnTo>
                    <a:pt x="181022" y="603383"/>
                  </a:lnTo>
                  <a:lnTo>
                    <a:pt x="197478" y="594865"/>
                  </a:lnTo>
                  <a:lnTo>
                    <a:pt x="213935" y="586278"/>
                  </a:lnTo>
                  <a:lnTo>
                    <a:pt x="230392" y="577619"/>
                  </a:lnTo>
                  <a:lnTo>
                    <a:pt x="246848" y="568887"/>
                  </a:lnTo>
                  <a:lnTo>
                    <a:pt x="263305" y="560077"/>
                  </a:lnTo>
                  <a:lnTo>
                    <a:pt x="279761" y="551189"/>
                  </a:lnTo>
                  <a:lnTo>
                    <a:pt x="296218" y="542222"/>
                  </a:lnTo>
                  <a:lnTo>
                    <a:pt x="312674" y="533177"/>
                  </a:lnTo>
                  <a:lnTo>
                    <a:pt x="329131" y="524057"/>
                  </a:lnTo>
                  <a:lnTo>
                    <a:pt x="345588" y="514865"/>
                  </a:lnTo>
                  <a:lnTo>
                    <a:pt x="362044" y="505608"/>
                  </a:lnTo>
                  <a:lnTo>
                    <a:pt x="378501" y="496295"/>
                  </a:lnTo>
                  <a:lnTo>
                    <a:pt x="394957" y="486935"/>
                  </a:lnTo>
                  <a:lnTo>
                    <a:pt x="411414" y="477541"/>
                  </a:lnTo>
                  <a:lnTo>
                    <a:pt x="427871" y="468126"/>
                  </a:lnTo>
                  <a:lnTo>
                    <a:pt x="444327" y="458705"/>
                  </a:lnTo>
                  <a:lnTo>
                    <a:pt x="460784" y="449290"/>
                  </a:lnTo>
                  <a:lnTo>
                    <a:pt x="477240" y="439897"/>
                  </a:lnTo>
                  <a:lnTo>
                    <a:pt x="493697" y="430538"/>
                  </a:lnTo>
                  <a:lnTo>
                    <a:pt x="510153" y="421227"/>
                  </a:lnTo>
                  <a:lnTo>
                    <a:pt x="526610" y="411973"/>
                  </a:lnTo>
                  <a:lnTo>
                    <a:pt x="543067" y="402786"/>
                  </a:lnTo>
                  <a:lnTo>
                    <a:pt x="559523" y="393676"/>
                  </a:lnTo>
                  <a:lnTo>
                    <a:pt x="575980" y="384647"/>
                  </a:lnTo>
                  <a:lnTo>
                    <a:pt x="592436" y="375707"/>
                  </a:lnTo>
                  <a:lnTo>
                    <a:pt x="608893" y="366857"/>
                  </a:lnTo>
                  <a:lnTo>
                    <a:pt x="625349" y="358101"/>
                  </a:lnTo>
                  <a:lnTo>
                    <a:pt x="641806" y="349438"/>
                  </a:lnTo>
                  <a:lnTo>
                    <a:pt x="658263" y="340868"/>
                  </a:lnTo>
                  <a:lnTo>
                    <a:pt x="674719" y="332388"/>
                  </a:lnTo>
                  <a:lnTo>
                    <a:pt x="691176" y="323995"/>
                  </a:lnTo>
                  <a:lnTo>
                    <a:pt x="707632" y="315682"/>
                  </a:lnTo>
                  <a:lnTo>
                    <a:pt x="724089" y="307443"/>
                  </a:lnTo>
                  <a:lnTo>
                    <a:pt x="740546" y="299269"/>
                  </a:lnTo>
                  <a:lnTo>
                    <a:pt x="757002" y="291148"/>
                  </a:lnTo>
                  <a:lnTo>
                    <a:pt x="773459" y="283070"/>
                  </a:lnTo>
                  <a:lnTo>
                    <a:pt x="789915" y="275022"/>
                  </a:lnTo>
                  <a:lnTo>
                    <a:pt x="806372" y="266989"/>
                  </a:lnTo>
                  <a:lnTo>
                    <a:pt x="822828" y="258957"/>
                  </a:lnTo>
                  <a:lnTo>
                    <a:pt x="839285" y="250910"/>
                  </a:lnTo>
                  <a:lnTo>
                    <a:pt x="855742" y="242835"/>
                  </a:lnTo>
                  <a:lnTo>
                    <a:pt x="872198" y="234718"/>
                  </a:lnTo>
                  <a:lnTo>
                    <a:pt x="888655" y="226547"/>
                  </a:lnTo>
                  <a:lnTo>
                    <a:pt x="905111" y="218311"/>
                  </a:lnTo>
                  <a:lnTo>
                    <a:pt x="921568" y="210004"/>
                  </a:lnTo>
                  <a:lnTo>
                    <a:pt x="938024" y="201620"/>
                  </a:lnTo>
                  <a:lnTo>
                    <a:pt x="954481" y="193155"/>
                  </a:lnTo>
                  <a:lnTo>
                    <a:pt x="970938" y="184607"/>
                  </a:lnTo>
                  <a:lnTo>
                    <a:pt x="987394" y="175978"/>
                  </a:lnTo>
                  <a:lnTo>
                    <a:pt x="1003851" y="167268"/>
                  </a:lnTo>
                  <a:lnTo>
                    <a:pt x="1020307" y="158479"/>
                  </a:lnTo>
                  <a:lnTo>
                    <a:pt x="1036764" y="149615"/>
                  </a:lnTo>
                  <a:lnTo>
                    <a:pt x="1053221" y="140679"/>
                  </a:lnTo>
                  <a:lnTo>
                    <a:pt x="1069677" y="131674"/>
                  </a:lnTo>
                  <a:lnTo>
                    <a:pt x="1086134" y="122604"/>
                  </a:lnTo>
                  <a:lnTo>
                    <a:pt x="1102590" y="113472"/>
                  </a:lnTo>
                  <a:lnTo>
                    <a:pt x="1119047" y="104282"/>
                  </a:lnTo>
                  <a:lnTo>
                    <a:pt x="1135503" y="95036"/>
                  </a:lnTo>
                  <a:lnTo>
                    <a:pt x="1151960" y="85736"/>
                  </a:lnTo>
                  <a:lnTo>
                    <a:pt x="1168417" y="76386"/>
                  </a:lnTo>
                  <a:lnTo>
                    <a:pt x="1184873" y="66988"/>
                  </a:lnTo>
                  <a:lnTo>
                    <a:pt x="1201330" y="57544"/>
                  </a:lnTo>
                  <a:lnTo>
                    <a:pt x="1217786" y="48056"/>
                  </a:lnTo>
                  <a:lnTo>
                    <a:pt x="1234243" y="38524"/>
                  </a:lnTo>
                  <a:lnTo>
                    <a:pt x="1250699" y="28952"/>
                  </a:lnTo>
                  <a:lnTo>
                    <a:pt x="1267156" y="19339"/>
                  </a:lnTo>
                  <a:lnTo>
                    <a:pt x="1283613" y="9688"/>
                  </a:lnTo>
                  <a:lnTo>
                    <a:pt x="13000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7887335" y="3304392"/>
              <a:ext cx="1300069" cy="666920"/>
            </a:xfrm>
            <a:custGeom>
              <a:avLst/>
              <a:pathLst>
                <a:path w="1300069" h="666920">
                  <a:moveTo>
                    <a:pt x="1300069" y="0"/>
                  </a:moveTo>
                  <a:lnTo>
                    <a:pt x="1283613" y="1098"/>
                  </a:lnTo>
                  <a:lnTo>
                    <a:pt x="1267156" y="2399"/>
                  </a:lnTo>
                  <a:lnTo>
                    <a:pt x="1250699" y="3903"/>
                  </a:lnTo>
                  <a:lnTo>
                    <a:pt x="1234243" y="5612"/>
                  </a:lnTo>
                  <a:lnTo>
                    <a:pt x="1217786" y="7528"/>
                  </a:lnTo>
                  <a:lnTo>
                    <a:pt x="1201330" y="9650"/>
                  </a:lnTo>
                  <a:lnTo>
                    <a:pt x="1184873" y="11983"/>
                  </a:lnTo>
                  <a:lnTo>
                    <a:pt x="1168417" y="14526"/>
                  </a:lnTo>
                  <a:lnTo>
                    <a:pt x="1151960" y="17283"/>
                  </a:lnTo>
                  <a:lnTo>
                    <a:pt x="1135503" y="20255"/>
                  </a:lnTo>
                  <a:lnTo>
                    <a:pt x="1119047" y="23445"/>
                  </a:lnTo>
                  <a:lnTo>
                    <a:pt x="1102590" y="26855"/>
                  </a:lnTo>
                  <a:lnTo>
                    <a:pt x="1086134" y="30489"/>
                  </a:lnTo>
                  <a:lnTo>
                    <a:pt x="1069677" y="34350"/>
                  </a:lnTo>
                  <a:lnTo>
                    <a:pt x="1053221" y="38442"/>
                  </a:lnTo>
                  <a:lnTo>
                    <a:pt x="1036764" y="42766"/>
                  </a:lnTo>
                  <a:lnTo>
                    <a:pt x="1020307" y="47328"/>
                  </a:lnTo>
                  <a:lnTo>
                    <a:pt x="1003851" y="52130"/>
                  </a:lnTo>
                  <a:lnTo>
                    <a:pt x="987394" y="57175"/>
                  </a:lnTo>
                  <a:lnTo>
                    <a:pt x="970938" y="62466"/>
                  </a:lnTo>
                  <a:lnTo>
                    <a:pt x="954481" y="68004"/>
                  </a:lnTo>
                  <a:lnTo>
                    <a:pt x="938024" y="73789"/>
                  </a:lnTo>
                  <a:lnTo>
                    <a:pt x="921568" y="79820"/>
                  </a:lnTo>
                  <a:lnTo>
                    <a:pt x="905111" y="86093"/>
                  </a:lnTo>
                  <a:lnTo>
                    <a:pt x="888655" y="92603"/>
                  </a:lnTo>
                  <a:lnTo>
                    <a:pt x="872198" y="99342"/>
                  </a:lnTo>
                  <a:lnTo>
                    <a:pt x="855742" y="106299"/>
                  </a:lnTo>
                  <a:lnTo>
                    <a:pt x="839285" y="113464"/>
                  </a:lnTo>
                  <a:lnTo>
                    <a:pt x="822828" y="120822"/>
                  </a:lnTo>
                  <a:lnTo>
                    <a:pt x="806372" y="128359"/>
                  </a:lnTo>
                  <a:lnTo>
                    <a:pt x="789915" y="136061"/>
                  </a:lnTo>
                  <a:lnTo>
                    <a:pt x="773459" y="143912"/>
                  </a:lnTo>
                  <a:lnTo>
                    <a:pt x="757002" y="151899"/>
                  </a:lnTo>
                  <a:lnTo>
                    <a:pt x="740546" y="160008"/>
                  </a:lnTo>
                  <a:lnTo>
                    <a:pt x="724089" y="168227"/>
                  </a:lnTo>
                  <a:lnTo>
                    <a:pt x="707632" y="176547"/>
                  </a:lnTo>
                  <a:lnTo>
                    <a:pt x="691176" y="184959"/>
                  </a:lnTo>
                  <a:lnTo>
                    <a:pt x="674719" y="193455"/>
                  </a:lnTo>
                  <a:lnTo>
                    <a:pt x="658263" y="202029"/>
                  </a:lnTo>
                  <a:lnTo>
                    <a:pt x="641806" y="210678"/>
                  </a:lnTo>
                  <a:lnTo>
                    <a:pt x="625349" y="219399"/>
                  </a:lnTo>
                  <a:lnTo>
                    <a:pt x="608893" y="228191"/>
                  </a:lnTo>
                  <a:lnTo>
                    <a:pt x="592436" y="237055"/>
                  </a:lnTo>
                  <a:lnTo>
                    <a:pt x="575980" y="245993"/>
                  </a:lnTo>
                  <a:lnTo>
                    <a:pt x="559523" y="255008"/>
                  </a:lnTo>
                  <a:lnTo>
                    <a:pt x="543067" y="264106"/>
                  </a:lnTo>
                  <a:lnTo>
                    <a:pt x="526610" y="273293"/>
                  </a:lnTo>
                  <a:lnTo>
                    <a:pt x="510153" y="282577"/>
                  </a:lnTo>
                  <a:lnTo>
                    <a:pt x="493697" y="291968"/>
                  </a:lnTo>
                  <a:lnTo>
                    <a:pt x="477240" y="301478"/>
                  </a:lnTo>
                  <a:lnTo>
                    <a:pt x="460784" y="311118"/>
                  </a:lnTo>
                  <a:lnTo>
                    <a:pt x="444327" y="320901"/>
                  </a:lnTo>
                  <a:lnTo>
                    <a:pt x="427871" y="330842"/>
                  </a:lnTo>
                  <a:lnTo>
                    <a:pt x="411414" y="340955"/>
                  </a:lnTo>
                  <a:lnTo>
                    <a:pt x="394957" y="351254"/>
                  </a:lnTo>
                  <a:lnTo>
                    <a:pt x="378501" y="361752"/>
                  </a:lnTo>
                  <a:lnTo>
                    <a:pt x="362044" y="372461"/>
                  </a:lnTo>
                  <a:lnTo>
                    <a:pt x="345588" y="383391"/>
                  </a:lnTo>
                  <a:lnTo>
                    <a:pt x="329131" y="394552"/>
                  </a:lnTo>
                  <a:lnTo>
                    <a:pt x="312674" y="405949"/>
                  </a:lnTo>
                  <a:lnTo>
                    <a:pt x="296218" y="417586"/>
                  </a:lnTo>
                  <a:lnTo>
                    <a:pt x="279761" y="429466"/>
                  </a:lnTo>
                  <a:lnTo>
                    <a:pt x="263305" y="441590"/>
                  </a:lnTo>
                  <a:lnTo>
                    <a:pt x="246848" y="453958"/>
                  </a:lnTo>
                  <a:lnTo>
                    <a:pt x="230392" y="466567"/>
                  </a:lnTo>
                  <a:lnTo>
                    <a:pt x="213935" y="479415"/>
                  </a:lnTo>
                  <a:lnTo>
                    <a:pt x="197478" y="492500"/>
                  </a:lnTo>
                  <a:lnTo>
                    <a:pt x="181022" y="505818"/>
                  </a:lnTo>
                  <a:lnTo>
                    <a:pt x="164565" y="519367"/>
                  </a:lnTo>
                  <a:lnTo>
                    <a:pt x="148109" y="533143"/>
                  </a:lnTo>
                  <a:lnTo>
                    <a:pt x="131652" y="547143"/>
                  </a:lnTo>
                  <a:lnTo>
                    <a:pt x="115196" y="561365"/>
                  </a:lnTo>
                  <a:lnTo>
                    <a:pt x="98739" y="575806"/>
                  </a:lnTo>
                  <a:lnTo>
                    <a:pt x="82282" y="590463"/>
                  </a:lnTo>
                  <a:lnTo>
                    <a:pt x="65826" y="605334"/>
                  </a:lnTo>
                  <a:lnTo>
                    <a:pt x="49369" y="620417"/>
                  </a:lnTo>
                  <a:lnTo>
                    <a:pt x="32913" y="635710"/>
                  </a:lnTo>
                  <a:lnTo>
                    <a:pt x="16456" y="651212"/>
                  </a:lnTo>
                  <a:lnTo>
                    <a:pt x="0" y="6669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7887335" y="3211672"/>
              <a:ext cx="1300069" cy="680144"/>
            </a:xfrm>
            <a:custGeom>
              <a:avLst/>
              <a:pathLst>
                <a:path w="1300069" h="680144">
                  <a:moveTo>
                    <a:pt x="0" y="680144"/>
                  </a:moveTo>
                  <a:lnTo>
                    <a:pt x="16456" y="668319"/>
                  </a:lnTo>
                  <a:lnTo>
                    <a:pt x="32913" y="656576"/>
                  </a:lnTo>
                  <a:lnTo>
                    <a:pt x="49369" y="644916"/>
                  </a:lnTo>
                  <a:lnTo>
                    <a:pt x="65826" y="633338"/>
                  </a:lnTo>
                  <a:lnTo>
                    <a:pt x="82282" y="621842"/>
                  </a:lnTo>
                  <a:lnTo>
                    <a:pt x="98739" y="610429"/>
                  </a:lnTo>
                  <a:lnTo>
                    <a:pt x="115196" y="599098"/>
                  </a:lnTo>
                  <a:lnTo>
                    <a:pt x="131652" y="587850"/>
                  </a:lnTo>
                  <a:lnTo>
                    <a:pt x="148109" y="576685"/>
                  </a:lnTo>
                  <a:lnTo>
                    <a:pt x="164565" y="565601"/>
                  </a:lnTo>
                  <a:lnTo>
                    <a:pt x="181022" y="554601"/>
                  </a:lnTo>
                  <a:lnTo>
                    <a:pt x="197478" y="543682"/>
                  </a:lnTo>
                  <a:lnTo>
                    <a:pt x="213935" y="532846"/>
                  </a:lnTo>
                  <a:lnTo>
                    <a:pt x="230392" y="522093"/>
                  </a:lnTo>
                  <a:lnTo>
                    <a:pt x="246848" y="511422"/>
                  </a:lnTo>
                  <a:lnTo>
                    <a:pt x="263305" y="500834"/>
                  </a:lnTo>
                  <a:lnTo>
                    <a:pt x="279761" y="490328"/>
                  </a:lnTo>
                  <a:lnTo>
                    <a:pt x="296218" y="479904"/>
                  </a:lnTo>
                  <a:lnTo>
                    <a:pt x="312674" y="469563"/>
                  </a:lnTo>
                  <a:lnTo>
                    <a:pt x="329131" y="459304"/>
                  </a:lnTo>
                  <a:lnTo>
                    <a:pt x="345588" y="449128"/>
                  </a:lnTo>
                  <a:lnTo>
                    <a:pt x="362044" y="439034"/>
                  </a:lnTo>
                  <a:lnTo>
                    <a:pt x="378501" y="429023"/>
                  </a:lnTo>
                  <a:lnTo>
                    <a:pt x="394957" y="419094"/>
                  </a:lnTo>
                  <a:lnTo>
                    <a:pt x="411414" y="409248"/>
                  </a:lnTo>
                  <a:lnTo>
                    <a:pt x="427871" y="399484"/>
                  </a:lnTo>
                  <a:lnTo>
                    <a:pt x="444327" y="389803"/>
                  </a:lnTo>
                  <a:lnTo>
                    <a:pt x="460784" y="380204"/>
                  </a:lnTo>
                  <a:lnTo>
                    <a:pt x="477240" y="370687"/>
                  </a:lnTo>
                  <a:lnTo>
                    <a:pt x="493697" y="361253"/>
                  </a:lnTo>
                  <a:lnTo>
                    <a:pt x="510153" y="351902"/>
                  </a:lnTo>
                  <a:lnTo>
                    <a:pt x="526610" y="342633"/>
                  </a:lnTo>
                  <a:lnTo>
                    <a:pt x="543067" y="333446"/>
                  </a:lnTo>
                  <a:lnTo>
                    <a:pt x="559523" y="324342"/>
                  </a:lnTo>
                  <a:lnTo>
                    <a:pt x="575980" y="315320"/>
                  </a:lnTo>
                  <a:lnTo>
                    <a:pt x="592436" y="306381"/>
                  </a:lnTo>
                  <a:lnTo>
                    <a:pt x="608893" y="297524"/>
                  </a:lnTo>
                  <a:lnTo>
                    <a:pt x="625349" y="288750"/>
                  </a:lnTo>
                  <a:lnTo>
                    <a:pt x="641806" y="280058"/>
                  </a:lnTo>
                  <a:lnTo>
                    <a:pt x="658263" y="271448"/>
                  </a:lnTo>
                  <a:lnTo>
                    <a:pt x="674719" y="262921"/>
                  </a:lnTo>
                  <a:lnTo>
                    <a:pt x="691176" y="254477"/>
                  </a:lnTo>
                  <a:lnTo>
                    <a:pt x="707632" y="246115"/>
                  </a:lnTo>
                  <a:lnTo>
                    <a:pt x="724089" y="237835"/>
                  </a:lnTo>
                  <a:lnTo>
                    <a:pt x="740546" y="229638"/>
                  </a:lnTo>
                  <a:lnTo>
                    <a:pt x="757002" y="221524"/>
                  </a:lnTo>
                  <a:lnTo>
                    <a:pt x="773459" y="213491"/>
                  </a:lnTo>
                  <a:lnTo>
                    <a:pt x="789915" y="205542"/>
                  </a:lnTo>
                  <a:lnTo>
                    <a:pt x="806372" y="197674"/>
                  </a:lnTo>
                  <a:lnTo>
                    <a:pt x="822828" y="189889"/>
                  </a:lnTo>
                  <a:lnTo>
                    <a:pt x="839285" y="182187"/>
                  </a:lnTo>
                  <a:lnTo>
                    <a:pt x="855742" y="174567"/>
                  </a:lnTo>
                  <a:lnTo>
                    <a:pt x="872198" y="167030"/>
                  </a:lnTo>
                  <a:lnTo>
                    <a:pt x="888655" y="159575"/>
                  </a:lnTo>
                  <a:lnTo>
                    <a:pt x="905111" y="152202"/>
                  </a:lnTo>
                  <a:lnTo>
                    <a:pt x="921568" y="144912"/>
                  </a:lnTo>
                  <a:lnTo>
                    <a:pt x="938024" y="137705"/>
                  </a:lnTo>
                  <a:lnTo>
                    <a:pt x="954481" y="130579"/>
                  </a:lnTo>
                  <a:lnTo>
                    <a:pt x="970938" y="123537"/>
                  </a:lnTo>
                  <a:lnTo>
                    <a:pt x="987394" y="116576"/>
                  </a:lnTo>
                  <a:lnTo>
                    <a:pt x="1003851" y="109699"/>
                  </a:lnTo>
                  <a:lnTo>
                    <a:pt x="1020307" y="102903"/>
                  </a:lnTo>
                  <a:lnTo>
                    <a:pt x="1036764" y="96191"/>
                  </a:lnTo>
                  <a:lnTo>
                    <a:pt x="1053221" y="89560"/>
                  </a:lnTo>
                  <a:lnTo>
                    <a:pt x="1069677" y="83012"/>
                  </a:lnTo>
                  <a:lnTo>
                    <a:pt x="1086134" y="76547"/>
                  </a:lnTo>
                  <a:lnTo>
                    <a:pt x="1102590" y="70164"/>
                  </a:lnTo>
                  <a:lnTo>
                    <a:pt x="1119047" y="63863"/>
                  </a:lnTo>
                  <a:lnTo>
                    <a:pt x="1135503" y="57645"/>
                  </a:lnTo>
                  <a:lnTo>
                    <a:pt x="1151960" y="51509"/>
                  </a:lnTo>
                  <a:lnTo>
                    <a:pt x="1168417" y="45456"/>
                  </a:lnTo>
                  <a:lnTo>
                    <a:pt x="1184873" y="39486"/>
                  </a:lnTo>
                  <a:lnTo>
                    <a:pt x="1201330" y="33597"/>
                  </a:lnTo>
                  <a:lnTo>
                    <a:pt x="1217786" y="27792"/>
                  </a:lnTo>
                  <a:lnTo>
                    <a:pt x="1234243" y="22068"/>
                  </a:lnTo>
                  <a:lnTo>
                    <a:pt x="1250699" y="16427"/>
                  </a:lnTo>
                  <a:lnTo>
                    <a:pt x="1267156" y="10869"/>
                  </a:lnTo>
                  <a:lnTo>
                    <a:pt x="1283613" y="5393"/>
                  </a:lnTo>
                  <a:lnTo>
                    <a:pt x="1300069" y="0"/>
                  </a:lnTo>
                </a:path>
              </a:pathLst>
            </a:custGeom>
            <a:ln w="34492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tx3399"/>
            <p:cNvSpPr/>
            <p:nvPr/>
          </p:nvSpPr>
          <p:spPr>
            <a:xfrm>
              <a:off x="7896379" y="2880970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400" name="tx3400"/>
            <p:cNvSpPr/>
            <p:nvPr/>
          </p:nvSpPr>
          <p:spPr>
            <a:xfrm>
              <a:off x="7970125" y="2856085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401" name="tx3401"/>
            <p:cNvSpPr/>
            <p:nvPr/>
          </p:nvSpPr>
          <p:spPr>
            <a:xfrm>
              <a:off x="8004734" y="2944607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402" name="tx3402"/>
            <p:cNvSpPr/>
            <p:nvPr/>
          </p:nvSpPr>
          <p:spPr>
            <a:xfrm>
              <a:off x="8029086" y="2917998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403" name="tx3403"/>
            <p:cNvSpPr/>
            <p:nvPr/>
          </p:nvSpPr>
          <p:spPr>
            <a:xfrm>
              <a:off x="8081002" y="2944607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404" name="tx3404"/>
            <p:cNvSpPr/>
            <p:nvPr/>
          </p:nvSpPr>
          <p:spPr>
            <a:xfrm>
              <a:off x="8105354" y="2879581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3405" name="tx3405"/>
            <p:cNvSpPr/>
            <p:nvPr/>
          </p:nvSpPr>
          <p:spPr>
            <a:xfrm>
              <a:off x="7896379" y="2953265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406" name="tx3406"/>
            <p:cNvSpPr/>
            <p:nvPr/>
          </p:nvSpPr>
          <p:spPr>
            <a:xfrm>
              <a:off x="7970125" y="2928379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407" name="tx3407"/>
            <p:cNvSpPr/>
            <p:nvPr/>
          </p:nvSpPr>
          <p:spPr>
            <a:xfrm>
              <a:off x="8004734" y="3016901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408" name="tx3408"/>
            <p:cNvSpPr/>
            <p:nvPr/>
          </p:nvSpPr>
          <p:spPr>
            <a:xfrm>
              <a:off x="8029086" y="2990292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409" name="tx3409"/>
            <p:cNvSpPr/>
            <p:nvPr/>
          </p:nvSpPr>
          <p:spPr>
            <a:xfrm>
              <a:off x="8081002" y="3016901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410" name="tx3410"/>
            <p:cNvSpPr/>
            <p:nvPr/>
          </p:nvSpPr>
          <p:spPr>
            <a:xfrm>
              <a:off x="8105354" y="2951876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3411" name="pl3411"/>
            <p:cNvSpPr/>
            <p:nvPr/>
          </p:nvSpPr>
          <p:spPr>
            <a:xfrm>
              <a:off x="7796895" y="6037402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7796895" y="5745545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7796895" y="5453688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7796895" y="5161831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7796895" y="486997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l3416"/>
            <p:cNvSpPr/>
            <p:nvPr/>
          </p:nvSpPr>
          <p:spPr>
            <a:xfrm>
              <a:off x="7796895" y="6183331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l3417"/>
            <p:cNvSpPr/>
            <p:nvPr/>
          </p:nvSpPr>
          <p:spPr>
            <a:xfrm>
              <a:off x="7796895" y="589147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l3418"/>
            <p:cNvSpPr/>
            <p:nvPr/>
          </p:nvSpPr>
          <p:spPr>
            <a:xfrm>
              <a:off x="7796895" y="559961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l3419"/>
            <p:cNvSpPr/>
            <p:nvPr/>
          </p:nvSpPr>
          <p:spPr>
            <a:xfrm>
              <a:off x="7796895" y="5307760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l3420"/>
            <p:cNvSpPr/>
            <p:nvPr/>
          </p:nvSpPr>
          <p:spPr>
            <a:xfrm>
              <a:off x="7796895" y="5015903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l3421"/>
            <p:cNvSpPr/>
            <p:nvPr/>
          </p:nvSpPr>
          <p:spPr>
            <a:xfrm>
              <a:off x="9875135" y="199864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l3422"/>
            <p:cNvSpPr/>
            <p:nvPr/>
          </p:nvSpPr>
          <p:spPr>
            <a:xfrm>
              <a:off x="9875135" y="1706790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9875135" y="1414933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9875135" y="1123076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9875135" y="831219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10223973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10740771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11257569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11774367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l3430"/>
            <p:cNvSpPr/>
            <p:nvPr/>
          </p:nvSpPr>
          <p:spPr>
            <a:xfrm>
              <a:off x="9875135" y="2144576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l3431"/>
            <p:cNvSpPr/>
            <p:nvPr/>
          </p:nvSpPr>
          <p:spPr>
            <a:xfrm>
              <a:off x="9875135" y="1852719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l3432"/>
            <p:cNvSpPr/>
            <p:nvPr/>
          </p:nvSpPr>
          <p:spPr>
            <a:xfrm>
              <a:off x="9875135" y="1560862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l3433"/>
            <p:cNvSpPr/>
            <p:nvPr/>
          </p:nvSpPr>
          <p:spPr>
            <a:xfrm>
              <a:off x="9875135" y="126900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l3434"/>
            <p:cNvSpPr/>
            <p:nvPr/>
          </p:nvSpPr>
          <p:spPr>
            <a:xfrm>
              <a:off x="9875135" y="97714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l3435"/>
            <p:cNvSpPr/>
            <p:nvPr/>
          </p:nvSpPr>
          <p:spPr>
            <a:xfrm>
              <a:off x="9965574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l3436"/>
            <p:cNvSpPr/>
            <p:nvPr/>
          </p:nvSpPr>
          <p:spPr>
            <a:xfrm>
              <a:off x="10482372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l3437"/>
            <p:cNvSpPr/>
            <p:nvPr/>
          </p:nvSpPr>
          <p:spPr>
            <a:xfrm>
              <a:off x="10999170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l3438"/>
            <p:cNvSpPr/>
            <p:nvPr/>
          </p:nvSpPr>
          <p:spPr>
            <a:xfrm>
              <a:off x="11515968" y="764413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t3439"/>
            <p:cNvSpPr/>
            <p:nvPr/>
          </p:nvSpPr>
          <p:spPr>
            <a:xfrm>
              <a:off x="10463094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t3440"/>
            <p:cNvSpPr/>
            <p:nvPr/>
          </p:nvSpPr>
          <p:spPr>
            <a:xfrm>
              <a:off x="1097989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t3441"/>
            <p:cNvSpPr/>
            <p:nvPr/>
          </p:nvSpPr>
          <p:spPr>
            <a:xfrm>
              <a:off x="10463094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t3442"/>
            <p:cNvSpPr/>
            <p:nvPr/>
          </p:nvSpPr>
          <p:spPr>
            <a:xfrm>
              <a:off x="10721493" y="14442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t3443"/>
            <p:cNvSpPr/>
            <p:nvPr/>
          </p:nvSpPr>
          <p:spPr>
            <a:xfrm>
              <a:off x="10979892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t3444"/>
            <p:cNvSpPr/>
            <p:nvPr/>
          </p:nvSpPr>
          <p:spPr>
            <a:xfrm>
              <a:off x="9946297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t3445"/>
            <p:cNvSpPr/>
            <p:nvPr/>
          </p:nvSpPr>
          <p:spPr>
            <a:xfrm>
              <a:off x="10204695" y="13761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t3446"/>
            <p:cNvSpPr/>
            <p:nvPr/>
          </p:nvSpPr>
          <p:spPr>
            <a:xfrm>
              <a:off x="10204695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t3447"/>
            <p:cNvSpPr/>
            <p:nvPr/>
          </p:nvSpPr>
          <p:spPr>
            <a:xfrm>
              <a:off x="10463094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t3448"/>
            <p:cNvSpPr/>
            <p:nvPr/>
          </p:nvSpPr>
          <p:spPr>
            <a:xfrm>
              <a:off x="9946297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t3449"/>
            <p:cNvSpPr/>
            <p:nvPr/>
          </p:nvSpPr>
          <p:spPr>
            <a:xfrm>
              <a:off x="10204695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t3450"/>
            <p:cNvSpPr/>
            <p:nvPr/>
          </p:nvSpPr>
          <p:spPr>
            <a:xfrm>
              <a:off x="10979892" y="15804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t3451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t3452"/>
            <p:cNvSpPr/>
            <p:nvPr/>
          </p:nvSpPr>
          <p:spPr>
            <a:xfrm>
              <a:off x="10979892" y="14637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t3453"/>
            <p:cNvSpPr/>
            <p:nvPr/>
          </p:nvSpPr>
          <p:spPr>
            <a:xfrm>
              <a:off x="10721493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t3454"/>
            <p:cNvSpPr/>
            <p:nvPr/>
          </p:nvSpPr>
          <p:spPr>
            <a:xfrm>
              <a:off x="10463094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t3455"/>
            <p:cNvSpPr/>
            <p:nvPr/>
          </p:nvSpPr>
          <p:spPr>
            <a:xfrm>
              <a:off x="9946297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t3456"/>
            <p:cNvSpPr/>
            <p:nvPr/>
          </p:nvSpPr>
          <p:spPr>
            <a:xfrm>
              <a:off x="11367491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t3457"/>
            <p:cNvSpPr/>
            <p:nvPr/>
          </p:nvSpPr>
          <p:spPr>
            <a:xfrm>
              <a:off x="11496690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t3458"/>
            <p:cNvSpPr/>
            <p:nvPr/>
          </p:nvSpPr>
          <p:spPr>
            <a:xfrm>
              <a:off x="10721493" y="12594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t3459"/>
            <p:cNvSpPr/>
            <p:nvPr/>
          </p:nvSpPr>
          <p:spPr>
            <a:xfrm>
              <a:off x="11109092" y="17458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t3460"/>
            <p:cNvSpPr/>
            <p:nvPr/>
          </p:nvSpPr>
          <p:spPr>
            <a:xfrm>
              <a:off x="10333895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t3461"/>
            <p:cNvSpPr/>
            <p:nvPr/>
          </p:nvSpPr>
          <p:spPr>
            <a:xfrm>
              <a:off x="10850693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t3462"/>
            <p:cNvSpPr/>
            <p:nvPr/>
          </p:nvSpPr>
          <p:spPr>
            <a:xfrm>
              <a:off x="1097989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t3463"/>
            <p:cNvSpPr/>
            <p:nvPr/>
          </p:nvSpPr>
          <p:spPr>
            <a:xfrm>
              <a:off x="1097989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t3464"/>
            <p:cNvSpPr/>
            <p:nvPr/>
          </p:nvSpPr>
          <p:spPr>
            <a:xfrm>
              <a:off x="10721493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t3465"/>
            <p:cNvSpPr/>
            <p:nvPr/>
          </p:nvSpPr>
          <p:spPr>
            <a:xfrm>
              <a:off x="10721493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t3466"/>
            <p:cNvSpPr/>
            <p:nvPr/>
          </p:nvSpPr>
          <p:spPr>
            <a:xfrm>
              <a:off x="11238291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t3467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t3468"/>
            <p:cNvSpPr/>
            <p:nvPr/>
          </p:nvSpPr>
          <p:spPr>
            <a:xfrm>
              <a:off x="10721493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t3469"/>
            <p:cNvSpPr/>
            <p:nvPr/>
          </p:nvSpPr>
          <p:spPr>
            <a:xfrm>
              <a:off x="10463094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t3470"/>
            <p:cNvSpPr/>
            <p:nvPr/>
          </p:nvSpPr>
          <p:spPr>
            <a:xfrm>
              <a:off x="10463094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t3471"/>
            <p:cNvSpPr/>
            <p:nvPr/>
          </p:nvSpPr>
          <p:spPr>
            <a:xfrm>
              <a:off x="9946297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t3472"/>
            <p:cNvSpPr/>
            <p:nvPr/>
          </p:nvSpPr>
          <p:spPr>
            <a:xfrm>
              <a:off x="10463094" y="12983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t3473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t3474"/>
            <p:cNvSpPr/>
            <p:nvPr/>
          </p:nvSpPr>
          <p:spPr>
            <a:xfrm>
              <a:off x="10592294" y="18042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t3475"/>
            <p:cNvSpPr/>
            <p:nvPr/>
          </p:nvSpPr>
          <p:spPr>
            <a:xfrm>
              <a:off x="11238291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t3476"/>
            <p:cNvSpPr/>
            <p:nvPr/>
          </p:nvSpPr>
          <p:spPr>
            <a:xfrm>
              <a:off x="10075496" y="15804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t3477"/>
            <p:cNvSpPr/>
            <p:nvPr/>
          </p:nvSpPr>
          <p:spPr>
            <a:xfrm>
              <a:off x="10204695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t3478"/>
            <p:cNvSpPr/>
            <p:nvPr/>
          </p:nvSpPr>
          <p:spPr>
            <a:xfrm>
              <a:off x="9946297" y="17847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t3479"/>
            <p:cNvSpPr/>
            <p:nvPr/>
          </p:nvSpPr>
          <p:spPr>
            <a:xfrm>
              <a:off x="9946297" y="18528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t3480"/>
            <p:cNvSpPr/>
            <p:nvPr/>
          </p:nvSpPr>
          <p:spPr>
            <a:xfrm>
              <a:off x="10204695" y="16096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t3481"/>
            <p:cNvSpPr/>
            <p:nvPr/>
          </p:nvSpPr>
          <p:spPr>
            <a:xfrm>
              <a:off x="9946297" y="2105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t3482"/>
            <p:cNvSpPr/>
            <p:nvPr/>
          </p:nvSpPr>
          <p:spPr>
            <a:xfrm>
              <a:off x="10204695" y="13470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t3483"/>
            <p:cNvSpPr/>
            <p:nvPr/>
          </p:nvSpPr>
          <p:spPr>
            <a:xfrm>
              <a:off x="9946297" y="16485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t3484"/>
            <p:cNvSpPr/>
            <p:nvPr/>
          </p:nvSpPr>
          <p:spPr>
            <a:xfrm>
              <a:off x="10592294" y="14442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t3485"/>
            <p:cNvSpPr/>
            <p:nvPr/>
          </p:nvSpPr>
          <p:spPr>
            <a:xfrm>
              <a:off x="10592294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t3486"/>
            <p:cNvSpPr/>
            <p:nvPr/>
          </p:nvSpPr>
          <p:spPr>
            <a:xfrm>
              <a:off x="9946297" y="208638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t3487"/>
            <p:cNvSpPr/>
            <p:nvPr/>
          </p:nvSpPr>
          <p:spPr>
            <a:xfrm>
              <a:off x="10463094" y="14345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t3488"/>
            <p:cNvSpPr/>
            <p:nvPr/>
          </p:nvSpPr>
          <p:spPr>
            <a:xfrm>
              <a:off x="9946297" y="20669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t3489"/>
            <p:cNvSpPr/>
            <p:nvPr/>
          </p:nvSpPr>
          <p:spPr>
            <a:xfrm>
              <a:off x="10075496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t3490"/>
            <p:cNvSpPr/>
            <p:nvPr/>
          </p:nvSpPr>
          <p:spPr>
            <a:xfrm>
              <a:off x="10204695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t3491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t3492"/>
            <p:cNvSpPr/>
            <p:nvPr/>
          </p:nvSpPr>
          <p:spPr>
            <a:xfrm>
              <a:off x="10204695" y="1872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t3493"/>
            <p:cNvSpPr/>
            <p:nvPr/>
          </p:nvSpPr>
          <p:spPr>
            <a:xfrm>
              <a:off x="9946297" y="1872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t3494"/>
            <p:cNvSpPr/>
            <p:nvPr/>
          </p:nvSpPr>
          <p:spPr>
            <a:xfrm>
              <a:off x="9946297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t3495"/>
            <p:cNvSpPr/>
            <p:nvPr/>
          </p:nvSpPr>
          <p:spPr>
            <a:xfrm>
              <a:off x="10592294" y="16388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t3496"/>
            <p:cNvSpPr/>
            <p:nvPr/>
          </p:nvSpPr>
          <p:spPr>
            <a:xfrm>
              <a:off x="10592294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t3497"/>
            <p:cNvSpPr/>
            <p:nvPr/>
          </p:nvSpPr>
          <p:spPr>
            <a:xfrm>
              <a:off x="10463094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t3498"/>
            <p:cNvSpPr/>
            <p:nvPr/>
          </p:nvSpPr>
          <p:spPr>
            <a:xfrm>
              <a:off x="11238291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t3499"/>
            <p:cNvSpPr/>
            <p:nvPr/>
          </p:nvSpPr>
          <p:spPr>
            <a:xfrm>
              <a:off x="10979892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t3500"/>
            <p:cNvSpPr/>
            <p:nvPr/>
          </p:nvSpPr>
          <p:spPr>
            <a:xfrm>
              <a:off x="1097989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t3501"/>
            <p:cNvSpPr/>
            <p:nvPr/>
          </p:nvSpPr>
          <p:spPr>
            <a:xfrm>
              <a:off x="10721493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t3502"/>
            <p:cNvSpPr/>
            <p:nvPr/>
          </p:nvSpPr>
          <p:spPr>
            <a:xfrm>
              <a:off x="10075496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t3503"/>
            <p:cNvSpPr/>
            <p:nvPr/>
          </p:nvSpPr>
          <p:spPr>
            <a:xfrm>
              <a:off x="11625890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t3504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t3505"/>
            <p:cNvSpPr/>
            <p:nvPr/>
          </p:nvSpPr>
          <p:spPr>
            <a:xfrm>
              <a:off x="10979892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t3506"/>
            <p:cNvSpPr/>
            <p:nvPr/>
          </p:nvSpPr>
          <p:spPr>
            <a:xfrm>
              <a:off x="10979892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t3507"/>
            <p:cNvSpPr/>
            <p:nvPr/>
          </p:nvSpPr>
          <p:spPr>
            <a:xfrm>
              <a:off x="10333895" y="18918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t3508"/>
            <p:cNvSpPr/>
            <p:nvPr/>
          </p:nvSpPr>
          <p:spPr>
            <a:xfrm>
              <a:off x="11109092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t3509"/>
            <p:cNvSpPr/>
            <p:nvPr/>
          </p:nvSpPr>
          <p:spPr>
            <a:xfrm>
              <a:off x="11109092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t3510"/>
            <p:cNvSpPr/>
            <p:nvPr/>
          </p:nvSpPr>
          <p:spPr>
            <a:xfrm>
              <a:off x="10204695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t3511"/>
            <p:cNvSpPr/>
            <p:nvPr/>
          </p:nvSpPr>
          <p:spPr>
            <a:xfrm>
              <a:off x="10463094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t3512"/>
            <p:cNvSpPr/>
            <p:nvPr/>
          </p:nvSpPr>
          <p:spPr>
            <a:xfrm>
              <a:off x="11238291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t3513"/>
            <p:cNvSpPr/>
            <p:nvPr/>
          </p:nvSpPr>
          <p:spPr>
            <a:xfrm>
              <a:off x="10204695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t3514"/>
            <p:cNvSpPr/>
            <p:nvPr/>
          </p:nvSpPr>
          <p:spPr>
            <a:xfrm>
              <a:off x="10333895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t3515"/>
            <p:cNvSpPr/>
            <p:nvPr/>
          </p:nvSpPr>
          <p:spPr>
            <a:xfrm>
              <a:off x="10979892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t3516"/>
            <p:cNvSpPr/>
            <p:nvPr/>
          </p:nvSpPr>
          <p:spPr>
            <a:xfrm>
              <a:off x="10204695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t3517"/>
            <p:cNvSpPr/>
            <p:nvPr/>
          </p:nvSpPr>
          <p:spPr>
            <a:xfrm>
              <a:off x="10592294" y="16777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t3518"/>
            <p:cNvSpPr/>
            <p:nvPr/>
          </p:nvSpPr>
          <p:spPr>
            <a:xfrm>
              <a:off x="11238291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t3519"/>
            <p:cNvSpPr/>
            <p:nvPr/>
          </p:nvSpPr>
          <p:spPr>
            <a:xfrm>
              <a:off x="11238291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t3520"/>
            <p:cNvSpPr/>
            <p:nvPr/>
          </p:nvSpPr>
          <p:spPr>
            <a:xfrm>
              <a:off x="10204695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t3521"/>
            <p:cNvSpPr/>
            <p:nvPr/>
          </p:nvSpPr>
          <p:spPr>
            <a:xfrm>
              <a:off x="10204695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t3522"/>
            <p:cNvSpPr/>
            <p:nvPr/>
          </p:nvSpPr>
          <p:spPr>
            <a:xfrm>
              <a:off x="10850693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t3523"/>
            <p:cNvSpPr/>
            <p:nvPr/>
          </p:nvSpPr>
          <p:spPr>
            <a:xfrm>
              <a:off x="1097989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t3524"/>
            <p:cNvSpPr/>
            <p:nvPr/>
          </p:nvSpPr>
          <p:spPr>
            <a:xfrm>
              <a:off x="10721493" y="12691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t3525"/>
            <p:cNvSpPr/>
            <p:nvPr/>
          </p:nvSpPr>
          <p:spPr>
            <a:xfrm>
              <a:off x="9946297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t3526"/>
            <p:cNvSpPr/>
            <p:nvPr/>
          </p:nvSpPr>
          <p:spPr>
            <a:xfrm>
              <a:off x="10204695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t3527"/>
            <p:cNvSpPr/>
            <p:nvPr/>
          </p:nvSpPr>
          <p:spPr>
            <a:xfrm>
              <a:off x="9946297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t3528"/>
            <p:cNvSpPr/>
            <p:nvPr/>
          </p:nvSpPr>
          <p:spPr>
            <a:xfrm>
              <a:off x="9946297" y="20571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t3529"/>
            <p:cNvSpPr/>
            <p:nvPr/>
          </p:nvSpPr>
          <p:spPr>
            <a:xfrm>
              <a:off x="10204695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t3530"/>
            <p:cNvSpPr/>
            <p:nvPr/>
          </p:nvSpPr>
          <p:spPr>
            <a:xfrm>
              <a:off x="10592294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t3531"/>
            <p:cNvSpPr/>
            <p:nvPr/>
          </p:nvSpPr>
          <p:spPr>
            <a:xfrm>
              <a:off x="9946297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t3532"/>
            <p:cNvSpPr/>
            <p:nvPr/>
          </p:nvSpPr>
          <p:spPr>
            <a:xfrm>
              <a:off x="10075496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t3533"/>
            <p:cNvSpPr/>
            <p:nvPr/>
          </p:nvSpPr>
          <p:spPr>
            <a:xfrm>
              <a:off x="10592294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t3534"/>
            <p:cNvSpPr/>
            <p:nvPr/>
          </p:nvSpPr>
          <p:spPr>
            <a:xfrm>
              <a:off x="10075496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t3535"/>
            <p:cNvSpPr/>
            <p:nvPr/>
          </p:nvSpPr>
          <p:spPr>
            <a:xfrm>
              <a:off x="10463094" y="1356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t3536"/>
            <p:cNvSpPr/>
            <p:nvPr/>
          </p:nvSpPr>
          <p:spPr>
            <a:xfrm>
              <a:off x="10721493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t3537"/>
            <p:cNvSpPr/>
            <p:nvPr/>
          </p:nvSpPr>
          <p:spPr>
            <a:xfrm>
              <a:off x="10721493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t3538"/>
            <p:cNvSpPr/>
            <p:nvPr/>
          </p:nvSpPr>
          <p:spPr>
            <a:xfrm>
              <a:off x="10721493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t3539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t3540"/>
            <p:cNvSpPr/>
            <p:nvPr/>
          </p:nvSpPr>
          <p:spPr>
            <a:xfrm>
              <a:off x="10979892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t3541"/>
            <p:cNvSpPr/>
            <p:nvPr/>
          </p:nvSpPr>
          <p:spPr>
            <a:xfrm>
              <a:off x="11367491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t3542"/>
            <p:cNvSpPr/>
            <p:nvPr/>
          </p:nvSpPr>
          <p:spPr>
            <a:xfrm>
              <a:off x="10721493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t3543"/>
            <p:cNvSpPr/>
            <p:nvPr/>
          </p:nvSpPr>
          <p:spPr>
            <a:xfrm>
              <a:off x="1072149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t3544"/>
            <p:cNvSpPr/>
            <p:nvPr/>
          </p:nvSpPr>
          <p:spPr>
            <a:xfrm>
              <a:off x="10592294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t3545"/>
            <p:cNvSpPr/>
            <p:nvPr/>
          </p:nvSpPr>
          <p:spPr>
            <a:xfrm>
              <a:off x="1072149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t3546"/>
            <p:cNvSpPr/>
            <p:nvPr/>
          </p:nvSpPr>
          <p:spPr>
            <a:xfrm>
              <a:off x="10463094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t3547"/>
            <p:cNvSpPr/>
            <p:nvPr/>
          </p:nvSpPr>
          <p:spPr>
            <a:xfrm>
              <a:off x="10463094" y="15026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t3548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t3549"/>
            <p:cNvSpPr/>
            <p:nvPr/>
          </p:nvSpPr>
          <p:spPr>
            <a:xfrm>
              <a:off x="10333895" y="13761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t3550"/>
            <p:cNvSpPr/>
            <p:nvPr/>
          </p:nvSpPr>
          <p:spPr>
            <a:xfrm>
              <a:off x="11496690" y="1278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t3551"/>
            <p:cNvSpPr/>
            <p:nvPr/>
          </p:nvSpPr>
          <p:spPr>
            <a:xfrm>
              <a:off x="10721493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t3552"/>
            <p:cNvSpPr/>
            <p:nvPr/>
          </p:nvSpPr>
          <p:spPr>
            <a:xfrm>
              <a:off x="10204695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t3553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t3554"/>
            <p:cNvSpPr/>
            <p:nvPr/>
          </p:nvSpPr>
          <p:spPr>
            <a:xfrm>
              <a:off x="11367491" y="12010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t3555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t3556"/>
            <p:cNvSpPr/>
            <p:nvPr/>
          </p:nvSpPr>
          <p:spPr>
            <a:xfrm>
              <a:off x="10721493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t3557"/>
            <p:cNvSpPr/>
            <p:nvPr/>
          </p:nvSpPr>
          <p:spPr>
            <a:xfrm>
              <a:off x="11109092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t3558"/>
            <p:cNvSpPr/>
            <p:nvPr/>
          </p:nvSpPr>
          <p:spPr>
            <a:xfrm>
              <a:off x="10463094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t3559"/>
            <p:cNvSpPr/>
            <p:nvPr/>
          </p:nvSpPr>
          <p:spPr>
            <a:xfrm>
              <a:off x="10463094" y="16875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t3560"/>
            <p:cNvSpPr/>
            <p:nvPr/>
          </p:nvSpPr>
          <p:spPr>
            <a:xfrm>
              <a:off x="10204695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t3561"/>
            <p:cNvSpPr/>
            <p:nvPr/>
          </p:nvSpPr>
          <p:spPr>
            <a:xfrm>
              <a:off x="10721493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t3562"/>
            <p:cNvSpPr/>
            <p:nvPr/>
          </p:nvSpPr>
          <p:spPr>
            <a:xfrm>
              <a:off x="10721493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t3563"/>
            <p:cNvSpPr/>
            <p:nvPr/>
          </p:nvSpPr>
          <p:spPr>
            <a:xfrm>
              <a:off x="10721493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t3564"/>
            <p:cNvSpPr/>
            <p:nvPr/>
          </p:nvSpPr>
          <p:spPr>
            <a:xfrm>
              <a:off x="11238291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t3565"/>
            <p:cNvSpPr/>
            <p:nvPr/>
          </p:nvSpPr>
          <p:spPr>
            <a:xfrm>
              <a:off x="1072149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t3566"/>
            <p:cNvSpPr/>
            <p:nvPr/>
          </p:nvSpPr>
          <p:spPr>
            <a:xfrm>
              <a:off x="10979892" y="13275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t3567"/>
            <p:cNvSpPr/>
            <p:nvPr/>
          </p:nvSpPr>
          <p:spPr>
            <a:xfrm>
              <a:off x="9946297" y="17847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t3568"/>
            <p:cNvSpPr/>
            <p:nvPr/>
          </p:nvSpPr>
          <p:spPr>
            <a:xfrm>
              <a:off x="9946297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t3569"/>
            <p:cNvSpPr/>
            <p:nvPr/>
          </p:nvSpPr>
          <p:spPr>
            <a:xfrm>
              <a:off x="10204695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t3570"/>
            <p:cNvSpPr/>
            <p:nvPr/>
          </p:nvSpPr>
          <p:spPr>
            <a:xfrm>
              <a:off x="10721493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t3571"/>
            <p:cNvSpPr/>
            <p:nvPr/>
          </p:nvSpPr>
          <p:spPr>
            <a:xfrm>
              <a:off x="10204695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t3572"/>
            <p:cNvSpPr/>
            <p:nvPr/>
          </p:nvSpPr>
          <p:spPr>
            <a:xfrm>
              <a:off x="10463094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t3573"/>
            <p:cNvSpPr/>
            <p:nvPr/>
          </p:nvSpPr>
          <p:spPr>
            <a:xfrm>
              <a:off x="10979892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t3574"/>
            <p:cNvSpPr/>
            <p:nvPr/>
          </p:nvSpPr>
          <p:spPr>
            <a:xfrm>
              <a:off x="10721493" y="16485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t3575"/>
            <p:cNvSpPr/>
            <p:nvPr/>
          </p:nvSpPr>
          <p:spPr>
            <a:xfrm>
              <a:off x="11238291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t3576"/>
            <p:cNvSpPr/>
            <p:nvPr/>
          </p:nvSpPr>
          <p:spPr>
            <a:xfrm>
              <a:off x="10721493" y="15221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t3577"/>
            <p:cNvSpPr/>
            <p:nvPr/>
          </p:nvSpPr>
          <p:spPr>
            <a:xfrm>
              <a:off x="9946297" y="20669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t3578"/>
            <p:cNvSpPr/>
            <p:nvPr/>
          </p:nvSpPr>
          <p:spPr>
            <a:xfrm>
              <a:off x="11238291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t3579"/>
            <p:cNvSpPr/>
            <p:nvPr/>
          </p:nvSpPr>
          <p:spPr>
            <a:xfrm>
              <a:off x="10463094" y="18042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t3580"/>
            <p:cNvSpPr/>
            <p:nvPr/>
          </p:nvSpPr>
          <p:spPr>
            <a:xfrm>
              <a:off x="10204695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t3581"/>
            <p:cNvSpPr/>
            <p:nvPr/>
          </p:nvSpPr>
          <p:spPr>
            <a:xfrm>
              <a:off x="10463094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t3582"/>
            <p:cNvSpPr/>
            <p:nvPr/>
          </p:nvSpPr>
          <p:spPr>
            <a:xfrm>
              <a:off x="10204695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t3583"/>
            <p:cNvSpPr/>
            <p:nvPr/>
          </p:nvSpPr>
          <p:spPr>
            <a:xfrm>
              <a:off x="10979892" y="15318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t3584"/>
            <p:cNvSpPr/>
            <p:nvPr/>
          </p:nvSpPr>
          <p:spPr>
            <a:xfrm>
              <a:off x="9946297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t3585"/>
            <p:cNvSpPr/>
            <p:nvPr/>
          </p:nvSpPr>
          <p:spPr>
            <a:xfrm>
              <a:off x="10463094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t3586"/>
            <p:cNvSpPr/>
            <p:nvPr/>
          </p:nvSpPr>
          <p:spPr>
            <a:xfrm>
              <a:off x="10721493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t3587"/>
            <p:cNvSpPr/>
            <p:nvPr/>
          </p:nvSpPr>
          <p:spPr>
            <a:xfrm>
              <a:off x="1072149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t3588"/>
            <p:cNvSpPr/>
            <p:nvPr/>
          </p:nvSpPr>
          <p:spPr>
            <a:xfrm>
              <a:off x="10463094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t3589"/>
            <p:cNvSpPr/>
            <p:nvPr/>
          </p:nvSpPr>
          <p:spPr>
            <a:xfrm>
              <a:off x="10463094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t3590"/>
            <p:cNvSpPr/>
            <p:nvPr/>
          </p:nvSpPr>
          <p:spPr>
            <a:xfrm>
              <a:off x="10463094" y="19793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t3591"/>
            <p:cNvSpPr/>
            <p:nvPr/>
          </p:nvSpPr>
          <p:spPr>
            <a:xfrm>
              <a:off x="9946297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t3592"/>
            <p:cNvSpPr/>
            <p:nvPr/>
          </p:nvSpPr>
          <p:spPr>
            <a:xfrm>
              <a:off x="10333895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t3593"/>
            <p:cNvSpPr/>
            <p:nvPr/>
          </p:nvSpPr>
          <p:spPr>
            <a:xfrm>
              <a:off x="11109092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t3594"/>
            <p:cNvSpPr/>
            <p:nvPr/>
          </p:nvSpPr>
          <p:spPr>
            <a:xfrm>
              <a:off x="9946297" y="18918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t3595"/>
            <p:cNvSpPr/>
            <p:nvPr/>
          </p:nvSpPr>
          <p:spPr>
            <a:xfrm>
              <a:off x="10204695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t3596"/>
            <p:cNvSpPr/>
            <p:nvPr/>
          </p:nvSpPr>
          <p:spPr>
            <a:xfrm>
              <a:off x="10721493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t3597"/>
            <p:cNvSpPr/>
            <p:nvPr/>
          </p:nvSpPr>
          <p:spPr>
            <a:xfrm>
              <a:off x="10204695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t3598"/>
            <p:cNvSpPr/>
            <p:nvPr/>
          </p:nvSpPr>
          <p:spPr>
            <a:xfrm>
              <a:off x="9946297" y="18042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t3599"/>
            <p:cNvSpPr/>
            <p:nvPr/>
          </p:nvSpPr>
          <p:spPr>
            <a:xfrm>
              <a:off x="9946297" y="16875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t3600"/>
            <p:cNvSpPr/>
            <p:nvPr/>
          </p:nvSpPr>
          <p:spPr>
            <a:xfrm>
              <a:off x="1072149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t3601"/>
            <p:cNvSpPr/>
            <p:nvPr/>
          </p:nvSpPr>
          <p:spPr>
            <a:xfrm>
              <a:off x="10721493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t3602"/>
            <p:cNvSpPr/>
            <p:nvPr/>
          </p:nvSpPr>
          <p:spPr>
            <a:xfrm>
              <a:off x="9946297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t3603"/>
            <p:cNvSpPr/>
            <p:nvPr/>
          </p:nvSpPr>
          <p:spPr>
            <a:xfrm>
              <a:off x="11496690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t3604"/>
            <p:cNvSpPr/>
            <p:nvPr/>
          </p:nvSpPr>
          <p:spPr>
            <a:xfrm>
              <a:off x="10463094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t3605"/>
            <p:cNvSpPr/>
            <p:nvPr/>
          </p:nvSpPr>
          <p:spPr>
            <a:xfrm>
              <a:off x="10721493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t3606"/>
            <p:cNvSpPr/>
            <p:nvPr/>
          </p:nvSpPr>
          <p:spPr>
            <a:xfrm>
              <a:off x="10463094" y="16875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t3607"/>
            <p:cNvSpPr/>
            <p:nvPr/>
          </p:nvSpPr>
          <p:spPr>
            <a:xfrm>
              <a:off x="9946297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t3608"/>
            <p:cNvSpPr/>
            <p:nvPr/>
          </p:nvSpPr>
          <p:spPr>
            <a:xfrm>
              <a:off x="10463094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t3609"/>
            <p:cNvSpPr/>
            <p:nvPr/>
          </p:nvSpPr>
          <p:spPr>
            <a:xfrm>
              <a:off x="9946297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t3610"/>
            <p:cNvSpPr/>
            <p:nvPr/>
          </p:nvSpPr>
          <p:spPr>
            <a:xfrm>
              <a:off x="10850693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t3611"/>
            <p:cNvSpPr/>
            <p:nvPr/>
          </p:nvSpPr>
          <p:spPr>
            <a:xfrm>
              <a:off x="10463094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t3612"/>
            <p:cNvSpPr/>
            <p:nvPr/>
          </p:nvSpPr>
          <p:spPr>
            <a:xfrm>
              <a:off x="10463094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t3613"/>
            <p:cNvSpPr/>
            <p:nvPr/>
          </p:nvSpPr>
          <p:spPr>
            <a:xfrm>
              <a:off x="10463094" y="16583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t3614"/>
            <p:cNvSpPr/>
            <p:nvPr/>
          </p:nvSpPr>
          <p:spPr>
            <a:xfrm>
              <a:off x="9946297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t3615"/>
            <p:cNvSpPr/>
            <p:nvPr/>
          </p:nvSpPr>
          <p:spPr>
            <a:xfrm>
              <a:off x="10979892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t3616"/>
            <p:cNvSpPr/>
            <p:nvPr/>
          </p:nvSpPr>
          <p:spPr>
            <a:xfrm>
              <a:off x="11238291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t3617"/>
            <p:cNvSpPr/>
            <p:nvPr/>
          </p:nvSpPr>
          <p:spPr>
            <a:xfrm>
              <a:off x="10204695" y="17264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t3618"/>
            <p:cNvSpPr/>
            <p:nvPr/>
          </p:nvSpPr>
          <p:spPr>
            <a:xfrm>
              <a:off x="10463094" y="15221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t3619"/>
            <p:cNvSpPr/>
            <p:nvPr/>
          </p:nvSpPr>
          <p:spPr>
            <a:xfrm>
              <a:off x="10204695" y="16388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t3620"/>
            <p:cNvSpPr/>
            <p:nvPr/>
          </p:nvSpPr>
          <p:spPr>
            <a:xfrm>
              <a:off x="10463094" y="14151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t3621"/>
            <p:cNvSpPr/>
            <p:nvPr/>
          </p:nvSpPr>
          <p:spPr>
            <a:xfrm>
              <a:off x="9946297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t3622"/>
            <p:cNvSpPr/>
            <p:nvPr/>
          </p:nvSpPr>
          <p:spPr>
            <a:xfrm>
              <a:off x="10979892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t3623"/>
            <p:cNvSpPr/>
            <p:nvPr/>
          </p:nvSpPr>
          <p:spPr>
            <a:xfrm>
              <a:off x="9946297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t3624"/>
            <p:cNvSpPr/>
            <p:nvPr/>
          </p:nvSpPr>
          <p:spPr>
            <a:xfrm>
              <a:off x="10463094" y="15902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t3625"/>
            <p:cNvSpPr/>
            <p:nvPr/>
          </p:nvSpPr>
          <p:spPr>
            <a:xfrm>
              <a:off x="9946297" y="18626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t3626"/>
            <p:cNvSpPr/>
            <p:nvPr/>
          </p:nvSpPr>
          <p:spPr>
            <a:xfrm>
              <a:off x="10721493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t3627"/>
            <p:cNvSpPr/>
            <p:nvPr/>
          </p:nvSpPr>
          <p:spPr>
            <a:xfrm>
              <a:off x="10204695" y="1278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t3628"/>
            <p:cNvSpPr/>
            <p:nvPr/>
          </p:nvSpPr>
          <p:spPr>
            <a:xfrm>
              <a:off x="10721493" y="13956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t3629"/>
            <p:cNvSpPr/>
            <p:nvPr/>
          </p:nvSpPr>
          <p:spPr>
            <a:xfrm>
              <a:off x="10204695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t3630"/>
            <p:cNvSpPr/>
            <p:nvPr/>
          </p:nvSpPr>
          <p:spPr>
            <a:xfrm>
              <a:off x="9946297" y="18626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t3631"/>
            <p:cNvSpPr/>
            <p:nvPr/>
          </p:nvSpPr>
          <p:spPr>
            <a:xfrm>
              <a:off x="9946297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t3632"/>
            <p:cNvSpPr/>
            <p:nvPr/>
          </p:nvSpPr>
          <p:spPr>
            <a:xfrm>
              <a:off x="9946297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t3633"/>
            <p:cNvSpPr/>
            <p:nvPr/>
          </p:nvSpPr>
          <p:spPr>
            <a:xfrm>
              <a:off x="9946297" y="15026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t3634"/>
            <p:cNvSpPr/>
            <p:nvPr/>
          </p:nvSpPr>
          <p:spPr>
            <a:xfrm>
              <a:off x="10463094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t3635"/>
            <p:cNvSpPr/>
            <p:nvPr/>
          </p:nvSpPr>
          <p:spPr>
            <a:xfrm>
              <a:off x="9946297" y="15221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t3636"/>
            <p:cNvSpPr/>
            <p:nvPr/>
          </p:nvSpPr>
          <p:spPr>
            <a:xfrm>
              <a:off x="10204695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t3637"/>
            <p:cNvSpPr/>
            <p:nvPr/>
          </p:nvSpPr>
          <p:spPr>
            <a:xfrm>
              <a:off x="10592294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t3638"/>
            <p:cNvSpPr/>
            <p:nvPr/>
          </p:nvSpPr>
          <p:spPr>
            <a:xfrm>
              <a:off x="10075496" y="11329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t3639"/>
            <p:cNvSpPr/>
            <p:nvPr/>
          </p:nvSpPr>
          <p:spPr>
            <a:xfrm>
              <a:off x="10204695" y="12497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t3640"/>
            <p:cNvSpPr/>
            <p:nvPr/>
          </p:nvSpPr>
          <p:spPr>
            <a:xfrm>
              <a:off x="10463094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t3641"/>
            <p:cNvSpPr/>
            <p:nvPr/>
          </p:nvSpPr>
          <p:spPr>
            <a:xfrm>
              <a:off x="10463094" y="12594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t3642"/>
            <p:cNvSpPr/>
            <p:nvPr/>
          </p:nvSpPr>
          <p:spPr>
            <a:xfrm>
              <a:off x="10463094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t3643"/>
            <p:cNvSpPr/>
            <p:nvPr/>
          </p:nvSpPr>
          <p:spPr>
            <a:xfrm>
              <a:off x="10204695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t3644"/>
            <p:cNvSpPr/>
            <p:nvPr/>
          </p:nvSpPr>
          <p:spPr>
            <a:xfrm>
              <a:off x="10463094" y="13470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t3645"/>
            <p:cNvSpPr/>
            <p:nvPr/>
          </p:nvSpPr>
          <p:spPr>
            <a:xfrm>
              <a:off x="10721493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t3646"/>
            <p:cNvSpPr/>
            <p:nvPr/>
          </p:nvSpPr>
          <p:spPr>
            <a:xfrm>
              <a:off x="11109092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t3647"/>
            <p:cNvSpPr/>
            <p:nvPr/>
          </p:nvSpPr>
          <p:spPr>
            <a:xfrm>
              <a:off x="10979892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t3648"/>
            <p:cNvSpPr/>
            <p:nvPr/>
          </p:nvSpPr>
          <p:spPr>
            <a:xfrm>
              <a:off x="10979892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t3649"/>
            <p:cNvSpPr/>
            <p:nvPr/>
          </p:nvSpPr>
          <p:spPr>
            <a:xfrm>
              <a:off x="10721493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t3650"/>
            <p:cNvSpPr/>
            <p:nvPr/>
          </p:nvSpPr>
          <p:spPr>
            <a:xfrm>
              <a:off x="10721493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t3651"/>
            <p:cNvSpPr/>
            <p:nvPr/>
          </p:nvSpPr>
          <p:spPr>
            <a:xfrm>
              <a:off x="10721493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t3652"/>
            <p:cNvSpPr/>
            <p:nvPr/>
          </p:nvSpPr>
          <p:spPr>
            <a:xfrm>
              <a:off x="10721493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t3653"/>
            <p:cNvSpPr/>
            <p:nvPr/>
          </p:nvSpPr>
          <p:spPr>
            <a:xfrm>
              <a:off x="10463094" y="17361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t3654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t3655"/>
            <p:cNvSpPr/>
            <p:nvPr/>
          </p:nvSpPr>
          <p:spPr>
            <a:xfrm>
              <a:off x="10463094" y="18626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t3656"/>
            <p:cNvSpPr/>
            <p:nvPr/>
          </p:nvSpPr>
          <p:spPr>
            <a:xfrm>
              <a:off x="10979892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t3657"/>
            <p:cNvSpPr/>
            <p:nvPr/>
          </p:nvSpPr>
          <p:spPr>
            <a:xfrm>
              <a:off x="11238291" y="131782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t3658"/>
            <p:cNvSpPr/>
            <p:nvPr/>
          </p:nvSpPr>
          <p:spPr>
            <a:xfrm>
              <a:off x="10721493" y="1278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t3659"/>
            <p:cNvSpPr/>
            <p:nvPr/>
          </p:nvSpPr>
          <p:spPr>
            <a:xfrm>
              <a:off x="10850693" y="12594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t3660"/>
            <p:cNvSpPr/>
            <p:nvPr/>
          </p:nvSpPr>
          <p:spPr>
            <a:xfrm>
              <a:off x="11238291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t3661"/>
            <p:cNvSpPr/>
            <p:nvPr/>
          </p:nvSpPr>
          <p:spPr>
            <a:xfrm>
              <a:off x="10204695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t3662"/>
            <p:cNvSpPr/>
            <p:nvPr/>
          </p:nvSpPr>
          <p:spPr>
            <a:xfrm>
              <a:off x="9946297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t3663"/>
            <p:cNvSpPr/>
            <p:nvPr/>
          </p:nvSpPr>
          <p:spPr>
            <a:xfrm>
              <a:off x="10979892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t3664"/>
            <p:cNvSpPr/>
            <p:nvPr/>
          </p:nvSpPr>
          <p:spPr>
            <a:xfrm>
              <a:off x="10204695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t3665"/>
            <p:cNvSpPr/>
            <p:nvPr/>
          </p:nvSpPr>
          <p:spPr>
            <a:xfrm>
              <a:off x="10463094" y="15902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t3666"/>
            <p:cNvSpPr/>
            <p:nvPr/>
          </p:nvSpPr>
          <p:spPr>
            <a:xfrm>
              <a:off x="10075496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t3667"/>
            <p:cNvSpPr/>
            <p:nvPr/>
          </p:nvSpPr>
          <p:spPr>
            <a:xfrm>
              <a:off x="9946297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t3668"/>
            <p:cNvSpPr/>
            <p:nvPr/>
          </p:nvSpPr>
          <p:spPr>
            <a:xfrm>
              <a:off x="10463094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t3669"/>
            <p:cNvSpPr/>
            <p:nvPr/>
          </p:nvSpPr>
          <p:spPr>
            <a:xfrm>
              <a:off x="10075496" y="1356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t3670"/>
            <p:cNvSpPr/>
            <p:nvPr/>
          </p:nvSpPr>
          <p:spPr>
            <a:xfrm>
              <a:off x="10850693" y="14734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t3671"/>
            <p:cNvSpPr/>
            <p:nvPr/>
          </p:nvSpPr>
          <p:spPr>
            <a:xfrm>
              <a:off x="9946297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t3672"/>
            <p:cNvSpPr/>
            <p:nvPr/>
          </p:nvSpPr>
          <p:spPr>
            <a:xfrm>
              <a:off x="10463094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t3673"/>
            <p:cNvSpPr/>
            <p:nvPr/>
          </p:nvSpPr>
          <p:spPr>
            <a:xfrm>
              <a:off x="10463094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t3674"/>
            <p:cNvSpPr/>
            <p:nvPr/>
          </p:nvSpPr>
          <p:spPr>
            <a:xfrm>
              <a:off x="10463094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t3675"/>
            <p:cNvSpPr/>
            <p:nvPr/>
          </p:nvSpPr>
          <p:spPr>
            <a:xfrm>
              <a:off x="10463094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t3676"/>
            <p:cNvSpPr/>
            <p:nvPr/>
          </p:nvSpPr>
          <p:spPr>
            <a:xfrm>
              <a:off x="10204695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t3677"/>
            <p:cNvSpPr/>
            <p:nvPr/>
          </p:nvSpPr>
          <p:spPr>
            <a:xfrm>
              <a:off x="10979892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t3678"/>
            <p:cNvSpPr/>
            <p:nvPr/>
          </p:nvSpPr>
          <p:spPr>
            <a:xfrm>
              <a:off x="10204695" y="15804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t3679"/>
            <p:cNvSpPr/>
            <p:nvPr/>
          </p:nvSpPr>
          <p:spPr>
            <a:xfrm>
              <a:off x="9946297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t3680"/>
            <p:cNvSpPr/>
            <p:nvPr/>
          </p:nvSpPr>
          <p:spPr>
            <a:xfrm>
              <a:off x="10204695" y="15610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t3681"/>
            <p:cNvSpPr/>
            <p:nvPr/>
          </p:nvSpPr>
          <p:spPr>
            <a:xfrm>
              <a:off x="10204695" y="16096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t3682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t3683"/>
            <p:cNvSpPr/>
            <p:nvPr/>
          </p:nvSpPr>
          <p:spPr>
            <a:xfrm>
              <a:off x="9946297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t3684"/>
            <p:cNvSpPr/>
            <p:nvPr/>
          </p:nvSpPr>
          <p:spPr>
            <a:xfrm>
              <a:off x="10204695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t3685"/>
            <p:cNvSpPr/>
            <p:nvPr/>
          </p:nvSpPr>
          <p:spPr>
            <a:xfrm>
              <a:off x="9946297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t3686"/>
            <p:cNvSpPr/>
            <p:nvPr/>
          </p:nvSpPr>
          <p:spPr>
            <a:xfrm>
              <a:off x="10463094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t3687"/>
            <p:cNvSpPr/>
            <p:nvPr/>
          </p:nvSpPr>
          <p:spPr>
            <a:xfrm>
              <a:off x="10204695" y="15999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t3688"/>
            <p:cNvSpPr/>
            <p:nvPr/>
          </p:nvSpPr>
          <p:spPr>
            <a:xfrm>
              <a:off x="9946297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t3689"/>
            <p:cNvSpPr/>
            <p:nvPr/>
          </p:nvSpPr>
          <p:spPr>
            <a:xfrm>
              <a:off x="10204695" y="16972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t3690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t3691"/>
            <p:cNvSpPr/>
            <p:nvPr/>
          </p:nvSpPr>
          <p:spPr>
            <a:xfrm>
              <a:off x="10463094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t3692"/>
            <p:cNvSpPr/>
            <p:nvPr/>
          </p:nvSpPr>
          <p:spPr>
            <a:xfrm>
              <a:off x="10204695" y="14832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t3693"/>
            <p:cNvSpPr/>
            <p:nvPr/>
          </p:nvSpPr>
          <p:spPr>
            <a:xfrm>
              <a:off x="9946297" y="2037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t3694"/>
            <p:cNvSpPr/>
            <p:nvPr/>
          </p:nvSpPr>
          <p:spPr>
            <a:xfrm>
              <a:off x="11109092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t3695"/>
            <p:cNvSpPr/>
            <p:nvPr/>
          </p:nvSpPr>
          <p:spPr>
            <a:xfrm>
              <a:off x="10721493" y="1288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t3696"/>
            <p:cNvSpPr/>
            <p:nvPr/>
          </p:nvSpPr>
          <p:spPr>
            <a:xfrm>
              <a:off x="9946297" y="15318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t3697"/>
            <p:cNvSpPr/>
            <p:nvPr/>
          </p:nvSpPr>
          <p:spPr>
            <a:xfrm>
              <a:off x="10463094" y="14345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t3698"/>
            <p:cNvSpPr/>
            <p:nvPr/>
          </p:nvSpPr>
          <p:spPr>
            <a:xfrm>
              <a:off x="9946297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t3699"/>
            <p:cNvSpPr/>
            <p:nvPr/>
          </p:nvSpPr>
          <p:spPr>
            <a:xfrm>
              <a:off x="10721493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t3700"/>
            <p:cNvSpPr/>
            <p:nvPr/>
          </p:nvSpPr>
          <p:spPr>
            <a:xfrm>
              <a:off x="10463094" y="13372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t3701"/>
            <p:cNvSpPr/>
            <p:nvPr/>
          </p:nvSpPr>
          <p:spPr>
            <a:xfrm>
              <a:off x="9946297" y="17264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t3702"/>
            <p:cNvSpPr/>
            <p:nvPr/>
          </p:nvSpPr>
          <p:spPr>
            <a:xfrm>
              <a:off x="10721493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t3703"/>
            <p:cNvSpPr/>
            <p:nvPr/>
          </p:nvSpPr>
          <p:spPr>
            <a:xfrm>
              <a:off x="10463094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t3704"/>
            <p:cNvSpPr/>
            <p:nvPr/>
          </p:nvSpPr>
          <p:spPr>
            <a:xfrm>
              <a:off x="9946297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t3705"/>
            <p:cNvSpPr/>
            <p:nvPr/>
          </p:nvSpPr>
          <p:spPr>
            <a:xfrm>
              <a:off x="10204695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t3706"/>
            <p:cNvSpPr/>
            <p:nvPr/>
          </p:nvSpPr>
          <p:spPr>
            <a:xfrm>
              <a:off x="10333895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t3707"/>
            <p:cNvSpPr/>
            <p:nvPr/>
          </p:nvSpPr>
          <p:spPr>
            <a:xfrm>
              <a:off x="9946297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t3708"/>
            <p:cNvSpPr/>
            <p:nvPr/>
          </p:nvSpPr>
          <p:spPr>
            <a:xfrm>
              <a:off x="10333895" y="1969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t3709"/>
            <p:cNvSpPr/>
            <p:nvPr/>
          </p:nvSpPr>
          <p:spPr>
            <a:xfrm>
              <a:off x="10592294" y="14151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t3710"/>
            <p:cNvSpPr/>
            <p:nvPr/>
          </p:nvSpPr>
          <p:spPr>
            <a:xfrm>
              <a:off x="10979892" y="12205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t3711"/>
            <p:cNvSpPr/>
            <p:nvPr/>
          </p:nvSpPr>
          <p:spPr>
            <a:xfrm>
              <a:off x="9946297" y="16096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t3712"/>
            <p:cNvSpPr/>
            <p:nvPr/>
          </p:nvSpPr>
          <p:spPr>
            <a:xfrm>
              <a:off x="10204695" y="16680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t3713"/>
            <p:cNvSpPr/>
            <p:nvPr/>
          </p:nvSpPr>
          <p:spPr>
            <a:xfrm>
              <a:off x="9946297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t3714"/>
            <p:cNvSpPr/>
            <p:nvPr/>
          </p:nvSpPr>
          <p:spPr>
            <a:xfrm>
              <a:off x="10204695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t3715"/>
            <p:cNvSpPr/>
            <p:nvPr/>
          </p:nvSpPr>
          <p:spPr>
            <a:xfrm>
              <a:off x="10204695" y="14540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t3716"/>
            <p:cNvSpPr/>
            <p:nvPr/>
          </p:nvSpPr>
          <p:spPr>
            <a:xfrm>
              <a:off x="10721493" y="12302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t3717"/>
            <p:cNvSpPr/>
            <p:nvPr/>
          </p:nvSpPr>
          <p:spPr>
            <a:xfrm>
              <a:off x="10979892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t3718"/>
            <p:cNvSpPr/>
            <p:nvPr/>
          </p:nvSpPr>
          <p:spPr>
            <a:xfrm>
              <a:off x="11109092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t3719"/>
            <p:cNvSpPr/>
            <p:nvPr/>
          </p:nvSpPr>
          <p:spPr>
            <a:xfrm>
              <a:off x="10979892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t3720"/>
            <p:cNvSpPr/>
            <p:nvPr/>
          </p:nvSpPr>
          <p:spPr>
            <a:xfrm>
              <a:off x="10463094" y="15513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t3721"/>
            <p:cNvSpPr/>
            <p:nvPr/>
          </p:nvSpPr>
          <p:spPr>
            <a:xfrm>
              <a:off x="11238291" y="16972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t3722"/>
            <p:cNvSpPr/>
            <p:nvPr/>
          </p:nvSpPr>
          <p:spPr>
            <a:xfrm>
              <a:off x="10979892" y="15707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t3723"/>
            <p:cNvSpPr/>
            <p:nvPr/>
          </p:nvSpPr>
          <p:spPr>
            <a:xfrm>
              <a:off x="10463094" y="13080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t3724"/>
            <p:cNvSpPr/>
            <p:nvPr/>
          </p:nvSpPr>
          <p:spPr>
            <a:xfrm>
              <a:off x="10463094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t3725"/>
            <p:cNvSpPr/>
            <p:nvPr/>
          </p:nvSpPr>
          <p:spPr>
            <a:xfrm>
              <a:off x="10204695" y="16291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t3726"/>
            <p:cNvSpPr/>
            <p:nvPr/>
          </p:nvSpPr>
          <p:spPr>
            <a:xfrm>
              <a:off x="10721493" y="17750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t3727"/>
            <p:cNvSpPr/>
            <p:nvPr/>
          </p:nvSpPr>
          <p:spPr>
            <a:xfrm>
              <a:off x="9946297" y="17264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t3728"/>
            <p:cNvSpPr/>
            <p:nvPr/>
          </p:nvSpPr>
          <p:spPr>
            <a:xfrm>
              <a:off x="10333895" y="119135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t3729"/>
            <p:cNvSpPr/>
            <p:nvPr/>
          </p:nvSpPr>
          <p:spPr>
            <a:xfrm>
              <a:off x="9946297" y="17653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t3730"/>
            <p:cNvSpPr/>
            <p:nvPr/>
          </p:nvSpPr>
          <p:spPr>
            <a:xfrm>
              <a:off x="9946297" y="179452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t3731"/>
            <p:cNvSpPr/>
            <p:nvPr/>
          </p:nvSpPr>
          <p:spPr>
            <a:xfrm>
              <a:off x="10463094" y="11621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t3732"/>
            <p:cNvSpPr/>
            <p:nvPr/>
          </p:nvSpPr>
          <p:spPr>
            <a:xfrm>
              <a:off x="9946297" y="17166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t3733"/>
            <p:cNvSpPr/>
            <p:nvPr/>
          </p:nvSpPr>
          <p:spPr>
            <a:xfrm>
              <a:off x="10463094" y="195991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t3734"/>
            <p:cNvSpPr/>
            <p:nvPr/>
          </p:nvSpPr>
          <p:spPr>
            <a:xfrm>
              <a:off x="10721493" y="1288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t3735"/>
            <p:cNvSpPr/>
            <p:nvPr/>
          </p:nvSpPr>
          <p:spPr>
            <a:xfrm>
              <a:off x="10979892" y="14345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t3736"/>
            <p:cNvSpPr/>
            <p:nvPr/>
          </p:nvSpPr>
          <p:spPr>
            <a:xfrm>
              <a:off x="10463094" y="151239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t3737"/>
            <p:cNvSpPr/>
            <p:nvPr/>
          </p:nvSpPr>
          <p:spPr>
            <a:xfrm>
              <a:off x="10463094" y="17069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t3738"/>
            <p:cNvSpPr/>
            <p:nvPr/>
          </p:nvSpPr>
          <p:spPr>
            <a:xfrm>
              <a:off x="9946297" y="136646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t3739"/>
            <p:cNvSpPr/>
            <p:nvPr/>
          </p:nvSpPr>
          <p:spPr>
            <a:xfrm>
              <a:off x="9946297" y="12886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t3740"/>
            <p:cNvSpPr/>
            <p:nvPr/>
          </p:nvSpPr>
          <p:spPr>
            <a:xfrm>
              <a:off x="10592294" y="154158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t3741"/>
            <p:cNvSpPr/>
            <p:nvPr/>
          </p:nvSpPr>
          <p:spPr>
            <a:xfrm>
              <a:off x="10333895" y="14248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t3742"/>
            <p:cNvSpPr/>
            <p:nvPr/>
          </p:nvSpPr>
          <p:spPr>
            <a:xfrm>
              <a:off x="10463094" y="135674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t3743"/>
            <p:cNvSpPr/>
            <p:nvPr/>
          </p:nvSpPr>
          <p:spPr>
            <a:xfrm>
              <a:off x="10204695" y="195018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t3744"/>
            <p:cNvSpPr/>
            <p:nvPr/>
          </p:nvSpPr>
          <p:spPr>
            <a:xfrm>
              <a:off x="10721493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t3745"/>
            <p:cNvSpPr/>
            <p:nvPr/>
          </p:nvSpPr>
          <p:spPr>
            <a:xfrm>
              <a:off x="9946297" y="11329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t3746"/>
            <p:cNvSpPr/>
            <p:nvPr/>
          </p:nvSpPr>
          <p:spPr>
            <a:xfrm>
              <a:off x="11496690" y="1356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t3747"/>
            <p:cNvSpPr/>
            <p:nvPr/>
          </p:nvSpPr>
          <p:spPr>
            <a:xfrm>
              <a:off x="10204695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t3748"/>
            <p:cNvSpPr/>
            <p:nvPr/>
          </p:nvSpPr>
          <p:spPr>
            <a:xfrm>
              <a:off x="10721493" y="15221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t3749"/>
            <p:cNvSpPr/>
            <p:nvPr/>
          </p:nvSpPr>
          <p:spPr>
            <a:xfrm>
              <a:off x="10979892" y="1901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t3750"/>
            <p:cNvSpPr/>
            <p:nvPr/>
          </p:nvSpPr>
          <p:spPr>
            <a:xfrm>
              <a:off x="10463094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t3751"/>
            <p:cNvSpPr/>
            <p:nvPr/>
          </p:nvSpPr>
          <p:spPr>
            <a:xfrm>
              <a:off x="10204695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t3752"/>
            <p:cNvSpPr/>
            <p:nvPr/>
          </p:nvSpPr>
          <p:spPr>
            <a:xfrm>
              <a:off x="9946297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t3753"/>
            <p:cNvSpPr/>
            <p:nvPr/>
          </p:nvSpPr>
          <p:spPr>
            <a:xfrm>
              <a:off x="10333895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t3754"/>
            <p:cNvSpPr/>
            <p:nvPr/>
          </p:nvSpPr>
          <p:spPr>
            <a:xfrm>
              <a:off x="10463094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t3755"/>
            <p:cNvSpPr/>
            <p:nvPr/>
          </p:nvSpPr>
          <p:spPr>
            <a:xfrm>
              <a:off x="10850693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t3756"/>
            <p:cNvSpPr/>
            <p:nvPr/>
          </p:nvSpPr>
          <p:spPr>
            <a:xfrm>
              <a:off x="10979892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t3757"/>
            <p:cNvSpPr/>
            <p:nvPr/>
          </p:nvSpPr>
          <p:spPr>
            <a:xfrm>
              <a:off x="10204695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t3758"/>
            <p:cNvSpPr/>
            <p:nvPr/>
          </p:nvSpPr>
          <p:spPr>
            <a:xfrm>
              <a:off x="11496690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t3759"/>
            <p:cNvSpPr/>
            <p:nvPr/>
          </p:nvSpPr>
          <p:spPr>
            <a:xfrm>
              <a:off x="10850693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t3760"/>
            <p:cNvSpPr/>
            <p:nvPr/>
          </p:nvSpPr>
          <p:spPr>
            <a:xfrm>
              <a:off x="10204695" y="2047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t3761"/>
            <p:cNvSpPr/>
            <p:nvPr/>
          </p:nvSpPr>
          <p:spPr>
            <a:xfrm>
              <a:off x="10721493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t3762"/>
            <p:cNvSpPr/>
            <p:nvPr/>
          </p:nvSpPr>
          <p:spPr>
            <a:xfrm>
              <a:off x="10592294" y="18237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t3763"/>
            <p:cNvSpPr/>
            <p:nvPr/>
          </p:nvSpPr>
          <p:spPr>
            <a:xfrm>
              <a:off x="9946297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t3764"/>
            <p:cNvSpPr/>
            <p:nvPr/>
          </p:nvSpPr>
          <p:spPr>
            <a:xfrm>
              <a:off x="9946297" y="18820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t3765"/>
            <p:cNvSpPr/>
            <p:nvPr/>
          </p:nvSpPr>
          <p:spPr>
            <a:xfrm>
              <a:off x="10979892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t3766"/>
            <p:cNvSpPr/>
            <p:nvPr/>
          </p:nvSpPr>
          <p:spPr>
            <a:xfrm>
              <a:off x="9946297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t3767"/>
            <p:cNvSpPr/>
            <p:nvPr/>
          </p:nvSpPr>
          <p:spPr>
            <a:xfrm>
              <a:off x="10592294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t3768"/>
            <p:cNvSpPr/>
            <p:nvPr/>
          </p:nvSpPr>
          <p:spPr>
            <a:xfrm>
              <a:off x="11367491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t3769"/>
            <p:cNvSpPr/>
            <p:nvPr/>
          </p:nvSpPr>
          <p:spPr>
            <a:xfrm>
              <a:off x="10204695" y="16972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t3770"/>
            <p:cNvSpPr/>
            <p:nvPr/>
          </p:nvSpPr>
          <p:spPr>
            <a:xfrm>
              <a:off x="9946297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t3771"/>
            <p:cNvSpPr/>
            <p:nvPr/>
          </p:nvSpPr>
          <p:spPr>
            <a:xfrm>
              <a:off x="10204695" y="12497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t3772"/>
            <p:cNvSpPr/>
            <p:nvPr/>
          </p:nvSpPr>
          <p:spPr>
            <a:xfrm>
              <a:off x="994629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t3773"/>
            <p:cNvSpPr/>
            <p:nvPr/>
          </p:nvSpPr>
          <p:spPr>
            <a:xfrm>
              <a:off x="10333895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t3774"/>
            <p:cNvSpPr/>
            <p:nvPr/>
          </p:nvSpPr>
          <p:spPr>
            <a:xfrm>
              <a:off x="9946297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t3775"/>
            <p:cNvSpPr/>
            <p:nvPr/>
          </p:nvSpPr>
          <p:spPr>
            <a:xfrm>
              <a:off x="10204695" y="17264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t3776"/>
            <p:cNvSpPr/>
            <p:nvPr/>
          </p:nvSpPr>
          <p:spPr>
            <a:xfrm>
              <a:off x="10721493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t3777"/>
            <p:cNvSpPr/>
            <p:nvPr/>
          </p:nvSpPr>
          <p:spPr>
            <a:xfrm>
              <a:off x="10333895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t3778"/>
            <p:cNvSpPr/>
            <p:nvPr/>
          </p:nvSpPr>
          <p:spPr>
            <a:xfrm>
              <a:off x="10204695" y="2037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t3779"/>
            <p:cNvSpPr/>
            <p:nvPr/>
          </p:nvSpPr>
          <p:spPr>
            <a:xfrm>
              <a:off x="10721493" y="16388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t3780"/>
            <p:cNvSpPr/>
            <p:nvPr/>
          </p:nvSpPr>
          <p:spPr>
            <a:xfrm>
              <a:off x="10463094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t3781"/>
            <p:cNvSpPr/>
            <p:nvPr/>
          </p:nvSpPr>
          <p:spPr>
            <a:xfrm>
              <a:off x="11238291" y="1444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t3782"/>
            <p:cNvSpPr/>
            <p:nvPr/>
          </p:nvSpPr>
          <p:spPr>
            <a:xfrm>
              <a:off x="10721493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t3783"/>
            <p:cNvSpPr/>
            <p:nvPr/>
          </p:nvSpPr>
          <p:spPr>
            <a:xfrm>
              <a:off x="10721493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t3784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t3785"/>
            <p:cNvSpPr/>
            <p:nvPr/>
          </p:nvSpPr>
          <p:spPr>
            <a:xfrm>
              <a:off x="10979892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t3786"/>
            <p:cNvSpPr/>
            <p:nvPr/>
          </p:nvSpPr>
          <p:spPr>
            <a:xfrm>
              <a:off x="10721493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t3787"/>
            <p:cNvSpPr/>
            <p:nvPr/>
          </p:nvSpPr>
          <p:spPr>
            <a:xfrm>
              <a:off x="10204695" y="18334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t3788"/>
            <p:cNvSpPr/>
            <p:nvPr/>
          </p:nvSpPr>
          <p:spPr>
            <a:xfrm>
              <a:off x="10721493" y="16096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t3789"/>
            <p:cNvSpPr/>
            <p:nvPr/>
          </p:nvSpPr>
          <p:spPr>
            <a:xfrm>
              <a:off x="10979892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t3790"/>
            <p:cNvSpPr/>
            <p:nvPr/>
          </p:nvSpPr>
          <p:spPr>
            <a:xfrm>
              <a:off x="10075496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t3791"/>
            <p:cNvSpPr/>
            <p:nvPr/>
          </p:nvSpPr>
          <p:spPr>
            <a:xfrm>
              <a:off x="10979892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t3792"/>
            <p:cNvSpPr/>
            <p:nvPr/>
          </p:nvSpPr>
          <p:spPr>
            <a:xfrm>
              <a:off x="11496690" y="16972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t3793"/>
            <p:cNvSpPr/>
            <p:nvPr/>
          </p:nvSpPr>
          <p:spPr>
            <a:xfrm>
              <a:off x="10721493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t3794"/>
            <p:cNvSpPr/>
            <p:nvPr/>
          </p:nvSpPr>
          <p:spPr>
            <a:xfrm>
              <a:off x="9946297" y="18820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t3795"/>
            <p:cNvSpPr/>
            <p:nvPr/>
          </p:nvSpPr>
          <p:spPr>
            <a:xfrm>
              <a:off x="10721493" y="16485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t3796"/>
            <p:cNvSpPr/>
            <p:nvPr/>
          </p:nvSpPr>
          <p:spPr>
            <a:xfrm>
              <a:off x="10721493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t3797"/>
            <p:cNvSpPr/>
            <p:nvPr/>
          </p:nvSpPr>
          <p:spPr>
            <a:xfrm>
              <a:off x="10463094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t3798"/>
            <p:cNvSpPr/>
            <p:nvPr/>
          </p:nvSpPr>
          <p:spPr>
            <a:xfrm>
              <a:off x="10979892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t3799"/>
            <p:cNvSpPr/>
            <p:nvPr/>
          </p:nvSpPr>
          <p:spPr>
            <a:xfrm>
              <a:off x="10204695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t3800"/>
            <p:cNvSpPr/>
            <p:nvPr/>
          </p:nvSpPr>
          <p:spPr>
            <a:xfrm>
              <a:off x="10979892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t3801"/>
            <p:cNvSpPr/>
            <p:nvPr/>
          </p:nvSpPr>
          <p:spPr>
            <a:xfrm>
              <a:off x="11238291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t3802"/>
            <p:cNvSpPr/>
            <p:nvPr/>
          </p:nvSpPr>
          <p:spPr>
            <a:xfrm>
              <a:off x="10463094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t3803"/>
            <p:cNvSpPr/>
            <p:nvPr/>
          </p:nvSpPr>
          <p:spPr>
            <a:xfrm>
              <a:off x="10333895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t3804"/>
            <p:cNvSpPr/>
            <p:nvPr/>
          </p:nvSpPr>
          <p:spPr>
            <a:xfrm>
              <a:off x="9946297" y="20182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t3805"/>
            <p:cNvSpPr/>
            <p:nvPr/>
          </p:nvSpPr>
          <p:spPr>
            <a:xfrm>
              <a:off x="10721493" y="16777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t3806"/>
            <p:cNvSpPr/>
            <p:nvPr/>
          </p:nvSpPr>
          <p:spPr>
            <a:xfrm>
              <a:off x="9946297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t3807"/>
            <p:cNvSpPr/>
            <p:nvPr/>
          </p:nvSpPr>
          <p:spPr>
            <a:xfrm>
              <a:off x="10463094" y="16485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t3808"/>
            <p:cNvSpPr/>
            <p:nvPr/>
          </p:nvSpPr>
          <p:spPr>
            <a:xfrm>
              <a:off x="10979892" y="15026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t3809"/>
            <p:cNvSpPr/>
            <p:nvPr/>
          </p:nvSpPr>
          <p:spPr>
            <a:xfrm>
              <a:off x="10721493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t3810"/>
            <p:cNvSpPr/>
            <p:nvPr/>
          </p:nvSpPr>
          <p:spPr>
            <a:xfrm>
              <a:off x="11238291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t3811"/>
            <p:cNvSpPr/>
            <p:nvPr/>
          </p:nvSpPr>
          <p:spPr>
            <a:xfrm>
              <a:off x="10204695" y="18528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t3812"/>
            <p:cNvSpPr/>
            <p:nvPr/>
          </p:nvSpPr>
          <p:spPr>
            <a:xfrm>
              <a:off x="10850693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t3813"/>
            <p:cNvSpPr/>
            <p:nvPr/>
          </p:nvSpPr>
          <p:spPr>
            <a:xfrm>
              <a:off x="10721493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t3814"/>
            <p:cNvSpPr/>
            <p:nvPr/>
          </p:nvSpPr>
          <p:spPr>
            <a:xfrm>
              <a:off x="10463094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t3815"/>
            <p:cNvSpPr/>
            <p:nvPr/>
          </p:nvSpPr>
          <p:spPr>
            <a:xfrm>
              <a:off x="10204695" y="17653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t3816"/>
            <p:cNvSpPr/>
            <p:nvPr/>
          </p:nvSpPr>
          <p:spPr>
            <a:xfrm>
              <a:off x="9946297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t3817"/>
            <p:cNvSpPr/>
            <p:nvPr/>
          </p:nvSpPr>
          <p:spPr>
            <a:xfrm>
              <a:off x="9946297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t3818"/>
            <p:cNvSpPr/>
            <p:nvPr/>
          </p:nvSpPr>
          <p:spPr>
            <a:xfrm>
              <a:off x="11109092" y="12691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t3819"/>
            <p:cNvSpPr/>
            <p:nvPr/>
          </p:nvSpPr>
          <p:spPr>
            <a:xfrm>
              <a:off x="10721493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t3820"/>
            <p:cNvSpPr/>
            <p:nvPr/>
          </p:nvSpPr>
          <p:spPr>
            <a:xfrm>
              <a:off x="10979892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t3821"/>
            <p:cNvSpPr/>
            <p:nvPr/>
          </p:nvSpPr>
          <p:spPr>
            <a:xfrm>
              <a:off x="9946297" y="17945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t3822"/>
            <p:cNvSpPr/>
            <p:nvPr/>
          </p:nvSpPr>
          <p:spPr>
            <a:xfrm>
              <a:off x="10463094" y="18820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t3823"/>
            <p:cNvSpPr/>
            <p:nvPr/>
          </p:nvSpPr>
          <p:spPr>
            <a:xfrm>
              <a:off x="10592294" y="20863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t3824"/>
            <p:cNvSpPr/>
            <p:nvPr/>
          </p:nvSpPr>
          <p:spPr>
            <a:xfrm>
              <a:off x="10204695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t3825"/>
            <p:cNvSpPr/>
            <p:nvPr/>
          </p:nvSpPr>
          <p:spPr>
            <a:xfrm>
              <a:off x="10592294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t3826"/>
            <p:cNvSpPr/>
            <p:nvPr/>
          </p:nvSpPr>
          <p:spPr>
            <a:xfrm>
              <a:off x="10979892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t3827"/>
            <p:cNvSpPr/>
            <p:nvPr/>
          </p:nvSpPr>
          <p:spPr>
            <a:xfrm>
              <a:off x="11238291" y="1288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t3828"/>
            <p:cNvSpPr/>
            <p:nvPr/>
          </p:nvSpPr>
          <p:spPr>
            <a:xfrm>
              <a:off x="11238291" y="15513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t3829"/>
            <p:cNvSpPr/>
            <p:nvPr/>
          </p:nvSpPr>
          <p:spPr>
            <a:xfrm>
              <a:off x="11238291" y="12594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t3830"/>
            <p:cNvSpPr/>
            <p:nvPr/>
          </p:nvSpPr>
          <p:spPr>
            <a:xfrm>
              <a:off x="10721493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t3831"/>
            <p:cNvSpPr/>
            <p:nvPr/>
          </p:nvSpPr>
          <p:spPr>
            <a:xfrm>
              <a:off x="10979892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t3832"/>
            <p:cNvSpPr/>
            <p:nvPr/>
          </p:nvSpPr>
          <p:spPr>
            <a:xfrm>
              <a:off x="10075496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t3833"/>
            <p:cNvSpPr/>
            <p:nvPr/>
          </p:nvSpPr>
          <p:spPr>
            <a:xfrm>
              <a:off x="10721493" y="15902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t3834"/>
            <p:cNvSpPr/>
            <p:nvPr/>
          </p:nvSpPr>
          <p:spPr>
            <a:xfrm>
              <a:off x="10979892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t3835"/>
            <p:cNvSpPr/>
            <p:nvPr/>
          </p:nvSpPr>
          <p:spPr>
            <a:xfrm>
              <a:off x="10075496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t3836"/>
            <p:cNvSpPr/>
            <p:nvPr/>
          </p:nvSpPr>
          <p:spPr>
            <a:xfrm>
              <a:off x="10592294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t3837"/>
            <p:cNvSpPr/>
            <p:nvPr/>
          </p:nvSpPr>
          <p:spPr>
            <a:xfrm>
              <a:off x="10075496" y="1989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t3838"/>
            <p:cNvSpPr/>
            <p:nvPr/>
          </p:nvSpPr>
          <p:spPr>
            <a:xfrm>
              <a:off x="10204695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t3839"/>
            <p:cNvSpPr/>
            <p:nvPr/>
          </p:nvSpPr>
          <p:spPr>
            <a:xfrm>
              <a:off x="10979892" y="1356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t3840"/>
            <p:cNvSpPr/>
            <p:nvPr/>
          </p:nvSpPr>
          <p:spPr>
            <a:xfrm>
              <a:off x="10721493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t3841"/>
            <p:cNvSpPr/>
            <p:nvPr/>
          </p:nvSpPr>
          <p:spPr>
            <a:xfrm>
              <a:off x="994629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t3842"/>
            <p:cNvSpPr/>
            <p:nvPr/>
          </p:nvSpPr>
          <p:spPr>
            <a:xfrm>
              <a:off x="10721493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t3843"/>
            <p:cNvSpPr/>
            <p:nvPr/>
          </p:nvSpPr>
          <p:spPr>
            <a:xfrm>
              <a:off x="10204695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t3844"/>
            <p:cNvSpPr/>
            <p:nvPr/>
          </p:nvSpPr>
          <p:spPr>
            <a:xfrm>
              <a:off x="10463094" y="16972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t3845"/>
            <p:cNvSpPr/>
            <p:nvPr/>
          </p:nvSpPr>
          <p:spPr>
            <a:xfrm>
              <a:off x="9946297" y="17847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t3846"/>
            <p:cNvSpPr/>
            <p:nvPr/>
          </p:nvSpPr>
          <p:spPr>
            <a:xfrm>
              <a:off x="9946297" y="1376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t3847"/>
            <p:cNvSpPr/>
            <p:nvPr/>
          </p:nvSpPr>
          <p:spPr>
            <a:xfrm>
              <a:off x="11496690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t3848"/>
            <p:cNvSpPr/>
            <p:nvPr/>
          </p:nvSpPr>
          <p:spPr>
            <a:xfrm>
              <a:off x="9946297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t3849"/>
            <p:cNvSpPr/>
            <p:nvPr/>
          </p:nvSpPr>
          <p:spPr>
            <a:xfrm>
              <a:off x="10592294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t3850"/>
            <p:cNvSpPr/>
            <p:nvPr/>
          </p:nvSpPr>
          <p:spPr>
            <a:xfrm>
              <a:off x="10721493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t3851"/>
            <p:cNvSpPr/>
            <p:nvPr/>
          </p:nvSpPr>
          <p:spPr>
            <a:xfrm>
              <a:off x="9946297" y="15513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t3852"/>
            <p:cNvSpPr/>
            <p:nvPr/>
          </p:nvSpPr>
          <p:spPr>
            <a:xfrm>
              <a:off x="10721493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t3853"/>
            <p:cNvSpPr/>
            <p:nvPr/>
          </p:nvSpPr>
          <p:spPr>
            <a:xfrm>
              <a:off x="9946297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t3854"/>
            <p:cNvSpPr/>
            <p:nvPr/>
          </p:nvSpPr>
          <p:spPr>
            <a:xfrm>
              <a:off x="10463094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t3855"/>
            <p:cNvSpPr/>
            <p:nvPr/>
          </p:nvSpPr>
          <p:spPr>
            <a:xfrm>
              <a:off x="10204695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t3856"/>
            <p:cNvSpPr/>
            <p:nvPr/>
          </p:nvSpPr>
          <p:spPr>
            <a:xfrm>
              <a:off x="10463094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t3857"/>
            <p:cNvSpPr/>
            <p:nvPr/>
          </p:nvSpPr>
          <p:spPr>
            <a:xfrm>
              <a:off x="10979892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t3858"/>
            <p:cNvSpPr/>
            <p:nvPr/>
          </p:nvSpPr>
          <p:spPr>
            <a:xfrm>
              <a:off x="11755089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t3859"/>
            <p:cNvSpPr/>
            <p:nvPr/>
          </p:nvSpPr>
          <p:spPr>
            <a:xfrm>
              <a:off x="9946297" y="19793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t3860"/>
            <p:cNvSpPr/>
            <p:nvPr/>
          </p:nvSpPr>
          <p:spPr>
            <a:xfrm>
              <a:off x="10204695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t3861"/>
            <p:cNvSpPr/>
            <p:nvPr/>
          </p:nvSpPr>
          <p:spPr>
            <a:xfrm>
              <a:off x="10721493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t3862"/>
            <p:cNvSpPr/>
            <p:nvPr/>
          </p:nvSpPr>
          <p:spPr>
            <a:xfrm>
              <a:off x="10333895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t3863"/>
            <p:cNvSpPr/>
            <p:nvPr/>
          </p:nvSpPr>
          <p:spPr>
            <a:xfrm>
              <a:off x="10204695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t3864"/>
            <p:cNvSpPr/>
            <p:nvPr/>
          </p:nvSpPr>
          <p:spPr>
            <a:xfrm>
              <a:off x="10979892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t3865"/>
            <p:cNvSpPr/>
            <p:nvPr/>
          </p:nvSpPr>
          <p:spPr>
            <a:xfrm>
              <a:off x="10463094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t3866"/>
            <p:cNvSpPr/>
            <p:nvPr/>
          </p:nvSpPr>
          <p:spPr>
            <a:xfrm>
              <a:off x="10592294" y="14832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t3867"/>
            <p:cNvSpPr/>
            <p:nvPr/>
          </p:nvSpPr>
          <p:spPr>
            <a:xfrm>
              <a:off x="10592294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t3868"/>
            <p:cNvSpPr/>
            <p:nvPr/>
          </p:nvSpPr>
          <p:spPr>
            <a:xfrm>
              <a:off x="10204695" y="19793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t3869"/>
            <p:cNvSpPr/>
            <p:nvPr/>
          </p:nvSpPr>
          <p:spPr>
            <a:xfrm>
              <a:off x="10204695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t3870"/>
            <p:cNvSpPr/>
            <p:nvPr/>
          </p:nvSpPr>
          <p:spPr>
            <a:xfrm>
              <a:off x="9946297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t3871"/>
            <p:cNvSpPr/>
            <p:nvPr/>
          </p:nvSpPr>
          <p:spPr>
            <a:xfrm>
              <a:off x="11238291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t3872"/>
            <p:cNvSpPr/>
            <p:nvPr/>
          </p:nvSpPr>
          <p:spPr>
            <a:xfrm>
              <a:off x="10463094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t3873"/>
            <p:cNvSpPr/>
            <p:nvPr/>
          </p:nvSpPr>
          <p:spPr>
            <a:xfrm>
              <a:off x="10721493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t3874"/>
            <p:cNvSpPr/>
            <p:nvPr/>
          </p:nvSpPr>
          <p:spPr>
            <a:xfrm>
              <a:off x="10721493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t3875"/>
            <p:cNvSpPr/>
            <p:nvPr/>
          </p:nvSpPr>
          <p:spPr>
            <a:xfrm>
              <a:off x="10204695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t3876"/>
            <p:cNvSpPr/>
            <p:nvPr/>
          </p:nvSpPr>
          <p:spPr>
            <a:xfrm>
              <a:off x="11238291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t3877"/>
            <p:cNvSpPr/>
            <p:nvPr/>
          </p:nvSpPr>
          <p:spPr>
            <a:xfrm>
              <a:off x="994629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t3878"/>
            <p:cNvSpPr/>
            <p:nvPr/>
          </p:nvSpPr>
          <p:spPr>
            <a:xfrm>
              <a:off x="10721493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t3879"/>
            <p:cNvSpPr/>
            <p:nvPr/>
          </p:nvSpPr>
          <p:spPr>
            <a:xfrm>
              <a:off x="10721493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t3880"/>
            <p:cNvSpPr/>
            <p:nvPr/>
          </p:nvSpPr>
          <p:spPr>
            <a:xfrm>
              <a:off x="994629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t3881"/>
            <p:cNvSpPr/>
            <p:nvPr/>
          </p:nvSpPr>
          <p:spPr>
            <a:xfrm>
              <a:off x="9946297" y="19793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t3882"/>
            <p:cNvSpPr/>
            <p:nvPr/>
          </p:nvSpPr>
          <p:spPr>
            <a:xfrm>
              <a:off x="10463094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t3883"/>
            <p:cNvSpPr/>
            <p:nvPr/>
          </p:nvSpPr>
          <p:spPr>
            <a:xfrm>
              <a:off x="10721493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t3884"/>
            <p:cNvSpPr/>
            <p:nvPr/>
          </p:nvSpPr>
          <p:spPr>
            <a:xfrm>
              <a:off x="9946297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t3885"/>
            <p:cNvSpPr/>
            <p:nvPr/>
          </p:nvSpPr>
          <p:spPr>
            <a:xfrm>
              <a:off x="10979892" y="12789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t3886"/>
            <p:cNvSpPr/>
            <p:nvPr/>
          </p:nvSpPr>
          <p:spPr>
            <a:xfrm>
              <a:off x="10850693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t3887"/>
            <p:cNvSpPr/>
            <p:nvPr/>
          </p:nvSpPr>
          <p:spPr>
            <a:xfrm>
              <a:off x="10333895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t3888"/>
            <p:cNvSpPr/>
            <p:nvPr/>
          </p:nvSpPr>
          <p:spPr>
            <a:xfrm>
              <a:off x="9946297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t3889"/>
            <p:cNvSpPr/>
            <p:nvPr/>
          </p:nvSpPr>
          <p:spPr>
            <a:xfrm>
              <a:off x="9946297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t3890"/>
            <p:cNvSpPr/>
            <p:nvPr/>
          </p:nvSpPr>
          <p:spPr>
            <a:xfrm>
              <a:off x="10204695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t3891"/>
            <p:cNvSpPr/>
            <p:nvPr/>
          </p:nvSpPr>
          <p:spPr>
            <a:xfrm>
              <a:off x="9946297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t3892"/>
            <p:cNvSpPr/>
            <p:nvPr/>
          </p:nvSpPr>
          <p:spPr>
            <a:xfrm>
              <a:off x="10979892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t3893"/>
            <p:cNvSpPr/>
            <p:nvPr/>
          </p:nvSpPr>
          <p:spPr>
            <a:xfrm>
              <a:off x="10463094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t3894"/>
            <p:cNvSpPr/>
            <p:nvPr/>
          </p:nvSpPr>
          <p:spPr>
            <a:xfrm>
              <a:off x="10463094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t3895"/>
            <p:cNvSpPr/>
            <p:nvPr/>
          </p:nvSpPr>
          <p:spPr>
            <a:xfrm>
              <a:off x="10463094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t3896"/>
            <p:cNvSpPr/>
            <p:nvPr/>
          </p:nvSpPr>
          <p:spPr>
            <a:xfrm>
              <a:off x="994629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t3897"/>
            <p:cNvSpPr/>
            <p:nvPr/>
          </p:nvSpPr>
          <p:spPr>
            <a:xfrm>
              <a:off x="10463094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t3898"/>
            <p:cNvSpPr/>
            <p:nvPr/>
          </p:nvSpPr>
          <p:spPr>
            <a:xfrm>
              <a:off x="10592294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t3899"/>
            <p:cNvSpPr/>
            <p:nvPr/>
          </p:nvSpPr>
          <p:spPr>
            <a:xfrm>
              <a:off x="10463094" y="12497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t3900"/>
            <p:cNvSpPr/>
            <p:nvPr/>
          </p:nvSpPr>
          <p:spPr>
            <a:xfrm>
              <a:off x="11238291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t3901"/>
            <p:cNvSpPr/>
            <p:nvPr/>
          </p:nvSpPr>
          <p:spPr>
            <a:xfrm>
              <a:off x="11238291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t3902"/>
            <p:cNvSpPr/>
            <p:nvPr/>
          </p:nvSpPr>
          <p:spPr>
            <a:xfrm>
              <a:off x="994629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t3903"/>
            <p:cNvSpPr/>
            <p:nvPr/>
          </p:nvSpPr>
          <p:spPr>
            <a:xfrm>
              <a:off x="10463094" y="1395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t3904"/>
            <p:cNvSpPr/>
            <p:nvPr/>
          </p:nvSpPr>
          <p:spPr>
            <a:xfrm>
              <a:off x="10979892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t3905"/>
            <p:cNvSpPr/>
            <p:nvPr/>
          </p:nvSpPr>
          <p:spPr>
            <a:xfrm>
              <a:off x="10204695" y="17556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t3906"/>
            <p:cNvSpPr/>
            <p:nvPr/>
          </p:nvSpPr>
          <p:spPr>
            <a:xfrm>
              <a:off x="10721493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t3907"/>
            <p:cNvSpPr/>
            <p:nvPr/>
          </p:nvSpPr>
          <p:spPr>
            <a:xfrm>
              <a:off x="9946297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t3908"/>
            <p:cNvSpPr/>
            <p:nvPr/>
          </p:nvSpPr>
          <p:spPr>
            <a:xfrm>
              <a:off x="9946297" y="20182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t3909"/>
            <p:cNvSpPr/>
            <p:nvPr/>
          </p:nvSpPr>
          <p:spPr>
            <a:xfrm>
              <a:off x="994629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t3910"/>
            <p:cNvSpPr/>
            <p:nvPr/>
          </p:nvSpPr>
          <p:spPr>
            <a:xfrm>
              <a:off x="10721493" y="11329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t3911"/>
            <p:cNvSpPr/>
            <p:nvPr/>
          </p:nvSpPr>
          <p:spPr>
            <a:xfrm>
              <a:off x="9946297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t3912"/>
            <p:cNvSpPr/>
            <p:nvPr/>
          </p:nvSpPr>
          <p:spPr>
            <a:xfrm>
              <a:off x="10721493" y="17069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t3913"/>
            <p:cNvSpPr/>
            <p:nvPr/>
          </p:nvSpPr>
          <p:spPr>
            <a:xfrm>
              <a:off x="9946297" y="20863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t3914"/>
            <p:cNvSpPr/>
            <p:nvPr/>
          </p:nvSpPr>
          <p:spPr>
            <a:xfrm>
              <a:off x="9946297" y="20280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t3915"/>
            <p:cNvSpPr/>
            <p:nvPr/>
          </p:nvSpPr>
          <p:spPr>
            <a:xfrm>
              <a:off x="10721493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t3916"/>
            <p:cNvSpPr/>
            <p:nvPr/>
          </p:nvSpPr>
          <p:spPr>
            <a:xfrm>
              <a:off x="11238291" y="18334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t3917"/>
            <p:cNvSpPr/>
            <p:nvPr/>
          </p:nvSpPr>
          <p:spPr>
            <a:xfrm>
              <a:off x="10204695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t3918"/>
            <p:cNvSpPr/>
            <p:nvPr/>
          </p:nvSpPr>
          <p:spPr>
            <a:xfrm>
              <a:off x="10721493" y="20085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t3919"/>
            <p:cNvSpPr/>
            <p:nvPr/>
          </p:nvSpPr>
          <p:spPr>
            <a:xfrm>
              <a:off x="11238291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t3920"/>
            <p:cNvSpPr/>
            <p:nvPr/>
          </p:nvSpPr>
          <p:spPr>
            <a:xfrm>
              <a:off x="10721493" y="1434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t3921"/>
            <p:cNvSpPr/>
            <p:nvPr/>
          </p:nvSpPr>
          <p:spPr>
            <a:xfrm>
              <a:off x="10721493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t3922"/>
            <p:cNvSpPr/>
            <p:nvPr/>
          </p:nvSpPr>
          <p:spPr>
            <a:xfrm>
              <a:off x="10721493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t3923"/>
            <p:cNvSpPr/>
            <p:nvPr/>
          </p:nvSpPr>
          <p:spPr>
            <a:xfrm>
              <a:off x="10721493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t3924"/>
            <p:cNvSpPr/>
            <p:nvPr/>
          </p:nvSpPr>
          <p:spPr>
            <a:xfrm>
              <a:off x="9946297" y="20085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t3925"/>
            <p:cNvSpPr/>
            <p:nvPr/>
          </p:nvSpPr>
          <p:spPr>
            <a:xfrm>
              <a:off x="10721493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t3926"/>
            <p:cNvSpPr/>
            <p:nvPr/>
          </p:nvSpPr>
          <p:spPr>
            <a:xfrm>
              <a:off x="10721493" y="17556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t3927"/>
            <p:cNvSpPr/>
            <p:nvPr/>
          </p:nvSpPr>
          <p:spPr>
            <a:xfrm>
              <a:off x="10204695" y="16680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t3928"/>
            <p:cNvSpPr/>
            <p:nvPr/>
          </p:nvSpPr>
          <p:spPr>
            <a:xfrm>
              <a:off x="994629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t3929"/>
            <p:cNvSpPr/>
            <p:nvPr/>
          </p:nvSpPr>
          <p:spPr>
            <a:xfrm>
              <a:off x="10463094" y="12789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t3930"/>
            <p:cNvSpPr/>
            <p:nvPr/>
          </p:nvSpPr>
          <p:spPr>
            <a:xfrm>
              <a:off x="10463094" y="14540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t3931"/>
            <p:cNvSpPr/>
            <p:nvPr/>
          </p:nvSpPr>
          <p:spPr>
            <a:xfrm>
              <a:off x="10979892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t3932"/>
            <p:cNvSpPr/>
            <p:nvPr/>
          </p:nvSpPr>
          <p:spPr>
            <a:xfrm>
              <a:off x="9946297" y="2057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t3933"/>
            <p:cNvSpPr/>
            <p:nvPr/>
          </p:nvSpPr>
          <p:spPr>
            <a:xfrm>
              <a:off x="9946297" y="20085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t3934"/>
            <p:cNvSpPr/>
            <p:nvPr/>
          </p:nvSpPr>
          <p:spPr>
            <a:xfrm>
              <a:off x="10979892" y="13178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t3935"/>
            <p:cNvSpPr/>
            <p:nvPr/>
          </p:nvSpPr>
          <p:spPr>
            <a:xfrm>
              <a:off x="10204695" y="19209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t3936"/>
            <p:cNvSpPr/>
            <p:nvPr/>
          </p:nvSpPr>
          <p:spPr>
            <a:xfrm>
              <a:off x="10463094" y="17847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t3937"/>
            <p:cNvSpPr/>
            <p:nvPr/>
          </p:nvSpPr>
          <p:spPr>
            <a:xfrm>
              <a:off x="10463094" y="14929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t3938"/>
            <p:cNvSpPr/>
            <p:nvPr/>
          </p:nvSpPr>
          <p:spPr>
            <a:xfrm>
              <a:off x="10204695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t3939"/>
            <p:cNvSpPr/>
            <p:nvPr/>
          </p:nvSpPr>
          <p:spPr>
            <a:xfrm>
              <a:off x="11109092" y="131782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t3940"/>
            <p:cNvSpPr/>
            <p:nvPr/>
          </p:nvSpPr>
          <p:spPr>
            <a:xfrm>
              <a:off x="9946297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t3941"/>
            <p:cNvSpPr/>
            <p:nvPr/>
          </p:nvSpPr>
          <p:spPr>
            <a:xfrm>
              <a:off x="10979892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t3942"/>
            <p:cNvSpPr/>
            <p:nvPr/>
          </p:nvSpPr>
          <p:spPr>
            <a:xfrm>
              <a:off x="9946297" y="17653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t3943"/>
            <p:cNvSpPr/>
            <p:nvPr/>
          </p:nvSpPr>
          <p:spPr>
            <a:xfrm>
              <a:off x="9946297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t3944"/>
            <p:cNvSpPr/>
            <p:nvPr/>
          </p:nvSpPr>
          <p:spPr>
            <a:xfrm>
              <a:off x="10721493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t3945"/>
            <p:cNvSpPr/>
            <p:nvPr/>
          </p:nvSpPr>
          <p:spPr>
            <a:xfrm>
              <a:off x="10721493" y="16680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t3946"/>
            <p:cNvSpPr/>
            <p:nvPr/>
          </p:nvSpPr>
          <p:spPr>
            <a:xfrm>
              <a:off x="9946297" y="16194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t3947"/>
            <p:cNvSpPr/>
            <p:nvPr/>
          </p:nvSpPr>
          <p:spPr>
            <a:xfrm>
              <a:off x="9946297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t3948"/>
            <p:cNvSpPr/>
            <p:nvPr/>
          </p:nvSpPr>
          <p:spPr>
            <a:xfrm>
              <a:off x="10463094" y="1843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t3949"/>
            <p:cNvSpPr/>
            <p:nvPr/>
          </p:nvSpPr>
          <p:spPr>
            <a:xfrm>
              <a:off x="11238291" y="1162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t3950"/>
            <p:cNvSpPr/>
            <p:nvPr/>
          </p:nvSpPr>
          <p:spPr>
            <a:xfrm>
              <a:off x="10979892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t3951"/>
            <p:cNvSpPr/>
            <p:nvPr/>
          </p:nvSpPr>
          <p:spPr>
            <a:xfrm>
              <a:off x="11238291" y="15610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t3952"/>
            <p:cNvSpPr/>
            <p:nvPr/>
          </p:nvSpPr>
          <p:spPr>
            <a:xfrm>
              <a:off x="10463094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t3953"/>
            <p:cNvSpPr/>
            <p:nvPr/>
          </p:nvSpPr>
          <p:spPr>
            <a:xfrm>
              <a:off x="10721493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t3954"/>
            <p:cNvSpPr/>
            <p:nvPr/>
          </p:nvSpPr>
          <p:spPr>
            <a:xfrm>
              <a:off x="10463094" y="1376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t3955"/>
            <p:cNvSpPr/>
            <p:nvPr/>
          </p:nvSpPr>
          <p:spPr>
            <a:xfrm>
              <a:off x="10592294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t3956"/>
            <p:cNvSpPr/>
            <p:nvPr/>
          </p:nvSpPr>
          <p:spPr>
            <a:xfrm>
              <a:off x="10333895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t3957"/>
            <p:cNvSpPr/>
            <p:nvPr/>
          </p:nvSpPr>
          <p:spPr>
            <a:xfrm>
              <a:off x="10463094" y="18918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t3958"/>
            <p:cNvSpPr/>
            <p:nvPr/>
          </p:nvSpPr>
          <p:spPr>
            <a:xfrm>
              <a:off x="11238291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t3959"/>
            <p:cNvSpPr/>
            <p:nvPr/>
          </p:nvSpPr>
          <p:spPr>
            <a:xfrm>
              <a:off x="11238291" y="1434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t3960"/>
            <p:cNvSpPr/>
            <p:nvPr/>
          </p:nvSpPr>
          <p:spPr>
            <a:xfrm>
              <a:off x="10463094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t3961"/>
            <p:cNvSpPr/>
            <p:nvPr/>
          </p:nvSpPr>
          <p:spPr>
            <a:xfrm>
              <a:off x="10463094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t3962"/>
            <p:cNvSpPr/>
            <p:nvPr/>
          </p:nvSpPr>
          <p:spPr>
            <a:xfrm>
              <a:off x="9946297" y="15610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t3963"/>
            <p:cNvSpPr/>
            <p:nvPr/>
          </p:nvSpPr>
          <p:spPr>
            <a:xfrm>
              <a:off x="994629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t3964"/>
            <p:cNvSpPr/>
            <p:nvPr/>
          </p:nvSpPr>
          <p:spPr>
            <a:xfrm>
              <a:off x="11496690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t3965"/>
            <p:cNvSpPr/>
            <p:nvPr/>
          </p:nvSpPr>
          <p:spPr>
            <a:xfrm>
              <a:off x="10721493" y="15902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t3966"/>
            <p:cNvSpPr/>
            <p:nvPr/>
          </p:nvSpPr>
          <p:spPr>
            <a:xfrm>
              <a:off x="10463094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t3967"/>
            <p:cNvSpPr/>
            <p:nvPr/>
          </p:nvSpPr>
          <p:spPr>
            <a:xfrm>
              <a:off x="11238291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t3968"/>
            <p:cNvSpPr/>
            <p:nvPr/>
          </p:nvSpPr>
          <p:spPr>
            <a:xfrm>
              <a:off x="10721493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t3969"/>
            <p:cNvSpPr/>
            <p:nvPr/>
          </p:nvSpPr>
          <p:spPr>
            <a:xfrm>
              <a:off x="9946297" y="1843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t3970"/>
            <p:cNvSpPr/>
            <p:nvPr/>
          </p:nvSpPr>
          <p:spPr>
            <a:xfrm>
              <a:off x="9946297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t3971"/>
            <p:cNvSpPr/>
            <p:nvPr/>
          </p:nvSpPr>
          <p:spPr>
            <a:xfrm>
              <a:off x="1097989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t3972"/>
            <p:cNvSpPr/>
            <p:nvPr/>
          </p:nvSpPr>
          <p:spPr>
            <a:xfrm>
              <a:off x="11238291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t3973"/>
            <p:cNvSpPr/>
            <p:nvPr/>
          </p:nvSpPr>
          <p:spPr>
            <a:xfrm>
              <a:off x="10721493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t3974"/>
            <p:cNvSpPr/>
            <p:nvPr/>
          </p:nvSpPr>
          <p:spPr>
            <a:xfrm>
              <a:off x="10721493" y="19209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t3975"/>
            <p:cNvSpPr/>
            <p:nvPr/>
          </p:nvSpPr>
          <p:spPr>
            <a:xfrm>
              <a:off x="10721493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t3976"/>
            <p:cNvSpPr/>
            <p:nvPr/>
          </p:nvSpPr>
          <p:spPr>
            <a:xfrm>
              <a:off x="10721493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t3977"/>
            <p:cNvSpPr/>
            <p:nvPr/>
          </p:nvSpPr>
          <p:spPr>
            <a:xfrm>
              <a:off x="10850693" y="15707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t3978"/>
            <p:cNvSpPr/>
            <p:nvPr/>
          </p:nvSpPr>
          <p:spPr>
            <a:xfrm>
              <a:off x="10592294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t3979"/>
            <p:cNvSpPr/>
            <p:nvPr/>
          </p:nvSpPr>
          <p:spPr>
            <a:xfrm>
              <a:off x="10463094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t3980"/>
            <p:cNvSpPr/>
            <p:nvPr/>
          </p:nvSpPr>
          <p:spPr>
            <a:xfrm>
              <a:off x="10463094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t3981"/>
            <p:cNvSpPr/>
            <p:nvPr/>
          </p:nvSpPr>
          <p:spPr>
            <a:xfrm>
              <a:off x="10463094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t3982"/>
            <p:cNvSpPr/>
            <p:nvPr/>
          </p:nvSpPr>
          <p:spPr>
            <a:xfrm>
              <a:off x="10463094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t3983"/>
            <p:cNvSpPr/>
            <p:nvPr/>
          </p:nvSpPr>
          <p:spPr>
            <a:xfrm>
              <a:off x="11496690" y="1444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t3984"/>
            <p:cNvSpPr/>
            <p:nvPr/>
          </p:nvSpPr>
          <p:spPr>
            <a:xfrm>
              <a:off x="10204695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t3985"/>
            <p:cNvSpPr/>
            <p:nvPr/>
          </p:nvSpPr>
          <p:spPr>
            <a:xfrm>
              <a:off x="11109092" y="13761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t3986"/>
            <p:cNvSpPr/>
            <p:nvPr/>
          </p:nvSpPr>
          <p:spPr>
            <a:xfrm>
              <a:off x="9946297" y="17361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t3987"/>
            <p:cNvSpPr/>
            <p:nvPr/>
          </p:nvSpPr>
          <p:spPr>
            <a:xfrm>
              <a:off x="10979892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t3988"/>
            <p:cNvSpPr/>
            <p:nvPr/>
          </p:nvSpPr>
          <p:spPr>
            <a:xfrm>
              <a:off x="10721493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t3989"/>
            <p:cNvSpPr/>
            <p:nvPr/>
          </p:nvSpPr>
          <p:spPr>
            <a:xfrm>
              <a:off x="1097989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t3990"/>
            <p:cNvSpPr/>
            <p:nvPr/>
          </p:nvSpPr>
          <p:spPr>
            <a:xfrm>
              <a:off x="10463094" y="18237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t3991"/>
            <p:cNvSpPr/>
            <p:nvPr/>
          </p:nvSpPr>
          <p:spPr>
            <a:xfrm>
              <a:off x="10721493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t3992"/>
            <p:cNvSpPr/>
            <p:nvPr/>
          </p:nvSpPr>
          <p:spPr>
            <a:xfrm>
              <a:off x="10463094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t3993"/>
            <p:cNvSpPr/>
            <p:nvPr/>
          </p:nvSpPr>
          <p:spPr>
            <a:xfrm>
              <a:off x="10721493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t3994"/>
            <p:cNvSpPr/>
            <p:nvPr/>
          </p:nvSpPr>
          <p:spPr>
            <a:xfrm>
              <a:off x="10721493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t3995"/>
            <p:cNvSpPr/>
            <p:nvPr/>
          </p:nvSpPr>
          <p:spPr>
            <a:xfrm>
              <a:off x="10075496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t3996"/>
            <p:cNvSpPr/>
            <p:nvPr/>
          </p:nvSpPr>
          <p:spPr>
            <a:xfrm>
              <a:off x="994629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t3997"/>
            <p:cNvSpPr/>
            <p:nvPr/>
          </p:nvSpPr>
          <p:spPr>
            <a:xfrm>
              <a:off x="10592294" y="17945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t3998"/>
            <p:cNvSpPr/>
            <p:nvPr/>
          </p:nvSpPr>
          <p:spPr>
            <a:xfrm>
              <a:off x="10463094" y="12205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t3999"/>
            <p:cNvSpPr/>
            <p:nvPr/>
          </p:nvSpPr>
          <p:spPr>
            <a:xfrm>
              <a:off x="10850693" y="15318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t4000"/>
            <p:cNvSpPr/>
            <p:nvPr/>
          </p:nvSpPr>
          <p:spPr>
            <a:xfrm>
              <a:off x="10592294" y="1969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t4001"/>
            <p:cNvSpPr/>
            <p:nvPr/>
          </p:nvSpPr>
          <p:spPr>
            <a:xfrm>
              <a:off x="10075496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t4002"/>
            <p:cNvSpPr/>
            <p:nvPr/>
          </p:nvSpPr>
          <p:spPr>
            <a:xfrm>
              <a:off x="10204695" y="20377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t4003"/>
            <p:cNvSpPr/>
            <p:nvPr/>
          </p:nvSpPr>
          <p:spPr>
            <a:xfrm>
              <a:off x="10979892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t4004"/>
            <p:cNvSpPr/>
            <p:nvPr/>
          </p:nvSpPr>
          <p:spPr>
            <a:xfrm>
              <a:off x="10850693" y="14637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t4005"/>
            <p:cNvSpPr/>
            <p:nvPr/>
          </p:nvSpPr>
          <p:spPr>
            <a:xfrm>
              <a:off x="10204695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t4006"/>
            <p:cNvSpPr/>
            <p:nvPr/>
          </p:nvSpPr>
          <p:spPr>
            <a:xfrm>
              <a:off x="994629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t4007"/>
            <p:cNvSpPr/>
            <p:nvPr/>
          </p:nvSpPr>
          <p:spPr>
            <a:xfrm>
              <a:off x="9946297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t4008"/>
            <p:cNvSpPr/>
            <p:nvPr/>
          </p:nvSpPr>
          <p:spPr>
            <a:xfrm>
              <a:off x="9946297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t4009"/>
            <p:cNvSpPr/>
            <p:nvPr/>
          </p:nvSpPr>
          <p:spPr>
            <a:xfrm>
              <a:off x="10979892" y="19209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t4010"/>
            <p:cNvSpPr/>
            <p:nvPr/>
          </p:nvSpPr>
          <p:spPr>
            <a:xfrm>
              <a:off x="10979892" y="16680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t4011"/>
            <p:cNvSpPr/>
            <p:nvPr/>
          </p:nvSpPr>
          <p:spPr>
            <a:xfrm>
              <a:off x="10592294" y="18626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t4012"/>
            <p:cNvSpPr/>
            <p:nvPr/>
          </p:nvSpPr>
          <p:spPr>
            <a:xfrm>
              <a:off x="10075496" y="1969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t4013"/>
            <p:cNvSpPr/>
            <p:nvPr/>
          </p:nvSpPr>
          <p:spPr>
            <a:xfrm>
              <a:off x="10204695" y="14637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t4014"/>
            <p:cNvSpPr/>
            <p:nvPr/>
          </p:nvSpPr>
          <p:spPr>
            <a:xfrm>
              <a:off x="11238291" y="11329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t4015"/>
            <p:cNvSpPr/>
            <p:nvPr/>
          </p:nvSpPr>
          <p:spPr>
            <a:xfrm>
              <a:off x="10721493" y="13470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t4016"/>
            <p:cNvSpPr/>
            <p:nvPr/>
          </p:nvSpPr>
          <p:spPr>
            <a:xfrm>
              <a:off x="9946297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t4017"/>
            <p:cNvSpPr/>
            <p:nvPr/>
          </p:nvSpPr>
          <p:spPr>
            <a:xfrm>
              <a:off x="9946297" y="1989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t4018"/>
            <p:cNvSpPr/>
            <p:nvPr/>
          </p:nvSpPr>
          <p:spPr>
            <a:xfrm>
              <a:off x="10979892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t4019"/>
            <p:cNvSpPr/>
            <p:nvPr/>
          </p:nvSpPr>
          <p:spPr>
            <a:xfrm>
              <a:off x="10979892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t4020"/>
            <p:cNvSpPr/>
            <p:nvPr/>
          </p:nvSpPr>
          <p:spPr>
            <a:xfrm>
              <a:off x="10204695" y="15318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t4021"/>
            <p:cNvSpPr/>
            <p:nvPr/>
          </p:nvSpPr>
          <p:spPr>
            <a:xfrm>
              <a:off x="1097989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t4022"/>
            <p:cNvSpPr/>
            <p:nvPr/>
          </p:nvSpPr>
          <p:spPr>
            <a:xfrm>
              <a:off x="10979892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t4023"/>
            <p:cNvSpPr/>
            <p:nvPr/>
          </p:nvSpPr>
          <p:spPr>
            <a:xfrm>
              <a:off x="9946297" y="1872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t4024"/>
            <p:cNvSpPr/>
            <p:nvPr/>
          </p:nvSpPr>
          <p:spPr>
            <a:xfrm>
              <a:off x="10721493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t4025"/>
            <p:cNvSpPr/>
            <p:nvPr/>
          </p:nvSpPr>
          <p:spPr>
            <a:xfrm>
              <a:off x="10721493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t4026"/>
            <p:cNvSpPr/>
            <p:nvPr/>
          </p:nvSpPr>
          <p:spPr>
            <a:xfrm>
              <a:off x="10979892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t4027"/>
            <p:cNvSpPr/>
            <p:nvPr/>
          </p:nvSpPr>
          <p:spPr>
            <a:xfrm>
              <a:off x="10463094" y="14637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t4028"/>
            <p:cNvSpPr/>
            <p:nvPr/>
          </p:nvSpPr>
          <p:spPr>
            <a:xfrm>
              <a:off x="10592294" y="14248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t4029"/>
            <p:cNvSpPr/>
            <p:nvPr/>
          </p:nvSpPr>
          <p:spPr>
            <a:xfrm>
              <a:off x="10463094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t4030"/>
            <p:cNvSpPr/>
            <p:nvPr/>
          </p:nvSpPr>
          <p:spPr>
            <a:xfrm>
              <a:off x="10979892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t4031"/>
            <p:cNvSpPr/>
            <p:nvPr/>
          </p:nvSpPr>
          <p:spPr>
            <a:xfrm>
              <a:off x="11367491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t4032"/>
            <p:cNvSpPr/>
            <p:nvPr/>
          </p:nvSpPr>
          <p:spPr>
            <a:xfrm>
              <a:off x="10721493" y="12691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t4033"/>
            <p:cNvSpPr/>
            <p:nvPr/>
          </p:nvSpPr>
          <p:spPr>
            <a:xfrm>
              <a:off x="11238291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t4034"/>
            <p:cNvSpPr/>
            <p:nvPr/>
          </p:nvSpPr>
          <p:spPr>
            <a:xfrm>
              <a:off x="10850693" y="17361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t4035"/>
            <p:cNvSpPr/>
            <p:nvPr/>
          </p:nvSpPr>
          <p:spPr>
            <a:xfrm>
              <a:off x="11238291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t4036"/>
            <p:cNvSpPr/>
            <p:nvPr/>
          </p:nvSpPr>
          <p:spPr>
            <a:xfrm>
              <a:off x="10204695" y="18139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t4037"/>
            <p:cNvSpPr/>
            <p:nvPr/>
          </p:nvSpPr>
          <p:spPr>
            <a:xfrm>
              <a:off x="10463094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t4038"/>
            <p:cNvSpPr/>
            <p:nvPr/>
          </p:nvSpPr>
          <p:spPr>
            <a:xfrm>
              <a:off x="11109092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t4039"/>
            <p:cNvSpPr/>
            <p:nvPr/>
          </p:nvSpPr>
          <p:spPr>
            <a:xfrm>
              <a:off x="10721493" y="18042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t4040"/>
            <p:cNvSpPr/>
            <p:nvPr/>
          </p:nvSpPr>
          <p:spPr>
            <a:xfrm>
              <a:off x="11238291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t4041"/>
            <p:cNvSpPr/>
            <p:nvPr/>
          </p:nvSpPr>
          <p:spPr>
            <a:xfrm>
              <a:off x="9946297" y="19307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t4042"/>
            <p:cNvSpPr/>
            <p:nvPr/>
          </p:nvSpPr>
          <p:spPr>
            <a:xfrm>
              <a:off x="9946297" y="19696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t4043"/>
            <p:cNvSpPr/>
            <p:nvPr/>
          </p:nvSpPr>
          <p:spPr>
            <a:xfrm>
              <a:off x="9946297" y="20766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t4044"/>
            <p:cNvSpPr/>
            <p:nvPr/>
          </p:nvSpPr>
          <p:spPr>
            <a:xfrm>
              <a:off x="9946297" y="20669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t4045"/>
            <p:cNvSpPr/>
            <p:nvPr/>
          </p:nvSpPr>
          <p:spPr>
            <a:xfrm>
              <a:off x="10979892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t4046"/>
            <p:cNvSpPr/>
            <p:nvPr/>
          </p:nvSpPr>
          <p:spPr>
            <a:xfrm>
              <a:off x="10463094" y="16096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t4047"/>
            <p:cNvSpPr/>
            <p:nvPr/>
          </p:nvSpPr>
          <p:spPr>
            <a:xfrm>
              <a:off x="10721493" y="1366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t4048"/>
            <p:cNvSpPr/>
            <p:nvPr/>
          </p:nvSpPr>
          <p:spPr>
            <a:xfrm>
              <a:off x="10721493" y="18139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t4049"/>
            <p:cNvSpPr/>
            <p:nvPr/>
          </p:nvSpPr>
          <p:spPr>
            <a:xfrm>
              <a:off x="10850693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t4050"/>
            <p:cNvSpPr/>
            <p:nvPr/>
          </p:nvSpPr>
          <p:spPr>
            <a:xfrm>
              <a:off x="10204695" y="14832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t4051"/>
            <p:cNvSpPr/>
            <p:nvPr/>
          </p:nvSpPr>
          <p:spPr>
            <a:xfrm>
              <a:off x="10463094" y="195018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t4052"/>
            <p:cNvSpPr/>
            <p:nvPr/>
          </p:nvSpPr>
          <p:spPr>
            <a:xfrm>
              <a:off x="9946297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t4053"/>
            <p:cNvSpPr/>
            <p:nvPr/>
          </p:nvSpPr>
          <p:spPr>
            <a:xfrm>
              <a:off x="9946297" y="16875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t4054"/>
            <p:cNvSpPr/>
            <p:nvPr/>
          </p:nvSpPr>
          <p:spPr>
            <a:xfrm>
              <a:off x="10721493" y="15415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t4055"/>
            <p:cNvSpPr/>
            <p:nvPr/>
          </p:nvSpPr>
          <p:spPr>
            <a:xfrm>
              <a:off x="9946297" y="2115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t4056"/>
            <p:cNvSpPr/>
            <p:nvPr/>
          </p:nvSpPr>
          <p:spPr>
            <a:xfrm>
              <a:off x="10463094" y="15221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t4057"/>
            <p:cNvSpPr/>
            <p:nvPr/>
          </p:nvSpPr>
          <p:spPr>
            <a:xfrm>
              <a:off x="11109092" y="17750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t4058"/>
            <p:cNvSpPr/>
            <p:nvPr/>
          </p:nvSpPr>
          <p:spPr>
            <a:xfrm>
              <a:off x="10463094" y="16388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t4059"/>
            <p:cNvSpPr/>
            <p:nvPr/>
          </p:nvSpPr>
          <p:spPr>
            <a:xfrm>
              <a:off x="10721493" y="17458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t4060"/>
            <p:cNvSpPr/>
            <p:nvPr/>
          </p:nvSpPr>
          <p:spPr>
            <a:xfrm>
              <a:off x="9946297" y="18334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t4061"/>
            <p:cNvSpPr/>
            <p:nvPr/>
          </p:nvSpPr>
          <p:spPr>
            <a:xfrm>
              <a:off x="10463094" y="15123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t4062"/>
            <p:cNvSpPr/>
            <p:nvPr/>
          </p:nvSpPr>
          <p:spPr>
            <a:xfrm>
              <a:off x="10204695" y="12010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t4063"/>
            <p:cNvSpPr/>
            <p:nvPr/>
          </p:nvSpPr>
          <p:spPr>
            <a:xfrm>
              <a:off x="11625890" y="11913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t4064"/>
            <p:cNvSpPr/>
            <p:nvPr/>
          </p:nvSpPr>
          <p:spPr>
            <a:xfrm>
              <a:off x="10463094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t4065"/>
            <p:cNvSpPr/>
            <p:nvPr/>
          </p:nvSpPr>
          <p:spPr>
            <a:xfrm>
              <a:off x="10592294" y="133728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t4066"/>
            <p:cNvSpPr/>
            <p:nvPr/>
          </p:nvSpPr>
          <p:spPr>
            <a:xfrm>
              <a:off x="10721493" y="14345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t4067"/>
            <p:cNvSpPr/>
            <p:nvPr/>
          </p:nvSpPr>
          <p:spPr>
            <a:xfrm>
              <a:off x="9946297" y="209611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t4068"/>
            <p:cNvSpPr/>
            <p:nvPr/>
          </p:nvSpPr>
          <p:spPr>
            <a:xfrm>
              <a:off x="10721493" y="17166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t4069"/>
            <p:cNvSpPr/>
            <p:nvPr/>
          </p:nvSpPr>
          <p:spPr>
            <a:xfrm>
              <a:off x="10721493" y="159995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t4070"/>
            <p:cNvSpPr/>
            <p:nvPr/>
          </p:nvSpPr>
          <p:spPr>
            <a:xfrm>
              <a:off x="10075496" y="16583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t4071"/>
            <p:cNvSpPr/>
            <p:nvPr/>
          </p:nvSpPr>
          <p:spPr>
            <a:xfrm>
              <a:off x="10075496" y="17264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t4072"/>
            <p:cNvSpPr/>
            <p:nvPr/>
          </p:nvSpPr>
          <p:spPr>
            <a:xfrm>
              <a:off x="9946297" y="21252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t4073"/>
            <p:cNvSpPr/>
            <p:nvPr/>
          </p:nvSpPr>
          <p:spPr>
            <a:xfrm>
              <a:off x="10204695" y="18431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t4074"/>
            <p:cNvSpPr/>
            <p:nvPr/>
          </p:nvSpPr>
          <p:spPr>
            <a:xfrm>
              <a:off x="9946297" y="204746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t4075"/>
            <p:cNvSpPr/>
            <p:nvPr/>
          </p:nvSpPr>
          <p:spPr>
            <a:xfrm>
              <a:off x="10075496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t4076"/>
            <p:cNvSpPr/>
            <p:nvPr/>
          </p:nvSpPr>
          <p:spPr>
            <a:xfrm>
              <a:off x="10204695" y="162914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t4077"/>
            <p:cNvSpPr/>
            <p:nvPr/>
          </p:nvSpPr>
          <p:spPr>
            <a:xfrm>
              <a:off x="9946297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t4078"/>
            <p:cNvSpPr/>
            <p:nvPr/>
          </p:nvSpPr>
          <p:spPr>
            <a:xfrm>
              <a:off x="10204695" y="13080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t4079"/>
            <p:cNvSpPr/>
            <p:nvPr/>
          </p:nvSpPr>
          <p:spPr>
            <a:xfrm>
              <a:off x="10075496" y="199882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t4080"/>
            <p:cNvSpPr/>
            <p:nvPr/>
          </p:nvSpPr>
          <p:spPr>
            <a:xfrm>
              <a:off x="10075496" y="178479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g4081"/>
            <p:cNvSpPr/>
            <p:nvPr/>
          </p:nvSpPr>
          <p:spPr>
            <a:xfrm>
              <a:off x="9965574" y="1140512"/>
              <a:ext cx="1808792" cy="743624"/>
            </a:xfrm>
            <a:custGeom>
              <a:avLst/>
              <a:pathLst>
                <a:path w="1808792" h="743624">
                  <a:moveTo>
                    <a:pt x="0" y="644887"/>
                  </a:moveTo>
                  <a:lnTo>
                    <a:pt x="22896" y="641075"/>
                  </a:lnTo>
                  <a:lnTo>
                    <a:pt x="45792" y="637042"/>
                  </a:lnTo>
                  <a:lnTo>
                    <a:pt x="68688" y="632783"/>
                  </a:lnTo>
                  <a:lnTo>
                    <a:pt x="91584" y="628291"/>
                  </a:lnTo>
                  <a:lnTo>
                    <a:pt x="114480" y="623562"/>
                  </a:lnTo>
                  <a:lnTo>
                    <a:pt x="137376" y="618594"/>
                  </a:lnTo>
                  <a:lnTo>
                    <a:pt x="160272" y="613388"/>
                  </a:lnTo>
                  <a:lnTo>
                    <a:pt x="183168" y="607948"/>
                  </a:lnTo>
                  <a:lnTo>
                    <a:pt x="206064" y="602282"/>
                  </a:lnTo>
                  <a:lnTo>
                    <a:pt x="228961" y="596401"/>
                  </a:lnTo>
                  <a:lnTo>
                    <a:pt x="251857" y="590322"/>
                  </a:lnTo>
                  <a:lnTo>
                    <a:pt x="274753" y="584063"/>
                  </a:lnTo>
                  <a:lnTo>
                    <a:pt x="297649" y="577645"/>
                  </a:lnTo>
                  <a:lnTo>
                    <a:pt x="320545" y="571091"/>
                  </a:lnTo>
                  <a:lnTo>
                    <a:pt x="343441" y="564422"/>
                  </a:lnTo>
                  <a:lnTo>
                    <a:pt x="366337" y="557662"/>
                  </a:lnTo>
                  <a:lnTo>
                    <a:pt x="389233" y="550831"/>
                  </a:lnTo>
                  <a:lnTo>
                    <a:pt x="412129" y="543948"/>
                  </a:lnTo>
                  <a:lnTo>
                    <a:pt x="435026" y="537030"/>
                  </a:lnTo>
                  <a:lnTo>
                    <a:pt x="457922" y="530093"/>
                  </a:lnTo>
                  <a:lnTo>
                    <a:pt x="480818" y="523149"/>
                  </a:lnTo>
                  <a:lnTo>
                    <a:pt x="503714" y="516210"/>
                  </a:lnTo>
                  <a:lnTo>
                    <a:pt x="526610" y="509284"/>
                  </a:lnTo>
                  <a:lnTo>
                    <a:pt x="549506" y="502379"/>
                  </a:lnTo>
                  <a:lnTo>
                    <a:pt x="572402" y="495501"/>
                  </a:lnTo>
                  <a:lnTo>
                    <a:pt x="595298" y="488653"/>
                  </a:lnTo>
                  <a:lnTo>
                    <a:pt x="618194" y="481839"/>
                  </a:lnTo>
                  <a:lnTo>
                    <a:pt x="641091" y="475059"/>
                  </a:lnTo>
                  <a:lnTo>
                    <a:pt x="663987" y="468313"/>
                  </a:lnTo>
                  <a:lnTo>
                    <a:pt x="686883" y="461600"/>
                  </a:lnTo>
                  <a:lnTo>
                    <a:pt x="709779" y="454918"/>
                  </a:lnTo>
                  <a:lnTo>
                    <a:pt x="732675" y="448262"/>
                  </a:lnTo>
                  <a:lnTo>
                    <a:pt x="755571" y="441626"/>
                  </a:lnTo>
                  <a:lnTo>
                    <a:pt x="778467" y="435004"/>
                  </a:lnTo>
                  <a:lnTo>
                    <a:pt x="801363" y="428388"/>
                  </a:lnTo>
                  <a:lnTo>
                    <a:pt x="824259" y="421768"/>
                  </a:lnTo>
                  <a:lnTo>
                    <a:pt x="847156" y="415133"/>
                  </a:lnTo>
                  <a:lnTo>
                    <a:pt x="870052" y="408470"/>
                  </a:lnTo>
                  <a:lnTo>
                    <a:pt x="892948" y="401764"/>
                  </a:lnTo>
                  <a:lnTo>
                    <a:pt x="915844" y="395000"/>
                  </a:lnTo>
                  <a:lnTo>
                    <a:pt x="938740" y="388162"/>
                  </a:lnTo>
                  <a:lnTo>
                    <a:pt x="961636" y="381232"/>
                  </a:lnTo>
                  <a:lnTo>
                    <a:pt x="984532" y="374193"/>
                  </a:lnTo>
                  <a:lnTo>
                    <a:pt x="1007428" y="367025"/>
                  </a:lnTo>
                  <a:lnTo>
                    <a:pt x="1030324" y="359712"/>
                  </a:lnTo>
                  <a:lnTo>
                    <a:pt x="1053221" y="352239"/>
                  </a:lnTo>
                  <a:lnTo>
                    <a:pt x="1076117" y="344590"/>
                  </a:lnTo>
                  <a:lnTo>
                    <a:pt x="1099013" y="336754"/>
                  </a:lnTo>
                  <a:lnTo>
                    <a:pt x="1121909" y="328720"/>
                  </a:lnTo>
                  <a:lnTo>
                    <a:pt x="1144805" y="320482"/>
                  </a:lnTo>
                  <a:lnTo>
                    <a:pt x="1167701" y="312036"/>
                  </a:lnTo>
                  <a:lnTo>
                    <a:pt x="1190597" y="303377"/>
                  </a:lnTo>
                  <a:lnTo>
                    <a:pt x="1213493" y="294507"/>
                  </a:lnTo>
                  <a:lnTo>
                    <a:pt x="1236389" y="285425"/>
                  </a:lnTo>
                  <a:lnTo>
                    <a:pt x="1259285" y="276136"/>
                  </a:lnTo>
                  <a:lnTo>
                    <a:pt x="1282182" y="266641"/>
                  </a:lnTo>
                  <a:lnTo>
                    <a:pt x="1305078" y="256945"/>
                  </a:lnTo>
                  <a:lnTo>
                    <a:pt x="1327974" y="247053"/>
                  </a:lnTo>
                  <a:lnTo>
                    <a:pt x="1350870" y="236968"/>
                  </a:lnTo>
                  <a:lnTo>
                    <a:pt x="1373766" y="226694"/>
                  </a:lnTo>
                  <a:lnTo>
                    <a:pt x="1396662" y="216237"/>
                  </a:lnTo>
                  <a:lnTo>
                    <a:pt x="1419558" y="205601"/>
                  </a:lnTo>
                  <a:lnTo>
                    <a:pt x="1442454" y="194788"/>
                  </a:lnTo>
                  <a:lnTo>
                    <a:pt x="1465350" y="183803"/>
                  </a:lnTo>
                  <a:lnTo>
                    <a:pt x="1488247" y="172648"/>
                  </a:lnTo>
                  <a:lnTo>
                    <a:pt x="1511143" y="161328"/>
                  </a:lnTo>
                  <a:lnTo>
                    <a:pt x="1534039" y="149844"/>
                  </a:lnTo>
                  <a:lnTo>
                    <a:pt x="1556935" y="138199"/>
                  </a:lnTo>
                  <a:lnTo>
                    <a:pt x="1579831" y="126395"/>
                  </a:lnTo>
                  <a:lnTo>
                    <a:pt x="1602727" y="114435"/>
                  </a:lnTo>
                  <a:lnTo>
                    <a:pt x="1625623" y="102320"/>
                  </a:lnTo>
                  <a:lnTo>
                    <a:pt x="1648519" y="90052"/>
                  </a:lnTo>
                  <a:lnTo>
                    <a:pt x="1671415" y="77632"/>
                  </a:lnTo>
                  <a:lnTo>
                    <a:pt x="1694312" y="65062"/>
                  </a:lnTo>
                  <a:lnTo>
                    <a:pt x="1717208" y="52343"/>
                  </a:lnTo>
                  <a:lnTo>
                    <a:pt x="1740104" y="39477"/>
                  </a:lnTo>
                  <a:lnTo>
                    <a:pt x="1763000" y="26463"/>
                  </a:lnTo>
                  <a:lnTo>
                    <a:pt x="1785896" y="13304"/>
                  </a:lnTo>
                  <a:lnTo>
                    <a:pt x="1808792" y="0"/>
                  </a:lnTo>
                  <a:lnTo>
                    <a:pt x="1808792" y="330524"/>
                  </a:lnTo>
                  <a:lnTo>
                    <a:pt x="1785896" y="330971"/>
                  </a:lnTo>
                  <a:lnTo>
                    <a:pt x="1763000" y="331554"/>
                  </a:lnTo>
                  <a:lnTo>
                    <a:pt x="1740104" y="332273"/>
                  </a:lnTo>
                  <a:lnTo>
                    <a:pt x="1717208" y="333131"/>
                  </a:lnTo>
                  <a:lnTo>
                    <a:pt x="1694312" y="334126"/>
                  </a:lnTo>
                  <a:lnTo>
                    <a:pt x="1671415" y="335262"/>
                  </a:lnTo>
                  <a:lnTo>
                    <a:pt x="1648519" y="336538"/>
                  </a:lnTo>
                  <a:lnTo>
                    <a:pt x="1625623" y="337957"/>
                  </a:lnTo>
                  <a:lnTo>
                    <a:pt x="1602727" y="339520"/>
                  </a:lnTo>
                  <a:lnTo>
                    <a:pt x="1579831" y="341228"/>
                  </a:lnTo>
                  <a:lnTo>
                    <a:pt x="1556935" y="343084"/>
                  </a:lnTo>
                  <a:lnTo>
                    <a:pt x="1534039" y="345089"/>
                  </a:lnTo>
                  <a:lnTo>
                    <a:pt x="1511143" y="347246"/>
                  </a:lnTo>
                  <a:lnTo>
                    <a:pt x="1488247" y="349557"/>
                  </a:lnTo>
                  <a:lnTo>
                    <a:pt x="1465350" y="352026"/>
                  </a:lnTo>
                  <a:lnTo>
                    <a:pt x="1442454" y="354654"/>
                  </a:lnTo>
                  <a:lnTo>
                    <a:pt x="1419558" y="357445"/>
                  </a:lnTo>
                  <a:lnTo>
                    <a:pt x="1396662" y="360403"/>
                  </a:lnTo>
                  <a:lnTo>
                    <a:pt x="1373766" y="363532"/>
                  </a:lnTo>
                  <a:lnTo>
                    <a:pt x="1350870" y="366835"/>
                  </a:lnTo>
                  <a:lnTo>
                    <a:pt x="1327974" y="370317"/>
                  </a:lnTo>
                  <a:lnTo>
                    <a:pt x="1305078" y="373983"/>
                  </a:lnTo>
                  <a:lnTo>
                    <a:pt x="1282182" y="377836"/>
                  </a:lnTo>
                  <a:lnTo>
                    <a:pt x="1259285" y="381881"/>
                  </a:lnTo>
                  <a:lnTo>
                    <a:pt x="1236389" y="386121"/>
                  </a:lnTo>
                  <a:lnTo>
                    <a:pt x="1213493" y="390561"/>
                  </a:lnTo>
                  <a:lnTo>
                    <a:pt x="1190597" y="395203"/>
                  </a:lnTo>
                  <a:lnTo>
                    <a:pt x="1167701" y="400047"/>
                  </a:lnTo>
                  <a:lnTo>
                    <a:pt x="1144805" y="405094"/>
                  </a:lnTo>
                  <a:lnTo>
                    <a:pt x="1121909" y="410340"/>
                  </a:lnTo>
                  <a:lnTo>
                    <a:pt x="1099013" y="415782"/>
                  </a:lnTo>
                  <a:lnTo>
                    <a:pt x="1076117" y="421412"/>
                  </a:lnTo>
                  <a:lnTo>
                    <a:pt x="1053221" y="427220"/>
                  </a:lnTo>
                  <a:lnTo>
                    <a:pt x="1030324" y="433194"/>
                  </a:lnTo>
                  <a:lnTo>
                    <a:pt x="1007428" y="439319"/>
                  </a:lnTo>
                  <a:lnTo>
                    <a:pt x="984532" y="445581"/>
                  </a:lnTo>
                  <a:lnTo>
                    <a:pt x="961636" y="451961"/>
                  </a:lnTo>
                  <a:lnTo>
                    <a:pt x="938740" y="458441"/>
                  </a:lnTo>
                  <a:lnTo>
                    <a:pt x="915844" y="465005"/>
                  </a:lnTo>
                  <a:lnTo>
                    <a:pt x="892948" y="471634"/>
                  </a:lnTo>
                  <a:lnTo>
                    <a:pt x="870052" y="478311"/>
                  </a:lnTo>
                  <a:lnTo>
                    <a:pt x="847156" y="485021"/>
                  </a:lnTo>
                  <a:lnTo>
                    <a:pt x="824259" y="491751"/>
                  </a:lnTo>
                  <a:lnTo>
                    <a:pt x="801363" y="498486"/>
                  </a:lnTo>
                  <a:lnTo>
                    <a:pt x="778467" y="505216"/>
                  </a:lnTo>
                  <a:lnTo>
                    <a:pt x="755571" y="511932"/>
                  </a:lnTo>
                  <a:lnTo>
                    <a:pt x="732675" y="518624"/>
                  </a:lnTo>
                  <a:lnTo>
                    <a:pt x="709779" y="525286"/>
                  </a:lnTo>
                  <a:lnTo>
                    <a:pt x="686883" y="531913"/>
                  </a:lnTo>
                  <a:lnTo>
                    <a:pt x="663987" y="538500"/>
                  </a:lnTo>
                  <a:lnTo>
                    <a:pt x="641091" y="545046"/>
                  </a:lnTo>
                  <a:lnTo>
                    <a:pt x="618194" y="551547"/>
                  </a:lnTo>
                  <a:lnTo>
                    <a:pt x="595298" y="558005"/>
                  </a:lnTo>
                  <a:lnTo>
                    <a:pt x="572402" y="564421"/>
                  </a:lnTo>
                  <a:lnTo>
                    <a:pt x="549506" y="570797"/>
                  </a:lnTo>
                  <a:lnTo>
                    <a:pt x="526610" y="577137"/>
                  </a:lnTo>
                  <a:lnTo>
                    <a:pt x="503714" y="583447"/>
                  </a:lnTo>
                  <a:lnTo>
                    <a:pt x="480818" y="589734"/>
                  </a:lnTo>
                  <a:lnTo>
                    <a:pt x="457922" y="596007"/>
                  </a:lnTo>
                  <a:lnTo>
                    <a:pt x="435026" y="602278"/>
                  </a:lnTo>
                  <a:lnTo>
                    <a:pt x="412129" y="608559"/>
                  </a:lnTo>
                  <a:lnTo>
                    <a:pt x="389233" y="614866"/>
                  </a:lnTo>
                  <a:lnTo>
                    <a:pt x="366337" y="621215"/>
                  </a:lnTo>
                  <a:lnTo>
                    <a:pt x="343441" y="627626"/>
                  </a:lnTo>
                  <a:lnTo>
                    <a:pt x="320545" y="634120"/>
                  </a:lnTo>
                  <a:lnTo>
                    <a:pt x="297649" y="640718"/>
                  </a:lnTo>
                  <a:lnTo>
                    <a:pt x="274753" y="647444"/>
                  </a:lnTo>
                  <a:lnTo>
                    <a:pt x="251857" y="654319"/>
                  </a:lnTo>
                  <a:lnTo>
                    <a:pt x="228961" y="661365"/>
                  </a:lnTo>
                  <a:lnTo>
                    <a:pt x="206064" y="668600"/>
                  </a:lnTo>
                  <a:lnTo>
                    <a:pt x="183168" y="676041"/>
                  </a:lnTo>
                  <a:lnTo>
                    <a:pt x="160272" y="683698"/>
                  </a:lnTo>
                  <a:lnTo>
                    <a:pt x="137376" y="691580"/>
                  </a:lnTo>
                  <a:lnTo>
                    <a:pt x="114480" y="699691"/>
                  </a:lnTo>
                  <a:lnTo>
                    <a:pt x="91584" y="708033"/>
                  </a:lnTo>
                  <a:lnTo>
                    <a:pt x="68688" y="716601"/>
                  </a:lnTo>
                  <a:lnTo>
                    <a:pt x="45792" y="725393"/>
                  </a:lnTo>
                  <a:lnTo>
                    <a:pt x="22896" y="734403"/>
                  </a:lnTo>
                  <a:lnTo>
                    <a:pt x="0" y="74362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9965574" y="1140512"/>
              <a:ext cx="1808792" cy="644887"/>
            </a:xfrm>
            <a:custGeom>
              <a:avLst/>
              <a:pathLst>
                <a:path w="1808792" h="644887">
                  <a:moveTo>
                    <a:pt x="0" y="644887"/>
                  </a:moveTo>
                  <a:lnTo>
                    <a:pt x="22896" y="641075"/>
                  </a:lnTo>
                  <a:lnTo>
                    <a:pt x="45792" y="637042"/>
                  </a:lnTo>
                  <a:lnTo>
                    <a:pt x="68688" y="632783"/>
                  </a:lnTo>
                  <a:lnTo>
                    <a:pt x="91584" y="628291"/>
                  </a:lnTo>
                  <a:lnTo>
                    <a:pt x="114480" y="623562"/>
                  </a:lnTo>
                  <a:lnTo>
                    <a:pt x="137376" y="618594"/>
                  </a:lnTo>
                  <a:lnTo>
                    <a:pt x="160272" y="613388"/>
                  </a:lnTo>
                  <a:lnTo>
                    <a:pt x="183168" y="607948"/>
                  </a:lnTo>
                  <a:lnTo>
                    <a:pt x="206064" y="602282"/>
                  </a:lnTo>
                  <a:lnTo>
                    <a:pt x="228961" y="596401"/>
                  </a:lnTo>
                  <a:lnTo>
                    <a:pt x="251857" y="590322"/>
                  </a:lnTo>
                  <a:lnTo>
                    <a:pt x="274753" y="584063"/>
                  </a:lnTo>
                  <a:lnTo>
                    <a:pt x="297649" y="577645"/>
                  </a:lnTo>
                  <a:lnTo>
                    <a:pt x="320545" y="571091"/>
                  </a:lnTo>
                  <a:lnTo>
                    <a:pt x="343441" y="564422"/>
                  </a:lnTo>
                  <a:lnTo>
                    <a:pt x="366337" y="557662"/>
                  </a:lnTo>
                  <a:lnTo>
                    <a:pt x="389233" y="550831"/>
                  </a:lnTo>
                  <a:lnTo>
                    <a:pt x="412129" y="543948"/>
                  </a:lnTo>
                  <a:lnTo>
                    <a:pt x="435026" y="537030"/>
                  </a:lnTo>
                  <a:lnTo>
                    <a:pt x="457922" y="530093"/>
                  </a:lnTo>
                  <a:lnTo>
                    <a:pt x="480818" y="523149"/>
                  </a:lnTo>
                  <a:lnTo>
                    <a:pt x="503714" y="516210"/>
                  </a:lnTo>
                  <a:lnTo>
                    <a:pt x="526610" y="509284"/>
                  </a:lnTo>
                  <a:lnTo>
                    <a:pt x="549506" y="502379"/>
                  </a:lnTo>
                  <a:lnTo>
                    <a:pt x="572402" y="495501"/>
                  </a:lnTo>
                  <a:lnTo>
                    <a:pt x="595298" y="488653"/>
                  </a:lnTo>
                  <a:lnTo>
                    <a:pt x="618194" y="481839"/>
                  </a:lnTo>
                  <a:lnTo>
                    <a:pt x="641091" y="475059"/>
                  </a:lnTo>
                  <a:lnTo>
                    <a:pt x="663987" y="468313"/>
                  </a:lnTo>
                  <a:lnTo>
                    <a:pt x="686883" y="461600"/>
                  </a:lnTo>
                  <a:lnTo>
                    <a:pt x="709779" y="454918"/>
                  </a:lnTo>
                  <a:lnTo>
                    <a:pt x="732675" y="448262"/>
                  </a:lnTo>
                  <a:lnTo>
                    <a:pt x="755571" y="441626"/>
                  </a:lnTo>
                  <a:lnTo>
                    <a:pt x="778467" y="435004"/>
                  </a:lnTo>
                  <a:lnTo>
                    <a:pt x="801363" y="428388"/>
                  </a:lnTo>
                  <a:lnTo>
                    <a:pt x="824259" y="421768"/>
                  </a:lnTo>
                  <a:lnTo>
                    <a:pt x="847156" y="415133"/>
                  </a:lnTo>
                  <a:lnTo>
                    <a:pt x="870052" y="408470"/>
                  </a:lnTo>
                  <a:lnTo>
                    <a:pt x="892948" y="401764"/>
                  </a:lnTo>
                  <a:lnTo>
                    <a:pt x="915844" y="395000"/>
                  </a:lnTo>
                  <a:lnTo>
                    <a:pt x="938740" y="388162"/>
                  </a:lnTo>
                  <a:lnTo>
                    <a:pt x="961636" y="381232"/>
                  </a:lnTo>
                  <a:lnTo>
                    <a:pt x="984532" y="374193"/>
                  </a:lnTo>
                  <a:lnTo>
                    <a:pt x="1007428" y="367025"/>
                  </a:lnTo>
                  <a:lnTo>
                    <a:pt x="1030324" y="359712"/>
                  </a:lnTo>
                  <a:lnTo>
                    <a:pt x="1053221" y="352239"/>
                  </a:lnTo>
                  <a:lnTo>
                    <a:pt x="1076117" y="344590"/>
                  </a:lnTo>
                  <a:lnTo>
                    <a:pt x="1099013" y="336754"/>
                  </a:lnTo>
                  <a:lnTo>
                    <a:pt x="1121909" y="328720"/>
                  </a:lnTo>
                  <a:lnTo>
                    <a:pt x="1144805" y="320482"/>
                  </a:lnTo>
                  <a:lnTo>
                    <a:pt x="1167701" y="312036"/>
                  </a:lnTo>
                  <a:lnTo>
                    <a:pt x="1190597" y="303377"/>
                  </a:lnTo>
                  <a:lnTo>
                    <a:pt x="1213493" y="294507"/>
                  </a:lnTo>
                  <a:lnTo>
                    <a:pt x="1236389" y="285425"/>
                  </a:lnTo>
                  <a:lnTo>
                    <a:pt x="1259285" y="276136"/>
                  </a:lnTo>
                  <a:lnTo>
                    <a:pt x="1282182" y="266641"/>
                  </a:lnTo>
                  <a:lnTo>
                    <a:pt x="1305078" y="256945"/>
                  </a:lnTo>
                  <a:lnTo>
                    <a:pt x="1327974" y="247053"/>
                  </a:lnTo>
                  <a:lnTo>
                    <a:pt x="1350870" y="236968"/>
                  </a:lnTo>
                  <a:lnTo>
                    <a:pt x="1373766" y="226694"/>
                  </a:lnTo>
                  <a:lnTo>
                    <a:pt x="1396662" y="216237"/>
                  </a:lnTo>
                  <a:lnTo>
                    <a:pt x="1419558" y="205601"/>
                  </a:lnTo>
                  <a:lnTo>
                    <a:pt x="1442454" y="194788"/>
                  </a:lnTo>
                  <a:lnTo>
                    <a:pt x="1465350" y="183803"/>
                  </a:lnTo>
                  <a:lnTo>
                    <a:pt x="1488247" y="172648"/>
                  </a:lnTo>
                  <a:lnTo>
                    <a:pt x="1511143" y="161328"/>
                  </a:lnTo>
                  <a:lnTo>
                    <a:pt x="1534039" y="149844"/>
                  </a:lnTo>
                  <a:lnTo>
                    <a:pt x="1556935" y="138199"/>
                  </a:lnTo>
                  <a:lnTo>
                    <a:pt x="1579831" y="126395"/>
                  </a:lnTo>
                  <a:lnTo>
                    <a:pt x="1602727" y="114435"/>
                  </a:lnTo>
                  <a:lnTo>
                    <a:pt x="1625623" y="102320"/>
                  </a:lnTo>
                  <a:lnTo>
                    <a:pt x="1648519" y="90052"/>
                  </a:lnTo>
                  <a:lnTo>
                    <a:pt x="1671415" y="77632"/>
                  </a:lnTo>
                  <a:lnTo>
                    <a:pt x="1694312" y="65062"/>
                  </a:lnTo>
                  <a:lnTo>
                    <a:pt x="1717208" y="52343"/>
                  </a:lnTo>
                  <a:lnTo>
                    <a:pt x="1740104" y="39477"/>
                  </a:lnTo>
                  <a:lnTo>
                    <a:pt x="1763000" y="26463"/>
                  </a:lnTo>
                  <a:lnTo>
                    <a:pt x="1785896" y="13304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83" name="pl4083"/>
            <p:cNvSpPr/>
            <p:nvPr/>
          </p:nvSpPr>
          <p:spPr>
            <a:xfrm>
              <a:off x="9965574" y="1471037"/>
              <a:ext cx="1808792" cy="413099"/>
            </a:xfrm>
            <a:custGeom>
              <a:avLst/>
              <a:pathLst>
                <a:path w="1808792" h="413099">
                  <a:moveTo>
                    <a:pt x="1808792" y="0"/>
                  </a:moveTo>
                  <a:lnTo>
                    <a:pt x="1785896" y="447"/>
                  </a:lnTo>
                  <a:lnTo>
                    <a:pt x="1763000" y="1029"/>
                  </a:lnTo>
                  <a:lnTo>
                    <a:pt x="1740104" y="1749"/>
                  </a:lnTo>
                  <a:lnTo>
                    <a:pt x="1717208" y="2606"/>
                  </a:lnTo>
                  <a:lnTo>
                    <a:pt x="1694312" y="3602"/>
                  </a:lnTo>
                  <a:lnTo>
                    <a:pt x="1671415" y="4737"/>
                  </a:lnTo>
                  <a:lnTo>
                    <a:pt x="1648519" y="6014"/>
                  </a:lnTo>
                  <a:lnTo>
                    <a:pt x="1625623" y="7433"/>
                  </a:lnTo>
                  <a:lnTo>
                    <a:pt x="1602727" y="8996"/>
                  </a:lnTo>
                  <a:lnTo>
                    <a:pt x="1579831" y="10704"/>
                  </a:lnTo>
                  <a:lnTo>
                    <a:pt x="1556935" y="12560"/>
                  </a:lnTo>
                  <a:lnTo>
                    <a:pt x="1534039" y="14565"/>
                  </a:lnTo>
                  <a:lnTo>
                    <a:pt x="1511143" y="16722"/>
                  </a:lnTo>
                  <a:lnTo>
                    <a:pt x="1488247" y="19033"/>
                  </a:lnTo>
                  <a:lnTo>
                    <a:pt x="1465350" y="21501"/>
                  </a:lnTo>
                  <a:lnTo>
                    <a:pt x="1442454" y="24129"/>
                  </a:lnTo>
                  <a:lnTo>
                    <a:pt x="1419558" y="26921"/>
                  </a:lnTo>
                  <a:lnTo>
                    <a:pt x="1396662" y="29879"/>
                  </a:lnTo>
                  <a:lnTo>
                    <a:pt x="1373766" y="33007"/>
                  </a:lnTo>
                  <a:lnTo>
                    <a:pt x="1350870" y="36311"/>
                  </a:lnTo>
                  <a:lnTo>
                    <a:pt x="1327974" y="39793"/>
                  </a:lnTo>
                  <a:lnTo>
                    <a:pt x="1305078" y="43458"/>
                  </a:lnTo>
                  <a:lnTo>
                    <a:pt x="1282182" y="47311"/>
                  </a:lnTo>
                  <a:lnTo>
                    <a:pt x="1259285" y="51356"/>
                  </a:lnTo>
                  <a:lnTo>
                    <a:pt x="1236389" y="55597"/>
                  </a:lnTo>
                  <a:lnTo>
                    <a:pt x="1213493" y="60037"/>
                  </a:lnTo>
                  <a:lnTo>
                    <a:pt x="1190597" y="64678"/>
                  </a:lnTo>
                  <a:lnTo>
                    <a:pt x="1167701" y="69523"/>
                  </a:lnTo>
                  <a:lnTo>
                    <a:pt x="1144805" y="74569"/>
                  </a:lnTo>
                  <a:lnTo>
                    <a:pt x="1121909" y="79816"/>
                  </a:lnTo>
                  <a:lnTo>
                    <a:pt x="1099013" y="85258"/>
                  </a:lnTo>
                  <a:lnTo>
                    <a:pt x="1076117" y="90887"/>
                  </a:lnTo>
                  <a:lnTo>
                    <a:pt x="1053221" y="96695"/>
                  </a:lnTo>
                  <a:lnTo>
                    <a:pt x="1030324" y="102669"/>
                  </a:lnTo>
                  <a:lnTo>
                    <a:pt x="1007428" y="108795"/>
                  </a:lnTo>
                  <a:lnTo>
                    <a:pt x="984532" y="115056"/>
                  </a:lnTo>
                  <a:lnTo>
                    <a:pt x="961636" y="121436"/>
                  </a:lnTo>
                  <a:lnTo>
                    <a:pt x="938740" y="127917"/>
                  </a:lnTo>
                  <a:lnTo>
                    <a:pt x="915844" y="134480"/>
                  </a:lnTo>
                  <a:lnTo>
                    <a:pt x="892948" y="141109"/>
                  </a:lnTo>
                  <a:lnTo>
                    <a:pt x="870052" y="147787"/>
                  </a:lnTo>
                  <a:lnTo>
                    <a:pt x="847156" y="154497"/>
                  </a:lnTo>
                  <a:lnTo>
                    <a:pt x="824259" y="161226"/>
                  </a:lnTo>
                  <a:lnTo>
                    <a:pt x="801363" y="167962"/>
                  </a:lnTo>
                  <a:lnTo>
                    <a:pt x="778467" y="174692"/>
                  </a:lnTo>
                  <a:lnTo>
                    <a:pt x="755571" y="181407"/>
                  </a:lnTo>
                  <a:lnTo>
                    <a:pt x="732675" y="188099"/>
                  </a:lnTo>
                  <a:lnTo>
                    <a:pt x="709779" y="194762"/>
                  </a:lnTo>
                  <a:lnTo>
                    <a:pt x="686883" y="201388"/>
                  </a:lnTo>
                  <a:lnTo>
                    <a:pt x="663987" y="207976"/>
                  </a:lnTo>
                  <a:lnTo>
                    <a:pt x="641091" y="214521"/>
                  </a:lnTo>
                  <a:lnTo>
                    <a:pt x="618194" y="221023"/>
                  </a:lnTo>
                  <a:lnTo>
                    <a:pt x="595298" y="227481"/>
                  </a:lnTo>
                  <a:lnTo>
                    <a:pt x="572402" y="233896"/>
                  </a:lnTo>
                  <a:lnTo>
                    <a:pt x="549506" y="240272"/>
                  </a:lnTo>
                  <a:lnTo>
                    <a:pt x="526610" y="246612"/>
                  </a:lnTo>
                  <a:lnTo>
                    <a:pt x="503714" y="252922"/>
                  </a:lnTo>
                  <a:lnTo>
                    <a:pt x="480818" y="259209"/>
                  </a:lnTo>
                  <a:lnTo>
                    <a:pt x="457922" y="265483"/>
                  </a:lnTo>
                  <a:lnTo>
                    <a:pt x="435026" y="271754"/>
                  </a:lnTo>
                  <a:lnTo>
                    <a:pt x="412129" y="278035"/>
                  </a:lnTo>
                  <a:lnTo>
                    <a:pt x="389233" y="284341"/>
                  </a:lnTo>
                  <a:lnTo>
                    <a:pt x="366337" y="290690"/>
                  </a:lnTo>
                  <a:lnTo>
                    <a:pt x="343441" y="297101"/>
                  </a:lnTo>
                  <a:lnTo>
                    <a:pt x="320545" y="303595"/>
                  </a:lnTo>
                  <a:lnTo>
                    <a:pt x="297649" y="310193"/>
                  </a:lnTo>
                  <a:lnTo>
                    <a:pt x="274753" y="316919"/>
                  </a:lnTo>
                  <a:lnTo>
                    <a:pt x="251857" y="323794"/>
                  </a:lnTo>
                  <a:lnTo>
                    <a:pt x="228961" y="330840"/>
                  </a:lnTo>
                  <a:lnTo>
                    <a:pt x="206064" y="338076"/>
                  </a:lnTo>
                  <a:lnTo>
                    <a:pt x="183168" y="345516"/>
                  </a:lnTo>
                  <a:lnTo>
                    <a:pt x="160272" y="353173"/>
                  </a:lnTo>
                  <a:lnTo>
                    <a:pt x="137376" y="361056"/>
                  </a:lnTo>
                  <a:lnTo>
                    <a:pt x="114480" y="369167"/>
                  </a:lnTo>
                  <a:lnTo>
                    <a:pt x="91584" y="377508"/>
                  </a:lnTo>
                  <a:lnTo>
                    <a:pt x="68688" y="386077"/>
                  </a:lnTo>
                  <a:lnTo>
                    <a:pt x="45792" y="394869"/>
                  </a:lnTo>
                  <a:lnTo>
                    <a:pt x="22896" y="403879"/>
                  </a:lnTo>
                  <a:lnTo>
                    <a:pt x="0" y="4130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84" name="pl4084"/>
            <p:cNvSpPr/>
            <p:nvPr/>
          </p:nvSpPr>
          <p:spPr>
            <a:xfrm>
              <a:off x="9965574" y="1305775"/>
              <a:ext cx="1808792" cy="528993"/>
            </a:xfrm>
            <a:custGeom>
              <a:avLst/>
              <a:pathLst>
                <a:path w="1808792" h="528993">
                  <a:moveTo>
                    <a:pt x="0" y="528993"/>
                  </a:moveTo>
                  <a:lnTo>
                    <a:pt x="22896" y="522477"/>
                  </a:lnTo>
                  <a:lnTo>
                    <a:pt x="45792" y="515956"/>
                  </a:lnTo>
                  <a:lnTo>
                    <a:pt x="68688" y="509430"/>
                  </a:lnTo>
                  <a:lnTo>
                    <a:pt x="91584" y="502900"/>
                  </a:lnTo>
                  <a:lnTo>
                    <a:pt x="114480" y="496365"/>
                  </a:lnTo>
                  <a:lnTo>
                    <a:pt x="137376" y="489825"/>
                  </a:lnTo>
                  <a:lnTo>
                    <a:pt x="160272" y="483281"/>
                  </a:lnTo>
                  <a:lnTo>
                    <a:pt x="183168" y="476732"/>
                  </a:lnTo>
                  <a:lnTo>
                    <a:pt x="206064" y="470179"/>
                  </a:lnTo>
                  <a:lnTo>
                    <a:pt x="228961" y="463621"/>
                  </a:lnTo>
                  <a:lnTo>
                    <a:pt x="251857" y="457058"/>
                  </a:lnTo>
                  <a:lnTo>
                    <a:pt x="274753" y="450491"/>
                  </a:lnTo>
                  <a:lnTo>
                    <a:pt x="297649" y="443919"/>
                  </a:lnTo>
                  <a:lnTo>
                    <a:pt x="320545" y="437343"/>
                  </a:lnTo>
                  <a:lnTo>
                    <a:pt x="343441" y="430762"/>
                  </a:lnTo>
                  <a:lnTo>
                    <a:pt x="366337" y="424176"/>
                  </a:lnTo>
                  <a:lnTo>
                    <a:pt x="389233" y="417586"/>
                  </a:lnTo>
                  <a:lnTo>
                    <a:pt x="412129" y="410991"/>
                  </a:lnTo>
                  <a:lnTo>
                    <a:pt x="435026" y="404392"/>
                  </a:lnTo>
                  <a:lnTo>
                    <a:pt x="457922" y="397788"/>
                  </a:lnTo>
                  <a:lnTo>
                    <a:pt x="480818" y="391179"/>
                  </a:lnTo>
                  <a:lnTo>
                    <a:pt x="503714" y="384566"/>
                  </a:lnTo>
                  <a:lnTo>
                    <a:pt x="526610" y="377948"/>
                  </a:lnTo>
                  <a:lnTo>
                    <a:pt x="549506" y="371326"/>
                  </a:lnTo>
                  <a:lnTo>
                    <a:pt x="572402" y="364699"/>
                  </a:lnTo>
                  <a:lnTo>
                    <a:pt x="595298" y="358067"/>
                  </a:lnTo>
                  <a:lnTo>
                    <a:pt x="618194" y="351431"/>
                  </a:lnTo>
                  <a:lnTo>
                    <a:pt x="641091" y="344790"/>
                  </a:lnTo>
                  <a:lnTo>
                    <a:pt x="663987" y="338145"/>
                  </a:lnTo>
                  <a:lnTo>
                    <a:pt x="686883" y="331494"/>
                  </a:lnTo>
                  <a:lnTo>
                    <a:pt x="709779" y="324840"/>
                  </a:lnTo>
                  <a:lnTo>
                    <a:pt x="732675" y="318181"/>
                  </a:lnTo>
                  <a:lnTo>
                    <a:pt x="755571" y="311517"/>
                  </a:lnTo>
                  <a:lnTo>
                    <a:pt x="778467" y="304848"/>
                  </a:lnTo>
                  <a:lnTo>
                    <a:pt x="801363" y="298175"/>
                  </a:lnTo>
                  <a:lnTo>
                    <a:pt x="824259" y="291497"/>
                  </a:lnTo>
                  <a:lnTo>
                    <a:pt x="847156" y="284815"/>
                  </a:lnTo>
                  <a:lnTo>
                    <a:pt x="870052" y="278128"/>
                  </a:lnTo>
                  <a:lnTo>
                    <a:pt x="892948" y="271437"/>
                  </a:lnTo>
                  <a:lnTo>
                    <a:pt x="915844" y="264740"/>
                  </a:lnTo>
                  <a:lnTo>
                    <a:pt x="938740" y="258040"/>
                  </a:lnTo>
                  <a:lnTo>
                    <a:pt x="961636" y="251334"/>
                  </a:lnTo>
                  <a:lnTo>
                    <a:pt x="984532" y="244624"/>
                  </a:lnTo>
                  <a:lnTo>
                    <a:pt x="1007428" y="237910"/>
                  </a:lnTo>
                  <a:lnTo>
                    <a:pt x="1030324" y="231191"/>
                  </a:lnTo>
                  <a:lnTo>
                    <a:pt x="1053221" y="224467"/>
                  </a:lnTo>
                  <a:lnTo>
                    <a:pt x="1076117" y="217739"/>
                  </a:lnTo>
                  <a:lnTo>
                    <a:pt x="1099013" y="211006"/>
                  </a:lnTo>
                  <a:lnTo>
                    <a:pt x="1121909" y="204268"/>
                  </a:lnTo>
                  <a:lnTo>
                    <a:pt x="1144805" y="197526"/>
                  </a:lnTo>
                  <a:lnTo>
                    <a:pt x="1167701" y="190779"/>
                  </a:lnTo>
                  <a:lnTo>
                    <a:pt x="1190597" y="184028"/>
                  </a:lnTo>
                  <a:lnTo>
                    <a:pt x="1213493" y="177272"/>
                  </a:lnTo>
                  <a:lnTo>
                    <a:pt x="1236389" y="170511"/>
                  </a:lnTo>
                  <a:lnTo>
                    <a:pt x="1259285" y="163746"/>
                  </a:lnTo>
                  <a:lnTo>
                    <a:pt x="1282182" y="156976"/>
                  </a:lnTo>
                  <a:lnTo>
                    <a:pt x="1305078" y="150202"/>
                  </a:lnTo>
                  <a:lnTo>
                    <a:pt x="1327974" y="143423"/>
                  </a:lnTo>
                  <a:lnTo>
                    <a:pt x="1350870" y="136639"/>
                  </a:lnTo>
                  <a:lnTo>
                    <a:pt x="1373766" y="129851"/>
                  </a:lnTo>
                  <a:lnTo>
                    <a:pt x="1396662" y="123058"/>
                  </a:lnTo>
                  <a:lnTo>
                    <a:pt x="1419558" y="116261"/>
                  </a:lnTo>
                  <a:lnTo>
                    <a:pt x="1442454" y="109459"/>
                  </a:lnTo>
                  <a:lnTo>
                    <a:pt x="1465350" y="102652"/>
                  </a:lnTo>
                  <a:lnTo>
                    <a:pt x="1488247" y="95841"/>
                  </a:lnTo>
                  <a:lnTo>
                    <a:pt x="1511143" y="89025"/>
                  </a:lnTo>
                  <a:lnTo>
                    <a:pt x="1534039" y="82204"/>
                  </a:lnTo>
                  <a:lnTo>
                    <a:pt x="1556935" y="75379"/>
                  </a:lnTo>
                  <a:lnTo>
                    <a:pt x="1579831" y="68550"/>
                  </a:lnTo>
                  <a:lnTo>
                    <a:pt x="1602727" y="61715"/>
                  </a:lnTo>
                  <a:lnTo>
                    <a:pt x="1625623" y="54876"/>
                  </a:lnTo>
                  <a:lnTo>
                    <a:pt x="1648519" y="48033"/>
                  </a:lnTo>
                  <a:lnTo>
                    <a:pt x="1671415" y="41185"/>
                  </a:lnTo>
                  <a:lnTo>
                    <a:pt x="1694312" y="34332"/>
                  </a:lnTo>
                  <a:lnTo>
                    <a:pt x="1717208" y="27475"/>
                  </a:lnTo>
                  <a:lnTo>
                    <a:pt x="1740104" y="20613"/>
                  </a:lnTo>
                  <a:lnTo>
                    <a:pt x="1763000" y="13746"/>
                  </a:lnTo>
                  <a:lnTo>
                    <a:pt x="1785896" y="6875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g4085"/>
            <p:cNvSpPr/>
            <p:nvPr/>
          </p:nvSpPr>
          <p:spPr>
            <a:xfrm>
              <a:off x="9965574" y="1242223"/>
              <a:ext cx="1679593" cy="423960"/>
            </a:xfrm>
            <a:custGeom>
              <a:avLst/>
              <a:pathLst>
                <a:path w="1679593" h="423960">
                  <a:moveTo>
                    <a:pt x="0" y="330877"/>
                  </a:moveTo>
                  <a:lnTo>
                    <a:pt x="21260" y="326384"/>
                  </a:lnTo>
                  <a:lnTo>
                    <a:pt x="42521" y="321814"/>
                  </a:lnTo>
                  <a:lnTo>
                    <a:pt x="63782" y="317160"/>
                  </a:lnTo>
                  <a:lnTo>
                    <a:pt x="85042" y="312418"/>
                  </a:lnTo>
                  <a:lnTo>
                    <a:pt x="106303" y="307582"/>
                  </a:lnTo>
                  <a:lnTo>
                    <a:pt x="127564" y="302648"/>
                  </a:lnTo>
                  <a:lnTo>
                    <a:pt x="148824" y="297613"/>
                  </a:lnTo>
                  <a:lnTo>
                    <a:pt x="170085" y="292478"/>
                  </a:lnTo>
                  <a:lnTo>
                    <a:pt x="191346" y="287245"/>
                  </a:lnTo>
                  <a:lnTo>
                    <a:pt x="212606" y="281921"/>
                  </a:lnTo>
                  <a:lnTo>
                    <a:pt x="233867" y="276515"/>
                  </a:lnTo>
                  <a:lnTo>
                    <a:pt x="255128" y="271041"/>
                  </a:lnTo>
                  <a:lnTo>
                    <a:pt x="276388" y="265513"/>
                  </a:lnTo>
                  <a:lnTo>
                    <a:pt x="297649" y="259949"/>
                  </a:lnTo>
                  <a:lnTo>
                    <a:pt x="318910" y="254369"/>
                  </a:lnTo>
                  <a:lnTo>
                    <a:pt x="340170" y="248792"/>
                  </a:lnTo>
                  <a:lnTo>
                    <a:pt x="361431" y="243236"/>
                  </a:lnTo>
                  <a:lnTo>
                    <a:pt x="382692" y="237721"/>
                  </a:lnTo>
                  <a:lnTo>
                    <a:pt x="403952" y="232262"/>
                  </a:lnTo>
                  <a:lnTo>
                    <a:pt x="425213" y="226876"/>
                  </a:lnTo>
                  <a:lnTo>
                    <a:pt x="446474" y="221576"/>
                  </a:lnTo>
                  <a:lnTo>
                    <a:pt x="467734" y="216373"/>
                  </a:lnTo>
                  <a:lnTo>
                    <a:pt x="488995" y="211277"/>
                  </a:lnTo>
                  <a:lnTo>
                    <a:pt x="510256" y="206297"/>
                  </a:lnTo>
                  <a:lnTo>
                    <a:pt x="531516" y="201438"/>
                  </a:lnTo>
                  <a:lnTo>
                    <a:pt x="552777" y="196707"/>
                  </a:lnTo>
                  <a:lnTo>
                    <a:pt x="574038" y="192106"/>
                  </a:lnTo>
                  <a:lnTo>
                    <a:pt x="595298" y="187639"/>
                  </a:lnTo>
                  <a:lnTo>
                    <a:pt x="616559" y="183307"/>
                  </a:lnTo>
                  <a:lnTo>
                    <a:pt x="637820" y="179109"/>
                  </a:lnTo>
                  <a:lnTo>
                    <a:pt x="659080" y="175044"/>
                  </a:lnTo>
                  <a:lnTo>
                    <a:pt x="680341" y="171112"/>
                  </a:lnTo>
                  <a:lnTo>
                    <a:pt x="701602" y="167307"/>
                  </a:lnTo>
                  <a:lnTo>
                    <a:pt x="722862" y="163626"/>
                  </a:lnTo>
                  <a:lnTo>
                    <a:pt x="744123" y="160064"/>
                  </a:lnTo>
                  <a:lnTo>
                    <a:pt x="765384" y="156612"/>
                  </a:lnTo>
                  <a:lnTo>
                    <a:pt x="786644" y="153265"/>
                  </a:lnTo>
                  <a:lnTo>
                    <a:pt x="807905" y="150012"/>
                  </a:lnTo>
                  <a:lnTo>
                    <a:pt x="829166" y="146843"/>
                  </a:lnTo>
                  <a:lnTo>
                    <a:pt x="850426" y="143746"/>
                  </a:lnTo>
                  <a:lnTo>
                    <a:pt x="871687" y="140710"/>
                  </a:lnTo>
                  <a:lnTo>
                    <a:pt x="892948" y="137721"/>
                  </a:lnTo>
                  <a:lnTo>
                    <a:pt x="914208" y="134764"/>
                  </a:lnTo>
                  <a:lnTo>
                    <a:pt x="935469" y="131825"/>
                  </a:lnTo>
                  <a:lnTo>
                    <a:pt x="956730" y="128891"/>
                  </a:lnTo>
                  <a:lnTo>
                    <a:pt x="977990" y="125947"/>
                  </a:lnTo>
                  <a:lnTo>
                    <a:pt x="999251" y="122980"/>
                  </a:lnTo>
                  <a:lnTo>
                    <a:pt x="1020512" y="119977"/>
                  </a:lnTo>
                  <a:lnTo>
                    <a:pt x="1041772" y="116929"/>
                  </a:lnTo>
                  <a:lnTo>
                    <a:pt x="1063033" y="113827"/>
                  </a:lnTo>
                  <a:lnTo>
                    <a:pt x="1084294" y="110664"/>
                  </a:lnTo>
                  <a:lnTo>
                    <a:pt x="1105554" y="107435"/>
                  </a:lnTo>
                  <a:lnTo>
                    <a:pt x="1126815" y="104137"/>
                  </a:lnTo>
                  <a:lnTo>
                    <a:pt x="1148076" y="100768"/>
                  </a:lnTo>
                  <a:lnTo>
                    <a:pt x="1169336" y="97328"/>
                  </a:lnTo>
                  <a:lnTo>
                    <a:pt x="1190597" y="93818"/>
                  </a:lnTo>
                  <a:lnTo>
                    <a:pt x="1211858" y="90241"/>
                  </a:lnTo>
                  <a:lnTo>
                    <a:pt x="1233119" y="86598"/>
                  </a:lnTo>
                  <a:lnTo>
                    <a:pt x="1254379" y="82893"/>
                  </a:lnTo>
                  <a:lnTo>
                    <a:pt x="1275640" y="79129"/>
                  </a:lnTo>
                  <a:lnTo>
                    <a:pt x="1296901" y="75309"/>
                  </a:lnTo>
                  <a:lnTo>
                    <a:pt x="1318161" y="71436"/>
                  </a:lnTo>
                  <a:lnTo>
                    <a:pt x="1339422" y="67514"/>
                  </a:lnTo>
                  <a:lnTo>
                    <a:pt x="1360683" y="63545"/>
                  </a:lnTo>
                  <a:lnTo>
                    <a:pt x="1381943" y="59533"/>
                  </a:lnTo>
                  <a:lnTo>
                    <a:pt x="1403204" y="55480"/>
                  </a:lnTo>
                  <a:lnTo>
                    <a:pt x="1424465" y="51389"/>
                  </a:lnTo>
                  <a:lnTo>
                    <a:pt x="1445725" y="47262"/>
                  </a:lnTo>
                  <a:lnTo>
                    <a:pt x="1466986" y="43101"/>
                  </a:lnTo>
                  <a:lnTo>
                    <a:pt x="1488247" y="38909"/>
                  </a:lnTo>
                  <a:lnTo>
                    <a:pt x="1509507" y="34687"/>
                  </a:lnTo>
                  <a:lnTo>
                    <a:pt x="1530768" y="30436"/>
                  </a:lnTo>
                  <a:lnTo>
                    <a:pt x="1552029" y="26158"/>
                  </a:lnTo>
                  <a:lnTo>
                    <a:pt x="1573289" y="21856"/>
                  </a:lnTo>
                  <a:lnTo>
                    <a:pt x="1594550" y="17529"/>
                  </a:lnTo>
                  <a:lnTo>
                    <a:pt x="1615811" y="13178"/>
                  </a:lnTo>
                  <a:lnTo>
                    <a:pt x="1637071" y="8806"/>
                  </a:lnTo>
                  <a:lnTo>
                    <a:pt x="1658332" y="4413"/>
                  </a:lnTo>
                  <a:lnTo>
                    <a:pt x="1679593" y="0"/>
                  </a:lnTo>
                  <a:lnTo>
                    <a:pt x="1679593" y="276918"/>
                  </a:lnTo>
                  <a:lnTo>
                    <a:pt x="1658332" y="270467"/>
                  </a:lnTo>
                  <a:lnTo>
                    <a:pt x="1637071" y="264243"/>
                  </a:lnTo>
                  <a:lnTo>
                    <a:pt x="1615811" y="258248"/>
                  </a:lnTo>
                  <a:lnTo>
                    <a:pt x="1594550" y="252483"/>
                  </a:lnTo>
                  <a:lnTo>
                    <a:pt x="1573289" y="246947"/>
                  </a:lnTo>
                  <a:lnTo>
                    <a:pt x="1552029" y="241644"/>
                  </a:lnTo>
                  <a:lnTo>
                    <a:pt x="1530768" y="236573"/>
                  </a:lnTo>
                  <a:lnTo>
                    <a:pt x="1509507" y="231736"/>
                  </a:lnTo>
                  <a:lnTo>
                    <a:pt x="1488247" y="227135"/>
                  </a:lnTo>
                  <a:lnTo>
                    <a:pt x="1466986" y="222772"/>
                  </a:lnTo>
                  <a:lnTo>
                    <a:pt x="1445725" y="218647"/>
                  </a:lnTo>
                  <a:lnTo>
                    <a:pt x="1424465" y="214763"/>
                  </a:lnTo>
                  <a:lnTo>
                    <a:pt x="1403204" y="211123"/>
                  </a:lnTo>
                  <a:lnTo>
                    <a:pt x="1381943" y="207728"/>
                  </a:lnTo>
                  <a:lnTo>
                    <a:pt x="1360683" y="204582"/>
                  </a:lnTo>
                  <a:lnTo>
                    <a:pt x="1339422" y="201686"/>
                  </a:lnTo>
                  <a:lnTo>
                    <a:pt x="1318161" y="199044"/>
                  </a:lnTo>
                  <a:lnTo>
                    <a:pt x="1296901" y="196659"/>
                  </a:lnTo>
                  <a:lnTo>
                    <a:pt x="1275640" y="194533"/>
                  </a:lnTo>
                  <a:lnTo>
                    <a:pt x="1254379" y="192671"/>
                  </a:lnTo>
                  <a:lnTo>
                    <a:pt x="1233119" y="191076"/>
                  </a:lnTo>
                  <a:lnTo>
                    <a:pt x="1211858" y="189750"/>
                  </a:lnTo>
                  <a:lnTo>
                    <a:pt x="1190597" y="188698"/>
                  </a:lnTo>
                  <a:lnTo>
                    <a:pt x="1169336" y="187920"/>
                  </a:lnTo>
                  <a:lnTo>
                    <a:pt x="1148076" y="187419"/>
                  </a:lnTo>
                  <a:lnTo>
                    <a:pt x="1126815" y="187197"/>
                  </a:lnTo>
                  <a:lnTo>
                    <a:pt x="1105554" y="187252"/>
                  </a:lnTo>
                  <a:lnTo>
                    <a:pt x="1084294" y="187584"/>
                  </a:lnTo>
                  <a:lnTo>
                    <a:pt x="1063033" y="188190"/>
                  </a:lnTo>
                  <a:lnTo>
                    <a:pt x="1041772" y="189064"/>
                  </a:lnTo>
                  <a:lnTo>
                    <a:pt x="1020512" y="190199"/>
                  </a:lnTo>
                  <a:lnTo>
                    <a:pt x="999251" y="191587"/>
                  </a:lnTo>
                  <a:lnTo>
                    <a:pt x="977990" y="193218"/>
                  </a:lnTo>
                  <a:lnTo>
                    <a:pt x="956730" y="195079"/>
                  </a:lnTo>
                  <a:lnTo>
                    <a:pt x="935469" y="197158"/>
                  </a:lnTo>
                  <a:lnTo>
                    <a:pt x="914208" y="199440"/>
                  </a:lnTo>
                  <a:lnTo>
                    <a:pt x="892948" y="201910"/>
                  </a:lnTo>
                  <a:lnTo>
                    <a:pt x="871687" y="204556"/>
                  </a:lnTo>
                  <a:lnTo>
                    <a:pt x="850426" y="207362"/>
                  </a:lnTo>
                  <a:lnTo>
                    <a:pt x="829166" y="210315"/>
                  </a:lnTo>
                  <a:lnTo>
                    <a:pt x="807905" y="213403"/>
                  </a:lnTo>
                  <a:lnTo>
                    <a:pt x="786644" y="216614"/>
                  </a:lnTo>
                  <a:lnTo>
                    <a:pt x="765384" y="219938"/>
                  </a:lnTo>
                  <a:lnTo>
                    <a:pt x="744123" y="223366"/>
                  </a:lnTo>
                  <a:lnTo>
                    <a:pt x="722862" y="226890"/>
                  </a:lnTo>
                  <a:lnTo>
                    <a:pt x="701602" y="230503"/>
                  </a:lnTo>
                  <a:lnTo>
                    <a:pt x="680341" y="234200"/>
                  </a:lnTo>
                  <a:lnTo>
                    <a:pt x="659080" y="237975"/>
                  </a:lnTo>
                  <a:lnTo>
                    <a:pt x="637820" y="241827"/>
                  </a:lnTo>
                  <a:lnTo>
                    <a:pt x="616559" y="245752"/>
                  </a:lnTo>
                  <a:lnTo>
                    <a:pt x="595298" y="249750"/>
                  </a:lnTo>
                  <a:lnTo>
                    <a:pt x="574038" y="253821"/>
                  </a:lnTo>
                  <a:lnTo>
                    <a:pt x="552777" y="257966"/>
                  </a:lnTo>
                  <a:lnTo>
                    <a:pt x="531516" y="262187"/>
                  </a:lnTo>
                  <a:lnTo>
                    <a:pt x="510256" y="266489"/>
                  </a:lnTo>
                  <a:lnTo>
                    <a:pt x="488995" y="270876"/>
                  </a:lnTo>
                  <a:lnTo>
                    <a:pt x="467734" y="275355"/>
                  </a:lnTo>
                  <a:lnTo>
                    <a:pt x="446474" y="279934"/>
                  </a:lnTo>
                  <a:lnTo>
                    <a:pt x="425213" y="284623"/>
                  </a:lnTo>
                  <a:lnTo>
                    <a:pt x="403952" y="289434"/>
                  </a:lnTo>
                  <a:lnTo>
                    <a:pt x="382692" y="294380"/>
                  </a:lnTo>
                  <a:lnTo>
                    <a:pt x="361431" y="299476"/>
                  </a:lnTo>
                  <a:lnTo>
                    <a:pt x="340170" y="304740"/>
                  </a:lnTo>
                  <a:lnTo>
                    <a:pt x="318910" y="310189"/>
                  </a:lnTo>
                  <a:lnTo>
                    <a:pt x="297649" y="315842"/>
                  </a:lnTo>
                  <a:lnTo>
                    <a:pt x="276388" y="321720"/>
                  </a:lnTo>
                  <a:lnTo>
                    <a:pt x="255128" y="327840"/>
                  </a:lnTo>
                  <a:lnTo>
                    <a:pt x="233867" y="334221"/>
                  </a:lnTo>
                  <a:lnTo>
                    <a:pt x="212606" y="340879"/>
                  </a:lnTo>
                  <a:lnTo>
                    <a:pt x="191346" y="347826"/>
                  </a:lnTo>
                  <a:lnTo>
                    <a:pt x="170085" y="355071"/>
                  </a:lnTo>
                  <a:lnTo>
                    <a:pt x="148824" y="362621"/>
                  </a:lnTo>
                  <a:lnTo>
                    <a:pt x="127564" y="370479"/>
                  </a:lnTo>
                  <a:lnTo>
                    <a:pt x="106303" y="378644"/>
                  </a:lnTo>
                  <a:lnTo>
                    <a:pt x="85042" y="387115"/>
                  </a:lnTo>
                  <a:lnTo>
                    <a:pt x="63782" y="395888"/>
                  </a:lnTo>
                  <a:lnTo>
                    <a:pt x="42521" y="404957"/>
                  </a:lnTo>
                  <a:lnTo>
                    <a:pt x="21260" y="414316"/>
                  </a:lnTo>
                  <a:lnTo>
                    <a:pt x="0" y="42396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86" name="pl4086"/>
            <p:cNvSpPr/>
            <p:nvPr/>
          </p:nvSpPr>
          <p:spPr>
            <a:xfrm>
              <a:off x="9965574" y="1242223"/>
              <a:ext cx="1679593" cy="330877"/>
            </a:xfrm>
            <a:custGeom>
              <a:avLst/>
              <a:pathLst>
                <a:path w="1679593" h="330877">
                  <a:moveTo>
                    <a:pt x="0" y="330877"/>
                  </a:moveTo>
                  <a:lnTo>
                    <a:pt x="21260" y="326384"/>
                  </a:lnTo>
                  <a:lnTo>
                    <a:pt x="42521" y="321814"/>
                  </a:lnTo>
                  <a:lnTo>
                    <a:pt x="63782" y="317160"/>
                  </a:lnTo>
                  <a:lnTo>
                    <a:pt x="85042" y="312418"/>
                  </a:lnTo>
                  <a:lnTo>
                    <a:pt x="106303" y="307582"/>
                  </a:lnTo>
                  <a:lnTo>
                    <a:pt x="127564" y="302648"/>
                  </a:lnTo>
                  <a:lnTo>
                    <a:pt x="148824" y="297613"/>
                  </a:lnTo>
                  <a:lnTo>
                    <a:pt x="170085" y="292478"/>
                  </a:lnTo>
                  <a:lnTo>
                    <a:pt x="191346" y="287245"/>
                  </a:lnTo>
                  <a:lnTo>
                    <a:pt x="212606" y="281921"/>
                  </a:lnTo>
                  <a:lnTo>
                    <a:pt x="233867" y="276515"/>
                  </a:lnTo>
                  <a:lnTo>
                    <a:pt x="255128" y="271041"/>
                  </a:lnTo>
                  <a:lnTo>
                    <a:pt x="276388" y="265513"/>
                  </a:lnTo>
                  <a:lnTo>
                    <a:pt x="297649" y="259949"/>
                  </a:lnTo>
                  <a:lnTo>
                    <a:pt x="318910" y="254369"/>
                  </a:lnTo>
                  <a:lnTo>
                    <a:pt x="340170" y="248792"/>
                  </a:lnTo>
                  <a:lnTo>
                    <a:pt x="361431" y="243236"/>
                  </a:lnTo>
                  <a:lnTo>
                    <a:pt x="382692" y="237721"/>
                  </a:lnTo>
                  <a:lnTo>
                    <a:pt x="403952" y="232262"/>
                  </a:lnTo>
                  <a:lnTo>
                    <a:pt x="425213" y="226876"/>
                  </a:lnTo>
                  <a:lnTo>
                    <a:pt x="446474" y="221576"/>
                  </a:lnTo>
                  <a:lnTo>
                    <a:pt x="467734" y="216373"/>
                  </a:lnTo>
                  <a:lnTo>
                    <a:pt x="488995" y="211277"/>
                  </a:lnTo>
                  <a:lnTo>
                    <a:pt x="510256" y="206297"/>
                  </a:lnTo>
                  <a:lnTo>
                    <a:pt x="531516" y="201438"/>
                  </a:lnTo>
                  <a:lnTo>
                    <a:pt x="552777" y="196707"/>
                  </a:lnTo>
                  <a:lnTo>
                    <a:pt x="574038" y="192106"/>
                  </a:lnTo>
                  <a:lnTo>
                    <a:pt x="595298" y="187639"/>
                  </a:lnTo>
                  <a:lnTo>
                    <a:pt x="616559" y="183307"/>
                  </a:lnTo>
                  <a:lnTo>
                    <a:pt x="637820" y="179109"/>
                  </a:lnTo>
                  <a:lnTo>
                    <a:pt x="659080" y="175044"/>
                  </a:lnTo>
                  <a:lnTo>
                    <a:pt x="680341" y="171112"/>
                  </a:lnTo>
                  <a:lnTo>
                    <a:pt x="701602" y="167307"/>
                  </a:lnTo>
                  <a:lnTo>
                    <a:pt x="722862" y="163626"/>
                  </a:lnTo>
                  <a:lnTo>
                    <a:pt x="744123" y="160064"/>
                  </a:lnTo>
                  <a:lnTo>
                    <a:pt x="765384" y="156612"/>
                  </a:lnTo>
                  <a:lnTo>
                    <a:pt x="786644" y="153265"/>
                  </a:lnTo>
                  <a:lnTo>
                    <a:pt x="807905" y="150012"/>
                  </a:lnTo>
                  <a:lnTo>
                    <a:pt x="829166" y="146843"/>
                  </a:lnTo>
                  <a:lnTo>
                    <a:pt x="850426" y="143746"/>
                  </a:lnTo>
                  <a:lnTo>
                    <a:pt x="871687" y="140710"/>
                  </a:lnTo>
                  <a:lnTo>
                    <a:pt x="892948" y="137721"/>
                  </a:lnTo>
                  <a:lnTo>
                    <a:pt x="914208" y="134764"/>
                  </a:lnTo>
                  <a:lnTo>
                    <a:pt x="935469" y="131825"/>
                  </a:lnTo>
                  <a:lnTo>
                    <a:pt x="956730" y="128891"/>
                  </a:lnTo>
                  <a:lnTo>
                    <a:pt x="977990" y="125947"/>
                  </a:lnTo>
                  <a:lnTo>
                    <a:pt x="999251" y="122980"/>
                  </a:lnTo>
                  <a:lnTo>
                    <a:pt x="1020512" y="119977"/>
                  </a:lnTo>
                  <a:lnTo>
                    <a:pt x="1041772" y="116929"/>
                  </a:lnTo>
                  <a:lnTo>
                    <a:pt x="1063033" y="113827"/>
                  </a:lnTo>
                  <a:lnTo>
                    <a:pt x="1084294" y="110664"/>
                  </a:lnTo>
                  <a:lnTo>
                    <a:pt x="1105554" y="107435"/>
                  </a:lnTo>
                  <a:lnTo>
                    <a:pt x="1126815" y="104137"/>
                  </a:lnTo>
                  <a:lnTo>
                    <a:pt x="1148076" y="100768"/>
                  </a:lnTo>
                  <a:lnTo>
                    <a:pt x="1169336" y="97328"/>
                  </a:lnTo>
                  <a:lnTo>
                    <a:pt x="1190597" y="93818"/>
                  </a:lnTo>
                  <a:lnTo>
                    <a:pt x="1211858" y="90241"/>
                  </a:lnTo>
                  <a:lnTo>
                    <a:pt x="1233119" y="86598"/>
                  </a:lnTo>
                  <a:lnTo>
                    <a:pt x="1254379" y="82893"/>
                  </a:lnTo>
                  <a:lnTo>
                    <a:pt x="1275640" y="79129"/>
                  </a:lnTo>
                  <a:lnTo>
                    <a:pt x="1296901" y="75309"/>
                  </a:lnTo>
                  <a:lnTo>
                    <a:pt x="1318161" y="71436"/>
                  </a:lnTo>
                  <a:lnTo>
                    <a:pt x="1339422" y="67514"/>
                  </a:lnTo>
                  <a:lnTo>
                    <a:pt x="1360683" y="63545"/>
                  </a:lnTo>
                  <a:lnTo>
                    <a:pt x="1381943" y="59533"/>
                  </a:lnTo>
                  <a:lnTo>
                    <a:pt x="1403204" y="55480"/>
                  </a:lnTo>
                  <a:lnTo>
                    <a:pt x="1424465" y="51389"/>
                  </a:lnTo>
                  <a:lnTo>
                    <a:pt x="1445725" y="47262"/>
                  </a:lnTo>
                  <a:lnTo>
                    <a:pt x="1466986" y="43101"/>
                  </a:lnTo>
                  <a:lnTo>
                    <a:pt x="1488247" y="38909"/>
                  </a:lnTo>
                  <a:lnTo>
                    <a:pt x="1509507" y="34687"/>
                  </a:lnTo>
                  <a:lnTo>
                    <a:pt x="1530768" y="30436"/>
                  </a:lnTo>
                  <a:lnTo>
                    <a:pt x="1552029" y="26158"/>
                  </a:lnTo>
                  <a:lnTo>
                    <a:pt x="1573289" y="21856"/>
                  </a:lnTo>
                  <a:lnTo>
                    <a:pt x="1594550" y="17529"/>
                  </a:lnTo>
                  <a:lnTo>
                    <a:pt x="1615811" y="13178"/>
                  </a:lnTo>
                  <a:lnTo>
                    <a:pt x="1637071" y="8806"/>
                  </a:lnTo>
                  <a:lnTo>
                    <a:pt x="1658332" y="4413"/>
                  </a:lnTo>
                  <a:lnTo>
                    <a:pt x="167959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87" name="pl4087"/>
            <p:cNvSpPr/>
            <p:nvPr/>
          </p:nvSpPr>
          <p:spPr>
            <a:xfrm>
              <a:off x="9965574" y="1429420"/>
              <a:ext cx="1679593" cy="236763"/>
            </a:xfrm>
            <a:custGeom>
              <a:avLst/>
              <a:pathLst>
                <a:path w="1679593" h="236763">
                  <a:moveTo>
                    <a:pt x="1679593" y="89721"/>
                  </a:moveTo>
                  <a:lnTo>
                    <a:pt x="1658332" y="83270"/>
                  </a:lnTo>
                  <a:lnTo>
                    <a:pt x="1637071" y="77046"/>
                  </a:lnTo>
                  <a:lnTo>
                    <a:pt x="1615811" y="71051"/>
                  </a:lnTo>
                  <a:lnTo>
                    <a:pt x="1594550" y="65285"/>
                  </a:lnTo>
                  <a:lnTo>
                    <a:pt x="1573289" y="59750"/>
                  </a:lnTo>
                  <a:lnTo>
                    <a:pt x="1552029" y="54447"/>
                  </a:lnTo>
                  <a:lnTo>
                    <a:pt x="1530768" y="49376"/>
                  </a:lnTo>
                  <a:lnTo>
                    <a:pt x="1509507" y="44539"/>
                  </a:lnTo>
                  <a:lnTo>
                    <a:pt x="1488247" y="39938"/>
                  </a:lnTo>
                  <a:lnTo>
                    <a:pt x="1466986" y="35574"/>
                  </a:lnTo>
                  <a:lnTo>
                    <a:pt x="1445725" y="31450"/>
                  </a:lnTo>
                  <a:lnTo>
                    <a:pt x="1424465" y="27566"/>
                  </a:lnTo>
                  <a:lnTo>
                    <a:pt x="1403204" y="23926"/>
                  </a:lnTo>
                  <a:lnTo>
                    <a:pt x="1381943" y="20531"/>
                  </a:lnTo>
                  <a:lnTo>
                    <a:pt x="1360683" y="17385"/>
                  </a:lnTo>
                  <a:lnTo>
                    <a:pt x="1339422" y="14489"/>
                  </a:lnTo>
                  <a:lnTo>
                    <a:pt x="1318161" y="11847"/>
                  </a:lnTo>
                  <a:lnTo>
                    <a:pt x="1296901" y="9461"/>
                  </a:lnTo>
                  <a:lnTo>
                    <a:pt x="1275640" y="7336"/>
                  </a:lnTo>
                  <a:lnTo>
                    <a:pt x="1254379" y="5474"/>
                  </a:lnTo>
                  <a:lnTo>
                    <a:pt x="1233119" y="3879"/>
                  </a:lnTo>
                  <a:lnTo>
                    <a:pt x="1211858" y="2553"/>
                  </a:lnTo>
                  <a:lnTo>
                    <a:pt x="1190597" y="1500"/>
                  </a:lnTo>
                  <a:lnTo>
                    <a:pt x="1169336" y="723"/>
                  </a:lnTo>
                  <a:lnTo>
                    <a:pt x="1148076" y="222"/>
                  </a:lnTo>
                  <a:lnTo>
                    <a:pt x="1126815" y="0"/>
                  </a:lnTo>
                  <a:lnTo>
                    <a:pt x="1105554" y="55"/>
                  </a:lnTo>
                  <a:lnTo>
                    <a:pt x="1084294" y="387"/>
                  </a:lnTo>
                  <a:lnTo>
                    <a:pt x="1063033" y="992"/>
                  </a:lnTo>
                  <a:lnTo>
                    <a:pt x="1041772" y="1866"/>
                  </a:lnTo>
                  <a:lnTo>
                    <a:pt x="1020512" y="3002"/>
                  </a:lnTo>
                  <a:lnTo>
                    <a:pt x="999251" y="4390"/>
                  </a:lnTo>
                  <a:lnTo>
                    <a:pt x="977990" y="6021"/>
                  </a:lnTo>
                  <a:lnTo>
                    <a:pt x="956730" y="7882"/>
                  </a:lnTo>
                  <a:lnTo>
                    <a:pt x="935469" y="9961"/>
                  </a:lnTo>
                  <a:lnTo>
                    <a:pt x="914208" y="12242"/>
                  </a:lnTo>
                  <a:lnTo>
                    <a:pt x="892948" y="14713"/>
                  </a:lnTo>
                  <a:lnTo>
                    <a:pt x="871687" y="17359"/>
                  </a:lnTo>
                  <a:lnTo>
                    <a:pt x="850426" y="20165"/>
                  </a:lnTo>
                  <a:lnTo>
                    <a:pt x="829166" y="23118"/>
                  </a:lnTo>
                  <a:lnTo>
                    <a:pt x="807905" y="26206"/>
                  </a:lnTo>
                  <a:lnTo>
                    <a:pt x="786644" y="29417"/>
                  </a:lnTo>
                  <a:lnTo>
                    <a:pt x="765384" y="32741"/>
                  </a:lnTo>
                  <a:lnTo>
                    <a:pt x="744123" y="36169"/>
                  </a:lnTo>
                  <a:lnTo>
                    <a:pt x="722862" y="39693"/>
                  </a:lnTo>
                  <a:lnTo>
                    <a:pt x="701602" y="43306"/>
                  </a:lnTo>
                  <a:lnTo>
                    <a:pt x="680341" y="47002"/>
                  </a:lnTo>
                  <a:lnTo>
                    <a:pt x="659080" y="50778"/>
                  </a:lnTo>
                  <a:lnTo>
                    <a:pt x="637820" y="54630"/>
                  </a:lnTo>
                  <a:lnTo>
                    <a:pt x="616559" y="58555"/>
                  </a:lnTo>
                  <a:lnTo>
                    <a:pt x="595298" y="62553"/>
                  </a:lnTo>
                  <a:lnTo>
                    <a:pt x="574038" y="66624"/>
                  </a:lnTo>
                  <a:lnTo>
                    <a:pt x="552777" y="70769"/>
                  </a:lnTo>
                  <a:lnTo>
                    <a:pt x="531516" y="74990"/>
                  </a:lnTo>
                  <a:lnTo>
                    <a:pt x="510256" y="79291"/>
                  </a:lnTo>
                  <a:lnTo>
                    <a:pt x="488995" y="83678"/>
                  </a:lnTo>
                  <a:lnTo>
                    <a:pt x="467734" y="88157"/>
                  </a:lnTo>
                  <a:lnTo>
                    <a:pt x="446474" y="92737"/>
                  </a:lnTo>
                  <a:lnTo>
                    <a:pt x="425213" y="97426"/>
                  </a:lnTo>
                  <a:lnTo>
                    <a:pt x="403952" y="102237"/>
                  </a:lnTo>
                  <a:lnTo>
                    <a:pt x="382692" y="107183"/>
                  </a:lnTo>
                  <a:lnTo>
                    <a:pt x="361431" y="112279"/>
                  </a:lnTo>
                  <a:lnTo>
                    <a:pt x="340170" y="117543"/>
                  </a:lnTo>
                  <a:lnTo>
                    <a:pt x="318910" y="122991"/>
                  </a:lnTo>
                  <a:lnTo>
                    <a:pt x="297649" y="128645"/>
                  </a:lnTo>
                  <a:lnTo>
                    <a:pt x="276388" y="134522"/>
                  </a:lnTo>
                  <a:lnTo>
                    <a:pt x="255128" y="140643"/>
                  </a:lnTo>
                  <a:lnTo>
                    <a:pt x="233867" y="147024"/>
                  </a:lnTo>
                  <a:lnTo>
                    <a:pt x="212606" y="153682"/>
                  </a:lnTo>
                  <a:lnTo>
                    <a:pt x="191346" y="160628"/>
                  </a:lnTo>
                  <a:lnTo>
                    <a:pt x="170085" y="167874"/>
                  </a:lnTo>
                  <a:lnTo>
                    <a:pt x="148824" y="175424"/>
                  </a:lnTo>
                  <a:lnTo>
                    <a:pt x="127564" y="183281"/>
                  </a:lnTo>
                  <a:lnTo>
                    <a:pt x="106303" y="191447"/>
                  </a:lnTo>
                  <a:lnTo>
                    <a:pt x="85042" y="199918"/>
                  </a:lnTo>
                  <a:lnTo>
                    <a:pt x="63782" y="208691"/>
                  </a:lnTo>
                  <a:lnTo>
                    <a:pt x="42521" y="217760"/>
                  </a:lnTo>
                  <a:lnTo>
                    <a:pt x="21260" y="227119"/>
                  </a:lnTo>
                  <a:lnTo>
                    <a:pt x="0" y="2367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88" name="pl4088"/>
            <p:cNvSpPr/>
            <p:nvPr/>
          </p:nvSpPr>
          <p:spPr>
            <a:xfrm>
              <a:off x="9965574" y="1375160"/>
              <a:ext cx="1679593" cy="244481"/>
            </a:xfrm>
            <a:custGeom>
              <a:avLst/>
              <a:pathLst>
                <a:path w="1679593" h="244481">
                  <a:moveTo>
                    <a:pt x="0" y="244481"/>
                  </a:moveTo>
                  <a:lnTo>
                    <a:pt x="21260" y="237413"/>
                  </a:lnTo>
                  <a:lnTo>
                    <a:pt x="42521" y="230448"/>
                  </a:lnTo>
                  <a:lnTo>
                    <a:pt x="63782" y="223587"/>
                  </a:lnTo>
                  <a:lnTo>
                    <a:pt x="85042" y="216830"/>
                  </a:lnTo>
                  <a:lnTo>
                    <a:pt x="106303" y="210176"/>
                  </a:lnTo>
                  <a:lnTo>
                    <a:pt x="127564" y="203626"/>
                  </a:lnTo>
                  <a:lnTo>
                    <a:pt x="148824" y="197180"/>
                  </a:lnTo>
                  <a:lnTo>
                    <a:pt x="170085" y="190837"/>
                  </a:lnTo>
                  <a:lnTo>
                    <a:pt x="191346" y="184598"/>
                  </a:lnTo>
                  <a:lnTo>
                    <a:pt x="212606" y="178463"/>
                  </a:lnTo>
                  <a:lnTo>
                    <a:pt x="233867" y="172431"/>
                  </a:lnTo>
                  <a:lnTo>
                    <a:pt x="255128" y="166504"/>
                  </a:lnTo>
                  <a:lnTo>
                    <a:pt x="276388" y="160679"/>
                  </a:lnTo>
                  <a:lnTo>
                    <a:pt x="297649" y="154959"/>
                  </a:lnTo>
                  <a:lnTo>
                    <a:pt x="318910" y="149342"/>
                  </a:lnTo>
                  <a:lnTo>
                    <a:pt x="340170" y="143829"/>
                  </a:lnTo>
                  <a:lnTo>
                    <a:pt x="361431" y="138419"/>
                  </a:lnTo>
                  <a:lnTo>
                    <a:pt x="382692" y="133113"/>
                  </a:lnTo>
                  <a:lnTo>
                    <a:pt x="403952" y="127911"/>
                  </a:lnTo>
                  <a:lnTo>
                    <a:pt x="425213" y="122813"/>
                  </a:lnTo>
                  <a:lnTo>
                    <a:pt x="446474" y="117818"/>
                  </a:lnTo>
                  <a:lnTo>
                    <a:pt x="467734" y="112927"/>
                  </a:lnTo>
                  <a:lnTo>
                    <a:pt x="488995" y="108140"/>
                  </a:lnTo>
                  <a:lnTo>
                    <a:pt x="510256" y="103456"/>
                  </a:lnTo>
                  <a:lnTo>
                    <a:pt x="531516" y="98876"/>
                  </a:lnTo>
                  <a:lnTo>
                    <a:pt x="552777" y="94399"/>
                  </a:lnTo>
                  <a:lnTo>
                    <a:pt x="574038" y="90027"/>
                  </a:lnTo>
                  <a:lnTo>
                    <a:pt x="595298" y="85758"/>
                  </a:lnTo>
                  <a:lnTo>
                    <a:pt x="616559" y="81593"/>
                  </a:lnTo>
                  <a:lnTo>
                    <a:pt x="637820" y="77531"/>
                  </a:lnTo>
                  <a:lnTo>
                    <a:pt x="659080" y="73573"/>
                  </a:lnTo>
                  <a:lnTo>
                    <a:pt x="680341" y="69719"/>
                  </a:lnTo>
                  <a:lnTo>
                    <a:pt x="701602" y="65968"/>
                  </a:lnTo>
                  <a:lnTo>
                    <a:pt x="722862" y="62321"/>
                  </a:lnTo>
                  <a:lnTo>
                    <a:pt x="744123" y="58778"/>
                  </a:lnTo>
                  <a:lnTo>
                    <a:pt x="765384" y="55338"/>
                  </a:lnTo>
                  <a:lnTo>
                    <a:pt x="786644" y="52003"/>
                  </a:lnTo>
                  <a:lnTo>
                    <a:pt x="807905" y="48770"/>
                  </a:lnTo>
                  <a:lnTo>
                    <a:pt x="829166" y="45642"/>
                  </a:lnTo>
                  <a:lnTo>
                    <a:pt x="850426" y="42617"/>
                  </a:lnTo>
                  <a:lnTo>
                    <a:pt x="871687" y="39696"/>
                  </a:lnTo>
                  <a:lnTo>
                    <a:pt x="892948" y="36879"/>
                  </a:lnTo>
                  <a:lnTo>
                    <a:pt x="914208" y="34165"/>
                  </a:lnTo>
                  <a:lnTo>
                    <a:pt x="935469" y="31555"/>
                  </a:lnTo>
                  <a:lnTo>
                    <a:pt x="956730" y="29048"/>
                  </a:lnTo>
                  <a:lnTo>
                    <a:pt x="977990" y="26646"/>
                  </a:lnTo>
                  <a:lnTo>
                    <a:pt x="999251" y="24347"/>
                  </a:lnTo>
                  <a:lnTo>
                    <a:pt x="1020512" y="22151"/>
                  </a:lnTo>
                  <a:lnTo>
                    <a:pt x="1041772" y="20060"/>
                  </a:lnTo>
                  <a:lnTo>
                    <a:pt x="1063033" y="18072"/>
                  </a:lnTo>
                  <a:lnTo>
                    <a:pt x="1084294" y="16187"/>
                  </a:lnTo>
                  <a:lnTo>
                    <a:pt x="1105554" y="14407"/>
                  </a:lnTo>
                  <a:lnTo>
                    <a:pt x="1126815" y="12730"/>
                  </a:lnTo>
                  <a:lnTo>
                    <a:pt x="1148076" y="11156"/>
                  </a:lnTo>
                  <a:lnTo>
                    <a:pt x="1169336" y="9687"/>
                  </a:lnTo>
                  <a:lnTo>
                    <a:pt x="1190597" y="8321"/>
                  </a:lnTo>
                  <a:lnTo>
                    <a:pt x="1211858" y="7059"/>
                  </a:lnTo>
                  <a:lnTo>
                    <a:pt x="1233119" y="5900"/>
                  </a:lnTo>
                  <a:lnTo>
                    <a:pt x="1254379" y="4845"/>
                  </a:lnTo>
                  <a:lnTo>
                    <a:pt x="1275640" y="3894"/>
                  </a:lnTo>
                  <a:lnTo>
                    <a:pt x="1296901" y="3047"/>
                  </a:lnTo>
                  <a:lnTo>
                    <a:pt x="1318161" y="2303"/>
                  </a:lnTo>
                  <a:lnTo>
                    <a:pt x="1339422" y="1663"/>
                  </a:lnTo>
                  <a:lnTo>
                    <a:pt x="1360683" y="1126"/>
                  </a:lnTo>
                  <a:lnTo>
                    <a:pt x="1381943" y="694"/>
                  </a:lnTo>
                  <a:lnTo>
                    <a:pt x="1403204" y="365"/>
                  </a:lnTo>
                  <a:lnTo>
                    <a:pt x="1424465" y="139"/>
                  </a:lnTo>
                  <a:lnTo>
                    <a:pt x="1445725" y="18"/>
                  </a:lnTo>
                  <a:lnTo>
                    <a:pt x="1466986" y="0"/>
                  </a:lnTo>
                  <a:lnTo>
                    <a:pt x="1488247" y="85"/>
                  </a:lnTo>
                  <a:lnTo>
                    <a:pt x="1509507" y="275"/>
                  </a:lnTo>
                  <a:lnTo>
                    <a:pt x="1530768" y="568"/>
                  </a:lnTo>
                  <a:lnTo>
                    <a:pt x="1552029" y="964"/>
                  </a:lnTo>
                  <a:lnTo>
                    <a:pt x="1573289" y="1465"/>
                  </a:lnTo>
                  <a:lnTo>
                    <a:pt x="1594550" y="2069"/>
                  </a:lnTo>
                  <a:lnTo>
                    <a:pt x="1615811" y="2776"/>
                  </a:lnTo>
                  <a:lnTo>
                    <a:pt x="1637071" y="3588"/>
                  </a:lnTo>
                  <a:lnTo>
                    <a:pt x="1658332" y="4503"/>
                  </a:lnTo>
                  <a:lnTo>
                    <a:pt x="1679593" y="5522"/>
                  </a:lnTo>
                </a:path>
              </a:pathLst>
            </a:custGeom>
            <a:ln w="34492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tx4089"/>
            <p:cNvSpPr/>
            <p:nvPr/>
          </p:nvSpPr>
          <p:spPr>
            <a:xfrm>
              <a:off x="9974618" y="861593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4090" name="tx4090"/>
            <p:cNvSpPr/>
            <p:nvPr/>
          </p:nvSpPr>
          <p:spPr>
            <a:xfrm>
              <a:off x="10048365" y="836707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091" name="tx4091"/>
            <p:cNvSpPr/>
            <p:nvPr/>
          </p:nvSpPr>
          <p:spPr>
            <a:xfrm>
              <a:off x="10082974" y="925229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092" name="tx4092"/>
            <p:cNvSpPr/>
            <p:nvPr/>
          </p:nvSpPr>
          <p:spPr>
            <a:xfrm>
              <a:off x="10107326" y="898620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4093" name="tx4093"/>
            <p:cNvSpPr/>
            <p:nvPr/>
          </p:nvSpPr>
          <p:spPr>
            <a:xfrm>
              <a:off x="10159242" y="925229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094" name="tx4094"/>
            <p:cNvSpPr/>
            <p:nvPr/>
          </p:nvSpPr>
          <p:spPr>
            <a:xfrm>
              <a:off x="10183594" y="860247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0.22</a:t>
              </a:r>
            </a:p>
          </p:txBody>
        </p:sp>
        <p:sp>
          <p:nvSpPr>
            <p:cNvPr id="4095" name="tx4095"/>
            <p:cNvSpPr/>
            <p:nvPr/>
          </p:nvSpPr>
          <p:spPr>
            <a:xfrm>
              <a:off x="9974618" y="93388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4096" name="tx4096"/>
            <p:cNvSpPr/>
            <p:nvPr/>
          </p:nvSpPr>
          <p:spPr>
            <a:xfrm>
              <a:off x="10048365" y="90900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097" name="tx4097"/>
            <p:cNvSpPr/>
            <p:nvPr/>
          </p:nvSpPr>
          <p:spPr>
            <a:xfrm>
              <a:off x="10082974" y="99752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098" name="tx4098"/>
            <p:cNvSpPr/>
            <p:nvPr/>
          </p:nvSpPr>
          <p:spPr>
            <a:xfrm>
              <a:off x="10107326" y="97091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4099" name="tx4099"/>
            <p:cNvSpPr/>
            <p:nvPr/>
          </p:nvSpPr>
          <p:spPr>
            <a:xfrm>
              <a:off x="10159242" y="99752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100" name="tx4100"/>
            <p:cNvSpPr/>
            <p:nvPr/>
          </p:nvSpPr>
          <p:spPr>
            <a:xfrm>
              <a:off x="10183594" y="932498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0.13</a:t>
              </a:r>
            </a:p>
          </p:txBody>
        </p:sp>
        <p:sp>
          <p:nvSpPr>
            <p:cNvPr id="4101" name="pl4101"/>
            <p:cNvSpPr/>
            <p:nvPr/>
          </p:nvSpPr>
          <p:spPr>
            <a:xfrm>
              <a:off x="9875135" y="4018025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l4102"/>
            <p:cNvSpPr/>
            <p:nvPr/>
          </p:nvSpPr>
          <p:spPr>
            <a:xfrm>
              <a:off x="9875135" y="3726168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l4103"/>
            <p:cNvSpPr/>
            <p:nvPr/>
          </p:nvSpPr>
          <p:spPr>
            <a:xfrm>
              <a:off x="9875135" y="3434311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l4104"/>
            <p:cNvSpPr/>
            <p:nvPr/>
          </p:nvSpPr>
          <p:spPr>
            <a:xfrm>
              <a:off x="9875135" y="314245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l4105"/>
            <p:cNvSpPr/>
            <p:nvPr/>
          </p:nvSpPr>
          <p:spPr>
            <a:xfrm>
              <a:off x="9875135" y="285059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l4106"/>
            <p:cNvSpPr/>
            <p:nvPr/>
          </p:nvSpPr>
          <p:spPr>
            <a:xfrm>
              <a:off x="10191673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l4107"/>
            <p:cNvSpPr/>
            <p:nvPr/>
          </p:nvSpPr>
          <p:spPr>
            <a:xfrm>
              <a:off x="10643872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l4108"/>
            <p:cNvSpPr/>
            <p:nvPr/>
          </p:nvSpPr>
          <p:spPr>
            <a:xfrm>
              <a:off x="11096070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l4109"/>
            <p:cNvSpPr/>
            <p:nvPr/>
          </p:nvSpPr>
          <p:spPr>
            <a:xfrm>
              <a:off x="11548268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l4110"/>
            <p:cNvSpPr/>
            <p:nvPr/>
          </p:nvSpPr>
          <p:spPr>
            <a:xfrm>
              <a:off x="9875135" y="4163953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l4111"/>
            <p:cNvSpPr/>
            <p:nvPr/>
          </p:nvSpPr>
          <p:spPr>
            <a:xfrm>
              <a:off x="9875135" y="3872096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l4112"/>
            <p:cNvSpPr/>
            <p:nvPr/>
          </p:nvSpPr>
          <p:spPr>
            <a:xfrm>
              <a:off x="9875135" y="3580239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l4113"/>
            <p:cNvSpPr/>
            <p:nvPr/>
          </p:nvSpPr>
          <p:spPr>
            <a:xfrm>
              <a:off x="9875135" y="3288382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l4114"/>
            <p:cNvSpPr/>
            <p:nvPr/>
          </p:nvSpPr>
          <p:spPr>
            <a:xfrm>
              <a:off x="9875135" y="2996525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l4115"/>
            <p:cNvSpPr/>
            <p:nvPr/>
          </p:nvSpPr>
          <p:spPr>
            <a:xfrm>
              <a:off x="9965574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l4116"/>
            <p:cNvSpPr/>
            <p:nvPr/>
          </p:nvSpPr>
          <p:spPr>
            <a:xfrm>
              <a:off x="10417773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l4117"/>
            <p:cNvSpPr/>
            <p:nvPr/>
          </p:nvSpPr>
          <p:spPr>
            <a:xfrm>
              <a:off x="10869971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l4118"/>
            <p:cNvSpPr/>
            <p:nvPr/>
          </p:nvSpPr>
          <p:spPr>
            <a:xfrm>
              <a:off x="11322169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l4119"/>
            <p:cNvSpPr/>
            <p:nvPr/>
          </p:nvSpPr>
          <p:spPr>
            <a:xfrm>
              <a:off x="11774367" y="2783790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t4120"/>
            <p:cNvSpPr/>
            <p:nvPr/>
          </p:nvSpPr>
          <p:spPr>
            <a:xfrm>
              <a:off x="10850693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t4121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t4122"/>
            <p:cNvSpPr/>
            <p:nvPr/>
          </p:nvSpPr>
          <p:spPr>
            <a:xfrm>
              <a:off x="10850693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t4123"/>
            <p:cNvSpPr/>
            <p:nvPr/>
          </p:nvSpPr>
          <p:spPr>
            <a:xfrm>
              <a:off x="10850693" y="34636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t4124"/>
            <p:cNvSpPr/>
            <p:nvPr/>
          </p:nvSpPr>
          <p:spPr>
            <a:xfrm>
              <a:off x="10850693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t4125"/>
            <p:cNvSpPr/>
            <p:nvPr/>
          </p:nvSpPr>
          <p:spPr>
            <a:xfrm>
              <a:off x="10850693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t4126"/>
            <p:cNvSpPr/>
            <p:nvPr/>
          </p:nvSpPr>
          <p:spPr>
            <a:xfrm>
              <a:off x="10398495" y="33955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t4127"/>
            <p:cNvSpPr/>
            <p:nvPr/>
          </p:nvSpPr>
          <p:spPr>
            <a:xfrm>
              <a:off x="10850693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t4128"/>
            <p:cNvSpPr/>
            <p:nvPr/>
          </p:nvSpPr>
          <p:spPr>
            <a:xfrm>
              <a:off x="10398495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t4129"/>
            <p:cNvSpPr/>
            <p:nvPr/>
          </p:nvSpPr>
          <p:spPr>
            <a:xfrm>
              <a:off x="9946297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t4130"/>
            <p:cNvSpPr/>
            <p:nvPr/>
          </p:nvSpPr>
          <p:spPr>
            <a:xfrm>
              <a:off x="9946297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t4131"/>
            <p:cNvSpPr/>
            <p:nvPr/>
          </p:nvSpPr>
          <p:spPr>
            <a:xfrm>
              <a:off x="10850693" y="35998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t4132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t4133"/>
            <p:cNvSpPr/>
            <p:nvPr/>
          </p:nvSpPr>
          <p:spPr>
            <a:xfrm>
              <a:off x="10850693" y="34831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t4134"/>
            <p:cNvSpPr/>
            <p:nvPr/>
          </p:nvSpPr>
          <p:spPr>
            <a:xfrm>
              <a:off x="10850693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t4135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t4136"/>
            <p:cNvSpPr/>
            <p:nvPr/>
          </p:nvSpPr>
          <p:spPr>
            <a:xfrm>
              <a:off x="10398495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t4137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t4138"/>
            <p:cNvSpPr/>
            <p:nvPr/>
          </p:nvSpPr>
          <p:spPr>
            <a:xfrm>
              <a:off x="11302891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t4139"/>
            <p:cNvSpPr/>
            <p:nvPr/>
          </p:nvSpPr>
          <p:spPr>
            <a:xfrm>
              <a:off x="10850693" y="32788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t4140"/>
            <p:cNvSpPr/>
            <p:nvPr/>
          </p:nvSpPr>
          <p:spPr>
            <a:xfrm>
              <a:off x="10850693" y="37652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t4141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t4142"/>
            <p:cNvSpPr/>
            <p:nvPr/>
          </p:nvSpPr>
          <p:spPr>
            <a:xfrm>
              <a:off x="10850693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t4143"/>
            <p:cNvSpPr/>
            <p:nvPr/>
          </p:nvSpPr>
          <p:spPr>
            <a:xfrm>
              <a:off x="10398495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t4144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t4145"/>
            <p:cNvSpPr/>
            <p:nvPr/>
          </p:nvSpPr>
          <p:spPr>
            <a:xfrm>
              <a:off x="10398495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t4146"/>
            <p:cNvSpPr/>
            <p:nvPr/>
          </p:nvSpPr>
          <p:spPr>
            <a:xfrm>
              <a:off x="10398495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t4147"/>
            <p:cNvSpPr/>
            <p:nvPr/>
          </p:nvSpPr>
          <p:spPr>
            <a:xfrm>
              <a:off x="10398495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t4148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t4149"/>
            <p:cNvSpPr/>
            <p:nvPr/>
          </p:nvSpPr>
          <p:spPr>
            <a:xfrm>
              <a:off x="10850693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t4150"/>
            <p:cNvSpPr/>
            <p:nvPr/>
          </p:nvSpPr>
          <p:spPr>
            <a:xfrm>
              <a:off x="10398495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t4151"/>
            <p:cNvSpPr/>
            <p:nvPr/>
          </p:nvSpPr>
          <p:spPr>
            <a:xfrm>
              <a:off x="9946297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t4152"/>
            <p:cNvSpPr/>
            <p:nvPr/>
          </p:nvSpPr>
          <p:spPr>
            <a:xfrm>
              <a:off x="10398495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t4153"/>
            <p:cNvSpPr/>
            <p:nvPr/>
          </p:nvSpPr>
          <p:spPr>
            <a:xfrm>
              <a:off x="10850693" y="33177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t4154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t4155"/>
            <p:cNvSpPr/>
            <p:nvPr/>
          </p:nvSpPr>
          <p:spPr>
            <a:xfrm>
              <a:off x="10398495" y="38236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t4156"/>
            <p:cNvSpPr/>
            <p:nvPr/>
          </p:nvSpPr>
          <p:spPr>
            <a:xfrm>
              <a:off x="11755089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t4157"/>
            <p:cNvSpPr/>
            <p:nvPr/>
          </p:nvSpPr>
          <p:spPr>
            <a:xfrm>
              <a:off x="10398495" y="35998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t4158"/>
            <p:cNvSpPr/>
            <p:nvPr/>
          </p:nvSpPr>
          <p:spPr>
            <a:xfrm>
              <a:off x="10398495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t4159"/>
            <p:cNvSpPr/>
            <p:nvPr/>
          </p:nvSpPr>
          <p:spPr>
            <a:xfrm>
              <a:off x="9946297" y="38041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t4160"/>
            <p:cNvSpPr/>
            <p:nvPr/>
          </p:nvSpPr>
          <p:spPr>
            <a:xfrm>
              <a:off x="9946297" y="38722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t4161"/>
            <p:cNvSpPr/>
            <p:nvPr/>
          </p:nvSpPr>
          <p:spPr>
            <a:xfrm>
              <a:off x="9946297" y="36290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t4162"/>
            <p:cNvSpPr/>
            <p:nvPr/>
          </p:nvSpPr>
          <p:spPr>
            <a:xfrm>
              <a:off x="9946297" y="4125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t4163"/>
            <p:cNvSpPr/>
            <p:nvPr/>
          </p:nvSpPr>
          <p:spPr>
            <a:xfrm>
              <a:off x="10398495" y="33663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t4164"/>
            <p:cNvSpPr/>
            <p:nvPr/>
          </p:nvSpPr>
          <p:spPr>
            <a:xfrm>
              <a:off x="9946297" y="36679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t4165"/>
            <p:cNvSpPr/>
            <p:nvPr/>
          </p:nvSpPr>
          <p:spPr>
            <a:xfrm>
              <a:off x="9946297" y="34636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t4166"/>
            <p:cNvSpPr/>
            <p:nvPr/>
          </p:nvSpPr>
          <p:spPr>
            <a:xfrm>
              <a:off x="10398495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t4167"/>
            <p:cNvSpPr/>
            <p:nvPr/>
          </p:nvSpPr>
          <p:spPr>
            <a:xfrm>
              <a:off x="9946297" y="41057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t4168"/>
            <p:cNvSpPr/>
            <p:nvPr/>
          </p:nvSpPr>
          <p:spPr>
            <a:xfrm>
              <a:off x="10398495" y="34539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t4169"/>
            <p:cNvSpPr/>
            <p:nvPr/>
          </p:nvSpPr>
          <p:spPr>
            <a:xfrm>
              <a:off x="9946297" y="40863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t4170"/>
            <p:cNvSpPr/>
            <p:nvPr/>
          </p:nvSpPr>
          <p:spPr>
            <a:xfrm>
              <a:off x="9946297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t4171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t4172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t4173"/>
            <p:cNvSpPr/>
            <p:nvPr/>
          </p:nvSpPr>
          <p:spPr>
            <a:xfrm>
              <a:off x="10398495" y="3891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t4174"/>
            <p:cNvSpPr/>
            <p:nvPr/>
          </p:nvSpPr>
          <p:spPr>
            <a:xfrm>
              <a:off x="9946297" y="3891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t4175"/>
            <p:cNvSpPr/>
            <p:nvPr/>
          </p:nvSpPr>
          <p:spPr>
            <a:xfrm>
              <a:off x="9946297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t4176"/>
            <p:cNvSpPr/>
            <p:nvPr/>
          </p:nvSpPr>
          <p:spPr>
            <a:xfrm>
              <a:off x="10398495" y="36582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t4177"/>
            <p:cNvSpPr/>
            <p:nvPr/>
          </p:nvSpPr>
          <p:spPr>
            <a:xfrm>
              <a:off x="9946297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t4178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t4179"/>
            <p:cNvSpPr/>
            <p:nvPr/>
          </p:nvSpPr>
          <p:spPr>
            <a:xfrm>
              <a:off x="11302891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t4180"/>
            <p:cNvSpPr/>
            <p:nvPr/>
          </p:nvSpPr>
          <p:spPr>
            <a:xfrm>
              <a:off x="10850693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t4181"/>
            <p:cNvSpPr/>
            <p:nvPr/>
          </p:nvSpPr>
          <p:spPr>
            <a:xfrm>
              <a:off x="11302891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t4182"/>
            <p:cNvSpPr/>
            <p:nvPr/>
          </p:nvSpPr>
          <p:spPr>
            <a:xfrm>
              <a:off x="11755089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t4183"/>
            <p:cNvSpPr/>
            <p:nvPr/>
          </p:nvSpPr>
          <p:spPr>
            <a:xfrm>
              <a:off x="1085069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t4184"/>
            <p:cNvSpPr/>
            <p:nvPr/>
          </p:nvSpPr>
          <p:spPr>
            <a:xfrm>
              <a:off x="11755089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t4185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t4186"/>
            <p:cNvSpPr/>
            <p:nvPr/>
          </p:nvSpPr>
          <p:spPr>
            <a:xfrm>
              <a:off x="10398495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t4187"/>
            <p:cNvSpPr/>
            <p:nvPr/>
          </p:nvSpPr>
          <p:spPr>
            <a:xfrm>
              <a:off x="11302891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t4188"/>
            <p:cNvSpPr/>
            <p:nvPr/>
          </p:nvSpPr>
          <p:spPr>
            <a:xfrm>
              <a:off x="10850693" y="39111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t4189"/>
            <p:cNvSpPr/>
            <p:nvPr/>
          </p:nvSpPr>
          <p:spPr>
            <a:xfrm>
              <a:off x="10850693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t4190"/>
            <p:cNvSpPr/>
            <p:nvPr/>
          </p:nvSpPr>
          <p:spPr>
            <a:xfrm>
              <a:off x="10398495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t4191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t4192"/>
            <p:cNvSpPr/>
            <p:nvPr/>
          </p:nvSpPr>
          <p:spPr>
            <a:xfrm>
              <a:off x="10398495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t4193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t4194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t4195"/>
            <p:cNvSpPr/>
            <p:nvPr/>
          </p:nvSpPr>
          <p:spPr>
            <a:xfrm>
              <a:off x="10850693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t4196"/>
            <p:cNvSpPr/>
            <p:nvPr/>
          </p:nvSpPr>
          <p:spPr>
            <a:xfrm>
              <a:off x="10850693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t4197"/>
            <p:cNvSpPr/>
            <p:nvPr/>
          </p:nvSpPr>
          <p:spPr>
            <a:xfrm>
              <a:off x="1085069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t4198"/>
            <p:cNvSpPr/>
            <p:nvPr/>
          </p:nvSpPr>
          <p:spPr>
            <a:xfrm>
              <a:off x="10398495" y="36971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t4199"/>
            <p:cNvSpPr/>
            <p:nvPr/>
          </p:nvSpPr>
          <p:spPr>
            <a:xfrm>
              <a:off x="11302891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t4200"/>
            <p:cNvSpPr/>
            <p:nvPr/>
          </p:nvSpPr>
          <p:spPr>
            <a:xfrm>
              <a:off x="10850693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t4201"/>
            <p:cNvSpPr/>
            <p:nvPr/>
          </p:nvSpPr>
          <p:spPr>
            <a:xfrm>
              <a:off x="10850693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t4202"/>
            <p:cNvSpPr/>
            <p:nvPr/>
          </p:nvSpPr>
          <p:spPr>
            <a:xfrm>
              <a:off x="10398495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t4203"/>
            <p:cNvSpPr/>
            <p:nvPr/>
          </p:nvSpPr>
          <p:spPr>
            <a:xfrm>
              <a:off x="10850693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t4204"/>
            <p:cNvSpPr/>
            <p:nvPr/>
          </p:nvSpPr>
          <p:spPr>
            <a:xfrm>
              <a:off x="11302891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t4205"/>
            <p:cNvSpPr/>
            <p:nvPr/>
          </p:nvSpPr>
          <p:spPr>
            <a:xfrm>
              <a:off x="10398495" y="32885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t4206"/>
            <p:cNvSpPr/>
            <p:nvPr/>
          </p:nvSpPr>
          <p:spPr>
            <a:xfrm>
              <a:off x="9946297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t4207"/>
            <p:cNvSpPr/>
            <p:nvPr/>
          </p:nvSpPr>
          <p:spPr>
            <a:xfrm>
              <a:off x="10398495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t4208"/>
            <p:cNvSpPr/>
            <p:nvPr/>
          </p:nvSpPr>
          <p:spPr>
            <a:xfrm>
              <a:off x="9946297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t4209"/>
            <p:cNvSpPr/>
            <p:nvPr/>
          </p:nvSpPr>
          <p:spPr>
            <a:xfrm>
              <a:off x="9946297" y="40765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t4210"/>
            <p:cNvSpPr/>
            <p:nvPr/>
          </p:nvSpPr>
          <p:spPr>
            <a:xfrm>
              <a:off x="10398495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t4211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t4212"/>
            <p:cNvSpPr/>
            <p:nvPr/>
          </p:nvSpPr>
          <p:spPr>
            <a:xfrm>
              <a:off x="11755089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t4213"/>
            <p:cNvSpPr/>
            <p:nvPr/>
          </p:nvSpPr>
          <p:spPr>
            <a:xfrm>
              <a:off x="10398495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t4214"/>
            <p:cNvSpPr/>
            <p:nvPr/>
          </p:nvSpPr>
          <p:spPr>
            <a:xfrm>
              <a:off x="10850693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t4215"/>
            <p:cNvSpPr/>
            <p:nvPr/>
          </p:nvSpPr>
          <p:spPr>
            <a:xfrm>
              <a:off x="10398495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t4216"/>
            <p:cNvSpPr/>
            <p:nvPr/>
          </p:nvSpPr>
          <p:spPr>
            <a:xfrm>
              <a:off x="10850693" y="33761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t4217"/>
            <p:cNvSpPr/>
            <p:nvPr/>
          </p:nvSpPr>
          <p:spPr>
            <a:xfrm>
              <a:off x="10850693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t4218"/>
            <p:cNvSpPr/>
            <p:nvPr/>
          </p:nvSpPr>
          <p:spPr>
            <a:xfrm>
              <a:off x="10850693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t4219"/>
            <p:cNvSpPr/>
            <p:nvPr/>
          </p:nvSpPr>
          <p:spPr>
            <a:xfrm>
              <a:off x="10850693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t4220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t4221"/>
            <p:cNvSpPr/>
            <p:nvPr/>
          </p:nvSpPr>
          <p:spPr>
            <a:xfrm>
              <a:off x="10850693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t4222"/>
            <p:cNvSpPr/>
            <p:nvPr/>
          </p:nvSpPr>
          <p:spPr>
            <a:xfrm>
              <a:off x="11302891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t4223"/>
            <p:cNvSpPr/>
            <p:nvPr/>
          </p:nvSpPr>
          <p:spPr>
            <a:xfrm>
              <a:off x="11302891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t4224"/>
            <p:cNvSpPr/>
            <p:nvPr/>
          </p:nvSpPr>
          <p:spPr>
            <a:xfrm>
              <a:off x="10850693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t4225"/>
            <p:cNvSpPr/>
            <p:nvPr/>
          </p:nvSpPr>
          <p:spPr>
            <a:xfrm>
              <a:off x="10850693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t4226"/>
            <p:cNvSpPr/>
            <p:nvPr/>
          </p:nvSpPr>
          <p:spPr>
            <a:xfrm>
              <a:off x="11302891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t4227"/>
            <p:cNvSpPr/>
            <p:nvPr/>
          </p:nvSpPr>
          <p:spPr>
            <a:xfrm>
              <a:off x="10398495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t4228"/>
            <p:cNvSpPr/>
            <p:nvPr/>
          </p:nvSpPr>
          <p:spPr>
            <a:xfrm>
              <a:off x="10398495" y="35220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t4229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t4230"/>
            <p:cNvSpPr/>
            <p:nvPr/>
          </p:nvSpPr>
          <p:spPr>
            <a:xfrm>
              <a:off x="10398495" y="33955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t4231"/>
            <p:cNvSpPr/>
            <p:nvPr/>
          </p:nvSpPr>
          <p:spPr>
            <a:xfrm>
              <a:off x="10850693" y="3298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t4232"/>
            <p:cNvSpPr/>
            <p:nvPr/>
          </p:nvSpPr>
          <p:spPr>
            <a:xfrm>
              <a:off x="10850693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t4233"/>
            <p:cNvSpPr/>
            <p:nvPr/>
          </p:nvSpPr>
          <p:spPr>
            <a:xfrm>
              <a:off x="10850693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t4234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t4235"/>
            <p:cNvSpPr/>
            <p:nvPr/>
          </p:nvSpPr>
          <p:spPr>
            <a:xfrm>
              <a:off x="10850693" y="32204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t4236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t4237"/>
            <p:cNvSpPr/>
            <p:nvPr/>
          </p:nvSpPr>
          <p:spPr>
            <a:xfrm>
              <a:off x="10850693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t4238"/>
            <p:cNvSpPr/>
            <p:nvPr/>
          </p:nvSpPr>
          <p:spPr>
            <a:xfrm>
              <a:off x="10850693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t4239"/>
            <p:cNvSpPr/>
            <p:nvPr/>
          </p:nvSpPr>
          <p:spPr>
            <a:xfrm>
              <a:off x="10398495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t4240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t4241"/>
            <p:cNvSpPr/>
            <p:nvPr/>
          </p:nvSpPr>
          <p:spPr>
            <a:xfrm>
              <a:off x="9946297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t4242"/>
            <p:cNvSpPr/>
            <p:nvPr/>
          </p:nvSpPr>
          <p:spPr>
            <a:xfrm>
              <a:off x="10850693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t4243"/>
            <p:cNvSpPr/>
            <p:nvPr/>
          </p:nvSpPr>
          <p:spPr>
            <a:xfrm>
              <a:off x="1085069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t4244"/>
            <p:cNvSpPr/>
            <p:nvPr/>
          </p:nvSpPr>
          <p:spPr>
            <a:xfrm>
              <a:off x="10850693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t4245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t4246"/>
            <p:cNvSpPr/>
            <p:nvPr/>
          </p:nvSpPr>
          <p:spPr>
            <a:xfrm>
              <a:off x="10398495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t4247"/>
            <p:cNvSpPr/>
            <p:nvPr/>
          </p:nvSpPr>
          <p:spPr>
            <a:xfrm>
              <a:off x="10850693" y="33469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t4248"/>
            <p:cNvSpPr/>
            <p:nvPr/>
          </p:nvSpPr>
          <p:spPr>
            <a:xfrm>
              <a:off x="9946297" y="380417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t4249"/>
            <p:cNvSpPr/>
            <p:nvPr/>
          </p:nvSpPr>
          <p:spPr>
            <a:xfrm>
              <a:off x="10398495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t4250"/>
            <p:cNvSpPr/>
            <p:nvPr/>
          </p:nvSpPr>
          <p:spPr>
            <a:xfrm>
              <a:off x="10398495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t4251"/>
            <p:cNvSpPr/>
            <p:nvPr/>
          </p:nvSpPr>
          <p:spPr>
            <a:xfrm>
              <a:off x="10398495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t4252"/>
            <p:cNvSpPr/>
            <p:nvPr/>
          </p:nvSpPr>
          <p:spPr>
            <a:xfrm>
              <a:off x="10850693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t4253"/>
            <p:cNvSpPr/>
            <p:nvPr/>
          </p:nvSpPr>
          <p:spPr>
            <a:xfrm>
              <a:off x="10398495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t4254"/>
            <p:cNvSpPr/>
            <p:nvPr/>
          </p:nvSpPr>
          <p:spPr>
            <a:xfrm>
              <a:off x="11302891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t4255"/>
            <p:cNvSpPr/>
            <p:nvPr/>
          </p:nvSpPr>
          <p:spPr>
            <a:xfrm>
              <a:off x="10398495" y="36679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t4256"/>
            <p:cNvSpPr/>
            <p:nvPr/>
          </p:nvSpPr>
          <p:spPr>
            <a:xfrm>
              <a:off x="11302891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t4257"/>
            <p:cNvSpPr/>
            <p:nvPr/>
          </p:nvSpPr>
          <p:spPr>
            <a:xfrm>
              <a:off x="10850693" y="35415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t4258"/>
            <p:cNvSpPr/>
            <p:nvPr/>
          </p:nvSpPr>
          <p:spPr>
            <a:xfrm>
              <a:off x="9946297" y="40863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t4259"/>
            <p:cNvSpPr/>
            <p:nvPr/>
          </p:nvSpPr>
          <p:spPr>
            <a:xfrm>
              <a:off x="10850693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t4260"/>
            <p:cNvSpPr/>
            <p:nvPr/>
          </p:nvSpPr>
          <p:spPr>
            <a:xfrm>
              <a:off x="9946297" y="38236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t4261"/>
            <p:cNvSpPr/>
            <p:nvPr/>
          </p:nvSpPr>
          <p:spPr>
            <a:xfrm>
              <a:off x="9946297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t4262"/>
            <p:cNvSpPr/>
            <p:nvPr/>
          </p:nvSpPr>
          <p:spPr>
            <a:xfrm>
              <a:off x="9946297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t4263"/>
            <p:cNvSpPr/>
            <p:nvPr/>
          </p:nvSpPr>
          <p:spPr>
            <a:xfrm>
              <a:off x="9946297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t4264"/>
            <p:cNvSpPr/>
            <p:nvPr/>
          </p:nvSpPr>
          <p:spPr>
            <a:xfrm>
              <a:off x="10398495" y="35512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t4265"/>
            <p:cNvSpPr/>
            <p:nvPr/>
          </p:nvSpPr>
          <p:spPr>
            <a:xfrm>
              <a:off x="9946297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t4266"/>
            <p:cNvSpPr/>
            <p:nvPr/>
          </p:nvSpPr>
          <p:spPr>
            <a:xfrm>
              <a:off x="1085069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t4267"/>
            <p:cNvSpPr/>
            <p:nvPr/>
          </p:nvSpPr>
          <p:spPr>
            <a:xfrm>
              <a:off x="10850693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t4268"/>
            <p:cNvSpPr/>
            <p:nvPr/>
          </p:nvSpPr>
          <p:spPr>
            <a:xfrm>
              <a:off x="10850693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t4269"/>
            <p:cNvSpPr/>
            <p:nvPr/>
          </p:nvSpPr>
          <p:spPr>
            <a:xfrm>
              <a:off x="10850693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t4270"/>
            <p:cNvSpPr/>
            <p:nvPr/>
          </p:nvSpPr>
          <p:spPr>
            <a:xfrm>
              <a:off x="10398495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t4271"/>
            <p:cNvSpPr/>
            <p:nvPr/>
          </p:nvSpPr>
          <p:spPr>
            <a:xfrm>
              <a:off x="10398495" y="39987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t4272"/>
            <p:cNvSpPr/>
            <p:nvPr/>
          </p:nvSpPr>
          <p:spPr>
            <a:xfrm>
              <a:off x="10398495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t4273"/>
            <p:cNvSpPr/>
            <p:nvPr/>
          </p:nvSpPr>
          <p:spPr>
            <a:xfrm>
              <a:off x="10850693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t4274"/>
            <p:cNvSpPr/>
            <p:nvPr/>
          </p:nvSpPr>
          <p:spPr>
            <a:xfrm>
              <a:off x="10398495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t4275"/>
            <p:cNvSpPr/>
            <p:nvPr/>
          </p:nvSpPr>
          <p:spPr>
            <a:xfrm>
              <a:off x="9946297" y="39111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t4276"/>
            <p:cNvSpPr/>
            <p:nvPr/>
          </p:nvSpPr>
          <p:spPr>
            <a:xfrm>
              <a:off x="10398495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t4277"/>
            <p:cNvSpPr/>
            <p:nvPr/>
          </p:nvSpPr>
          <p:spPr>
            <a:xfrm>
              <a:off x="10398495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t4278"/>
            <p:cNvSpPr/>
            <p:nvPr/>
          </p:nvSpPr>
          <p:spPr>
            <a:xfrm>
              <a:off x="10398495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t4279"/>
            <p:cNvSpPr/>
            <p:nvPr/>
          </p:nvSpPr>
          <p:spPr>
            <a:xfrm>
              <a:off x="10398495" y="38236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t4280"/>
            <p:cNvSpPr/>
            <p:nvPr/>
          </p:nvSpPr>
          <p:spPr>
            <a:xfrm>
              <a:off x="9946297" y="37068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t4281"/>
            <p:cNvSpPr/>
            <p:nvPr/>
          </p:nvSpPr>
          <p:spPr>
            <a:xfrm>
              <a:off x="9946297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t4282"/>
            <p:cNvSpPr/>
            <p:nvPr/>
          </p:nvSpPr>
          <p:spPr>
            <a:xfrm>
              <a:off x="10398495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t4283"/>
            <p:cNvSpPr/>
            <p:nvPr/>
          </p:nvSpPr>
          <p:spPr>
            <a:xfrm>
              <a:off x="9946297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t4284"/>
            <p:cNvSpPr/>
            <p:nvPr/>
          </p:nvSpPr>
          <p:spPr>
            <a:xfrm>
              <a:off x="10398495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t4285"/>
            <p:cNvSpPr/>
            <p:nvPr/>
          </p:nvSpPr>
          <p:spPr>
            <a:xfrm>
              <a:off x="10398495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t4286"/>
            <p:cNvSpPr/>
            <p:nvPr/>
          </p:nvSpPr>
          <p:spPr>
            <a:xfrm>
              <a:off x="10850693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t4287"/>
            <p:cNvSpPr/>
            <p:nvPr/>
          </p:nvSpPr>
          <p:spPr>
            <a:xfrm>
              <a:off x="9946297" y="37068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t4288"/>
            <p:cNvSpPr/>
            <p:nvPr/>
          </p:nvSpPr>
          <p:spPr>
            <a:xfrm>
              <a:off x="10850693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t4289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t4290"/>
            <p:cNvSpPr/>
            <p:nvPr/>
          </p:nvSpPr>
          <p:spPr>
            <a:xfrm>
              <a:off x="9946297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t4291"/>
            <p:cNvSpPr/>
            <p:nvPr/>
          </p:nvSpPr>
          <p:spPr>
            <a:xfrm>
              <a:off x="10398495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t4292"/>
            <p:cNvSpPr/>
            <p:nvPr/>
          </p:nvSpPr>
          <p:spPr>
            <a:xfrm>
              <a:off x="10398495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t4293"/>
            <p:cNvSpPr/>
            <p:nvPr/>
          </p:nvSpPr>
          <p:spPr>
            <a:xfrm>
              <a:off x="10398495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t4294"/>
            <p:cNvSpPr/>
            <p:nvPr/>
          </p:nvSpPr>
          <p:spPr>
            <a:xfrm>
              <a:off x="10398495" y="36777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t4295"/>
            <p:cNvSpPr/>
            <p:nvPr/>
          </p:nvSpPr>
          <p:spPr>
            <a:xfrm>
              <a:off x="10398495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t4296"/>
            <p:cNvSpPr/>
            <p:nvPr/>
          </p:nvSpPr>
          <p:spPr>
            <a:xfrm>
              <a:off x="10398495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t4297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t4298"/>
            <p:cNvSpPr/>
            <p:nvPr/>
          </p:nvSpPr>
          <p:spPr>
            <a:xfrm>
              <a:off x="10398495" y="37458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t4299"/>
            <p:cNvSpPr/>
            <p:nvPr/>
          </p:nvSpPr>
          <p:spPr>
            <a:xfrm>
              <a:off x="9946297" y="35415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t4300"/>
            <p:cNvSpPr/>
            <p:nvPr/>
          </p:nvSpPr>
          <p:spPr>
            <a:xfrm>
              <a:off x="9946297" y="36582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t4301"/>
            <p:cNvSpPr/>
            <p:nvPr/>
          </p:nvSpPr>
          <p:spPr>
            <a:xfrm>
              <a:off x="10398495" y="34344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t4302"/>
            <p:cNvSpPr/>
            <p:nvPr/>
          </p:nvSpPr>
          <p:spPr>
            <a:xfrm>
              <a:off x="9946297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t4303"/>
            <p:cNvSpPr/>
            <p:nvPr/>
          </p:nvSpPr>
          <p:spPr>
            <a:xfrm>
              <a:off x="10398495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t4304"/>
            <p:cNvSpPr/>
            <p:nvPr/>
          </p:nvSpPr>
          <p:spPr>
            <a:xfrm>
              <a:off x="9946297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t4305"/>
            <p:cNvSpPr/>
            <p:nvPr/>
          </p:nvSpPr>
          <p:spPr>
            <a:xfrm>
              <a:off x="10398495" y="36096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t4306"/>
            <p:cNvSpPr/>
            <p:nvPr/>
          </p:nvSpPr>
          <p:spPr>
            <a:xfrm>
              <a:off x="9946297" y="38820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t4307"/>
            <p:cNvSpPr/>
            <p:nvPr/>
          </p:nvSpPr>
          <p:spPr>
            <a:xfrm>
              <a:off x="10398495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t4308"/>
            <p:cNvSpPr/>
            <p:nvPr/>
          </p:nvSpPr>
          <p:spPr>
            <a:xfrm>
              <a:off x="10850693" y="3298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t4309"/>
            <p:cNvSpPr/>
            <p:nvPr/>
          </p:nvSpPr>
          <p:spPr>
            <a:xfrm>
              <a:off x="10398495" y="34150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t4310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t4311"/>
            <p:cNvSpPr/>
            <p:nvPr/>
          </p:nvSpPr>
          <p:spPr>
            <a:xfrm>
              <a:off x="9946297" y="38820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t4312"/>
            <p:cNvSpPr/>
            <p:nvPr/>
          </p:nvSpPr>
          <p:spPr>
            <a:xfrm>
              <a:off x="10398495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t4313"/>
            <p:cNvSpPr/>
            <p:nvPr/>
          </p:nvSpPr>
          <p:spPr>
            <a:xfrm>
              <a:off x="10398495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t4314"/>
            <p:cNvSpPr/>
            <p:nvPr/>
          </p:nvSpPr>
          <p:spPr>
            <a:xfrm>
              <a:off x="10398495" y="35220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t4315"/>
            <p:cNvSpPr/>
            <p:nvPr/>
          </p:nvSpPr>
          <p:spPr>
            <a:xfrm>
              <a:off x="1085069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t4316"/>
            <p:cNvSpPr/>
            <p:nvPr/>
          </p:nvSpPr>
          <p:spPr>
            <a:xfrm>
              <a:off x="9946297" y="35415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t4317"/>
            <p:cNvSpPr/>
            <p:nvPr/>
          </p:nvSpPr>
          <p:spPr>
            <a:xfrm>
              <a:off x="10398495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t4318"/>
            <p:cNvSpPr/>
            <p:nvPr/>
          </p:nvSpPr>
          <p:spPr>
            <a:xfrm>
              <a:off x="10398495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t4319"/>
            <p:cNvSpPr/>
            <p:nvPr/>
          </p:nvSpPr>
          <p:spPr>
            <a:xfrm>
              <a:off x="10850693" y="31523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t4320"/>
            <p:cNvSpPr/>
            <p:nvPr/>
          </p:nvSpPr>
          <p:spPr>
            <a:xfrm>
              <a:off x="10850693" y="32691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t4321"/>
            <p:cNvSpPr/>
            <p:nvPr/>
          </p:nvSpPr>
          <p:spPr>
            <a:xfrm>
              <a:off x="10398495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t4322"/>
            <p:cNvSpPr/>
            <p:nvPr/>
          </p:nvSpPr>
          <p:spPr>
            <a:xfrm>
              <a:off x="10398495" y="32788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t4323"/>
            <p:cNvSpPr/>
            <p:nvPr/>
          </p:nvSpPr>
          <p:spPr>
            <a:xfrm>
              <a:off x="10398495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t4324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t4325"/>
            <p:cNvSpPr/>
            <p:nvPr/>
          </p:nvSpPr>
          <p:spPr>
            <a:xfrm>
              <a:off x="10398495" y="33663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t4326"/>
            <p:cNvSpPr/>
            <p:nvPr/>
          </p:nvSpPr>
          <p:spPr>
            <a:xfrm>
              <a:off x="10850693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t4327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t4328"/>
            <p:cNvSpPr/>
            <p:nvPr/>
          </p:nvSpPr>
          <p:spPr>
            <a:xfrm>
              <a:off x="10850693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t4329"/>
            <p:cNvSpPr/>
            <p:nvPr/>
          </p:nvSpPr>
          <p:spPr>
            <a:xfrm>
              <a:off x="10398495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t4330"/>
            <p:cNvSpPr/>
            <p:nvPr/>
          </p:nvSpPr>
          <p:spPr>
            <a:xfrm>
              <a:off x="10850693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t4331"/>
            <p:cNvSpPr/>
            <p:nvPr/>
          </p:nvSpPr>
          <p:spPr>
            <a:xfrm>
              <a:off x="10398495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t4332"/>
            <p:cNvSpPr/>
            <p:nvPr/>
          </p:nvSpPr>
          <p:spPr>
            <a:xfrm>
              <a:off x="1085069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t4333"/>
            <p:cNvSpPr/>
            <p:nvPr/>
          </p:nvSpPr>
          <p:spPr>
            <a:xfrm>
              <a:off x="10850693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t4334"/>
            <p:cNvSpPr/>
            <p:nvPr/>
          </p:nvSpPr>
          <p:spPr>
            <a:xfrm>
              <a:off x="10398495" y="37555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t4335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t4336"/>
            <p:cNvSpPr/>
            <p:nvPr/>
          </p:nvSpPr>
          <p:spPr>
            <a:xfrm>
              <a:off x="11302891" y="38820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t4337"/>
            <p:cNvSpPr/>
            <p:nvPr/>
          </p:nvSpPr>
          <p:spPr>
            <a:xfrm>
              <a:off x="11302891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t4338"/>
            <p:cNvSpPr/>
            <p:nvPr/>
          </p:nvSpPr>
          <p:spPr>
            <a:xfrm>
              <a:off x="11302891" y="33372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t4339"/>
            <p:cNvSpPr/>
            <p:nvPr/>
          </p:nvSpPr>
          <p:spPr>
            <a:xfrm>
              <a:off x="10850693" y="3298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t4340"/>
            <p:cNvSpPr/>
            <p:nvPr/>
          </p:nvSpPr>
          <p:spPr>
            <a:xfrm>
              <a:off x="10398495" y="32788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t4341"/>
            <p:cNvSpPr/>
            <p:nvPr/>
          </p:nvSpPr>
          <p:spPr>
            <a:xfrm>
              <a:off x="10398495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t4342"/>
            <p:cNvSpPr/>
            <p:nvPr/>
          </p:nvSpPr>
          <p:spPr>
            <a:xfrm>
              <a:off x="10398495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t4343"/>
            <p:cNvSpPr/>
            <p:nvPr/>
          </p:nvSpPr>
          <p:spPr>
            <a:xfrm>
              <a:off x="10398495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t4344"/>
            <p:cNvSpPr/>
            <p:nvPr/>
          </p:nvSpPr>
          <p:spPr>
            <a:xfrm>
              <a:off x="9946297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t4345"/>
            <p:cNvSpPr/>
            <p:nvPr/>
          </p:nvSpPr>
          <p:spPr>
            <a:xfrm>
              <a:off x="10850693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t4346"/>
            <p:cNvSpPr/>
            <p:nvPr/>
          </p:nvSpPr>
          <p:spPr>
            <a:xfrm>
              <a:off x="9946297" y="36096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t4347"/>
            <p:cNvSpPr/>
            <p:nvPr/>
          </p:nvSpPr>
          <p:spPr>
            <a:xfrm>
              <a:off x="10850693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t4348"/>
            <p:cNvSpPr/>
            <p:nvPr/>
          </p:nvSpPr>
          <p:spPr>
            <a:xfrm>
              <a:off x="10398495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t4349"/>
            <p:cNvSpPr/>
            <p:nvPr/>
          </p:nvSpPr>
          <p:spPr>
            <a:xfrm>
              <a:off x="10850693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t4350"/>
            <p:cNvSpPr/>
            <p:nvPr/>
          </p:nvSpPr>
          <p:spPr>
            <a:xfrm>
              <a:off x="10398495" y="33761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t4351"/>
            <p:cNvSpPr/>
            <p:nvPr/>
          </p:nvSpPr>
          <p:spPr>
            <a:xfrm>
              <a:off x="10398495" y="34928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t4352"/>
            <p:cNvSpPr/>
            <p:nvPr/>
          </p:nvSpPr>
          <p:spPr>
            <a:xfrm>
              <a:off x="9946297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t4353"/>
            <p:cNvSpPr/>
            <p:nvPr/>
          </p:nvSpPr>
          <p:spPr>
            <a:xfrm>
              <a:off x="10398495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t4354"/>
            <p:cNvSpPr/>
            <p:nvPr/>
          </p:nvSpPr>
          <p:spPr>
            <a:xfrm>
              <a:off x="10850693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t4355"/>
            <p:cNvSpPr/>
            <p:nvPr/>
          </p:nvSpPr>
          <p:spPr>
            <a:xfrm>
              <a:off x="10850693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t4356"/>
            <p:cNvSpPr/>
            <p:nvPr/>
          </p:nvSpPr>
          <p:spPr>
            <a:xfrm>
              <a:off x="10850693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t4357"/>
            <p:cNvSpPr/>
            <p:nvPr/>
          </p:nvSpPr>
          <p:spPr>
            <a:xfrm>
              <a:off x="9946297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t4358"/>
            <p:cNvSpPr/>
            <p:nvPr/>
          </p:nvSpPr>
          <p:spPr>
            <a:xfrm>
              <a:off x="10398495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t4359"/>
            <p:cNvSpPr/>
            <p:nvPr/>
          </p:nvSpPr>
          <p:spPr>
            <a:xfrm>
              <a:off x="9946297" y="35998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t4360"/>
            <p:cNvSpPr/>
            <p:nvPr/>
          </p:nvSpPr>
          <p:spPr>
            <a:xfrm>
              <a:off x="9946297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t4361"/>
            <p:cNvSpPr/>
            <p:nvPr/>
          </p:nvSpPr>
          <p:spPr>
            <a:xfrm>
              <a:off x="10398495" y="35804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t4362"/>
            <p:cNvSpPr/>
            <p:nvPr/>
          </p:nvSpPr>
          <p:spPr>
            <a:xfrm>
              <a:off x="9946297" y="36290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t4363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t4364"/>
            <p:cNvSpPr/>
            <p:nvPr/>
          </p:nvSpPr>
          <p:spPr>
            <a:xfrm>
              <a:off x="9946297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t4365"/>
            <p:cNvSpPr/>
            <p:nvPr/>
          </p:nvSpPr>
          <p:spPr>
            <a:xfrm>
              <a:off x="10850693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t4366"/>
            <p:cNvSpPr/>
            <p:nvPr/>
          </p:nvSpPr>
          <p:spPr>
            <a:xfrm>
              <a:off x="9946297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t4367"/>
            <p:cNvSpPr/>
            <p:nvPr/>
          </p:nvSpPr>
          <p:spPr>
            <a:xfrm>
              <a:off x="10398495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t4368"/>
            <p:cNvSpPr/>
            <p:nvPr/>
          </p:nvSpPr>
          <p:spPr>
            <a:xfrm>
              <a:off x="10398495" y="36193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t4369"/>
            <p:cNvSpPr/>
            <p:nvPr/>
          </p:nvSpPr>
          <p:spPr>
            <a:xfrm>
              <a:off x="10398495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t4370"/>
            <p:cNvSpPr/>
            <p:nvPr/>
          </p:nvSpPr>
          <p:spPr>
            <a:xfrm>
              <a:off x="10398495" y="37166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t4371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t4372"/>
            <p:cNvSpPr/>
            <p:nvPr/>
          </p:nvSpPr>
          <p:spPr>
            <a:xfrm>
              <a:off x="10398495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t4373"/>
            <p:cNvSpPr/>
            <p:nvPr/>
          </p:nvSpPr>
          <p:spPr>
            <a:xfrm>
              <a:off x="10850693" y="35025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t4374"/>
            <p:cNvSpPr/>
            <p:nvPr/>
          </p:nvSpPr>
          <p:spPr>
            <a:xfrm>
              <a:off x="10398495" y="40571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t4375"/>
            <p:cNvSpPr/>
            <p:nvPr/>
          </p:nvSpPr>
          <p:spPr>
            <a:xfrm>
              <a:off x="10398495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t4376"/>
            <p:cNvSpPr/>
            <p:nvPr/>
          </p:nvSpPr>
          <p:spPr>
            <a:xfrm>
              <a:off x="10398495" y="33080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t4377"/>
            <p:cNvSpPr/>
            <p:nvPr/>
          </p:nvSpPr>
          <p:spPr>
            <a:xfrm>
              <a:off x="9946297" y="35512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t4378"/>
            <p:cNvSpPr/>
            <p:nvPr/>
          </p:nvSpPr>
          <p:spPr>
            <a:xfrm>
              <a:off x="10398495" y="34539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t4379"/>
            <p:cNvSpPr/>
            <p:nvPr/>
          </p:nvSpPr>
          <p:spPr>
            <a:xfrm>
              <a:off x="9946297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t4380"/>
            <p:cNvSpPr/>
            <p:nvPr/>
          </p:nvSpPr>
          <p:spPr>
            <a:xfrm>
              <a:off x="10398495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t4381"/>
            <p:cNvSpPr/>
            <p:nvPr/>
          </p:nvSpPr>
          <p:spPr>
            <a:xfrm>
              <a:off x="11302891" y="33566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t4382"/>
            <p:cNvSpPr/>
            <p:nvPr/>
          </p:nvSpPr>
          <p:spPr>
            <a:xfrm>
              <a:off x="10398495" y="37458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t4383"/>
            <p:cNvSpPr/>
            <p:nvPr/>
          </p:nvSpPr>
          <p:spPr>
            <a:xfrm>
              <a:off x="10850693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t4384"/>
            <p:cNvSpPr/>
            <p:nvPr/>
          </p:nvSpPr>
          <p:spPr>
            <a:xfrm>
              <a:off x="9946297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t4385"/>
            <p:cNvSpPr/>
            <p:nvPr/>
          </p:nvSpPr>
          <p:spPr>
            <a:xfrm>
              <a:off x="10398495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t4386"/>
            <p:cNvSpPr/>
            <p:nvPr/>
          </p:nvSpPr>
          <p:spPr>
            <a:xfrm>
              <a:off x="10398495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t4387"/>
            <p:cNvSpPr/>
            <p:nvPr/>
          </p:nvSpPr>
          <p:spPr>
            <a:xfrm>
              <a:off x="9946297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t4388"/>
            <p:cNvSpPr/>
            <p:nvPr/>
          </p:nvSpPr>
          <p:spPr>
            <a:xfrm>
              <a:off x="9946297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t4389"/>
            <p:cNvSpPr/>
            <p:nvPr/>
          </p:nvSpPr>
          <p:spPr>
            <a:xfrm>
              <a:off x="9946297" y="39890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t4390"/>
            <p:cNvSpPr/>
            <p:nvPr/>
          </p:nvSpPr>
          <p:spPr>
            <a:xfrm>
              <a:off x="10850693" y="34344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t4391"/>
            <p:cNvSpPr/>
            <p:nvPr/>
          </p:nvSpPr>
          <p:spPr>
            <a:xfrm>
              <a:off x="10398495" y="32399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t4392"/>
            <p:cNvSpPr/>
            <p:nvPr/>
          </p:nvSpPr>
          <p:spPr>
            <a:xfrm>
              <a:off x="9946297" y="36290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t4393"/>
            <p:cNvSpPr/>
            <p:nvPr/>
          </p:nvSpPr>
          <p:spPr>
            <a:xfrm>
              <a:off x="10398495" y="36874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t4394"/>
            <p:cNvSpPr/>
            <p:nvPr/>
          </p:nvSpPr>
          <p:spPr>
            <a:xfrm>
              <a:off x="10398495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t4395"/>
            <p:cNvSpPr/>
            <p:nvPr/>
          </p:nvSpPr>
          <p:spPr>
            <a:xfrm>
              <a:off x="10850693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t4396"/>
            <p:cNvSpPr/>
            <p:nvPr/>
          </p:nvSpPr>
          <p:spPr>
            <a:xfrm>
              <a:off x="10850693" y="34734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t4397"/>
            <p:cNvSpPr/>
            <p:nvPr/>
          </p:nvSpPr>
          <p:spPr>
            <a:xfrm>
              <a:off x="10850693" y="32496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t4398"/>
            <p:cNvSpPr/>
            <p:nvPr/>
          </p:nvSpPr>
          <p:spPr>
            <a:xfrm>
              <a:off x="10398495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t4399"/>
            <p:cNvSpPr/>
            <p:nvPr/>
          </p:nvSpPr>
          <p:spPr>
            <a:xfrm>
              <a:off x="10850693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t4400"/>
            <p:cNvSpPr/>
            <p:nvPr/>
          </p:nvSpPr>
          <p:spPr>
            <a:xfrm>
              <a:off x="11302891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t4401"/>
            <p:cNvSpPr/>
            <p:nvPr/>
          </p:nvSpPr>
          <p:spPr>
            <a:xfrm>
              <a:off x="10850693" y="35706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t4402"/>
            <p:cNvSpPr/>
            <p:nvPr/>
          </p:nvSpPr>
          <p:spPr>
            <a:xfrm>
              <a:off x="10398495" y="37166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t4403"/>
            <p:cNvSpPr/>
            <p:nvPr/>
          </p:nvSpPr>
          <p:spPr>
            <a:xfrm>
              <a:off x="10850693" y="35901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t4404"/>
            <p:cNvSpPr/>
            <p:nvPr/>
          </p:nvSpPr>
          <p:spPr>
            <a:xfrm>
              <a:off x="9946297" y="33274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t4405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t4406"/>
            <p:cNvSpPr/>
            <p:nvPr/>
          </p:nvSpPr>
          <p:spPr>
            <a:xfrm>
              <a:off x="10850693" y="36485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t4407"/>
            <p:cNvSpPr/>
            <p:nvPr/>
          </p:nvSpPr>
          <p:spPr>
            <a:xfrm>
              <a:off x="10398495" y="37944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t4408"/>
            <p:cNvSpPr/>
            <p:nvPr/>
          </p:nvSpPr>
          <p:spPr>
            <a:xfrm>
              <a:off x="9946297" y="37458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t4409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t4410"/>
            <p:cNvSpPr/>
            <p:nvPr/>
          </p:nvSpPr>
          <p:spPr>
            <a:xfrm>
              <a:off x="9946297" y="37847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t4411"/>
            <p:cNvSpPr/>
            <p:nvPr/>
          </p:nvSpPr>
          <p:spPr>
            <a:xfrm>
              <a:off x="9946297" y="3813904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t4412"/>
            <p:cNvSpPr/>
            <p:nvPr/>
          </p:nvSpPr>
          <p:spPr>
            <a:xfrm>
              <a:off x="10850693" y="31815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t4413"/>
            <p:cNvSpPr/>
            <p:nvPr/>
          </p:nvSpPr>
          <p:spPr>
            <a:xfrm>
              <a:off x="9946297" y="37360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t4414"/>
            <p:cNvSpPr/>
            <p:nvPr/>
          </p:nvSpPr>
          <p:spPr>
            <a:xfrm>
              <a:off x="10398495" y="397929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t4415"/>
            <p:cNvSpPr/>
            <p:nvPr/>
          </p:nvSpPr>
          <p:spPr>
            <a:xfrm>
              <a:off x="10850693" y="33080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t4416"/>
            <p:cNvSpPr/>
            <p:nvPr/>
          </p:nvSpPr>
          <p:spPr>
            <a:xfrm>
              <a:off x="10850693" y="34539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t4417"/>
            <p:cNvSpPr/>
            <p:nvPr/>
          </p:nvSpPr>
          <p:spPr>
            <a:xfrm>
              <a:off x="10850693" y="353177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t4418"/>
            <p:cNvSpPr/>
            <p:nvPr/>
          </p:nvSpPr>
          <p:spPr>
            <a:xfrm>
              <a:off x="10398495" y="37263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t4419"/>
            <p:cNvSpPr/>
            <p:nvPr/>
          </p:nvSpPr>
          <p:spPr>
            <a:xfrm>
              <a:off x="10850693" y="338584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t4420"/>
            <p:cNvSpPr/>
            <p:nvPr/>
          </p:nvSpPr>
          <p:spPr>
            <a:xfrm>
              <a:off x="10398495" y="33080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t4421"/>
            <p:cNvSpPr/>
            <p:nvPr/>
          </p:nvSpPr>
          <p:spPr>
            <a:xfrm>
              <a:off x="10398495" y="35609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t4422"/>
            <p:cNvSpPr/>
            <p:nvPr/>
          </p:nvSpPr>
          <p:spPr>
            <a:xfrm>
              <a:off x="10398495" y="344421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t4423"/>
            <p:cNvSpPr/>
            <p:nvPr/>
          </p:nvSpPr>
          <p:spPr>
            <a:xfrm>
              <a:off x="9946297" y="337611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t4424"/>
            <p:cNvSpPr/>
            <p:nvPr/>
          </p:nvSpPr>
          <p:spPr>
            <a:xfrm>
              <a:off x="10850693" y="396956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t4425"/>
            <p:cNvSpPr/>
            <p:nvPr/>
          </p:nvSpPr>
          <p:spPr>
            <a:xfrm>
              <a:off x="11755089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t4426"/>
            <p:cNvSpPr/>
            <p:nvPr/>
          </p:nvSpPr>
          <p:spPr>
            <a:xfrm>
              <a:off x="10850693" y="3152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t4427"/>
            <p:cNvSpPr/>
            <p:nvPr/>
          </p:nvSpPr>
          <p:spPr>
            <a:xfrm>
              <a:off x="11302891" y="33761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t4428"/>
            <p:cNvSpPr/>
            <p:nvPr/>
          </p:nvSpPr>
          <p:spPr>
            <a:xfrm>
              <a:off x="10398495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t4429"/>
            <p:cNvSpPr/>
            <p:nvPr/>
          </p:nvSpPr>
          <p:spPr>
            <a:xfrm>
              <a:off x="10398495" y="35415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t4430"/>
            <p:cNvSpPr/>
            <p:nvPr/>
          </p:nvSpPr>
          <p:spPr>
            <a:xfrm>
              <a:off x="10850693" y="39209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t4431"/>
            <p:cNvSpPr/>
            <p:nvPr/>
          </p:nvSpPr>
          <p:spPr>
            <a:xfrm>
              <a:off x="10850693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t4432"/>
            <p:cNvSpPr/>
            <p:nvPr/>
          </p:nvSpPr>
          <p:spPr>
            <a:xfrm>
              <a:off x="11302891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t4433"/>
            <p:cNvSpPr/>
            <p:nvPr/>
          </p:nvSpPr>
          <p:spPr>
            <a:xfrm>
              <a:off x="10850693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t4434"/>
            <p:cNvSpPr/>
            <p:nvPr/>
          </p:nvSpPr>
          <p:spPr>
            <a:xfrm>
              <a:off x="10850693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t4435"/>
            <p:cNvSpPr/>
            <p:nvPr/>
          </p:nvSpPr>
          <p:spPr>
            <a:xfrm>
              <a:off x="10850693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t4436"/>
            <p:cNvSpPr/>
            <p:nvPr/>
          </p:nvSpPr>
          <p:spPr>
            <a:xfrm>
              <a:off x="9946297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t4437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t4438"/>
            <p:cNvSpPr/>
            <p:nvPr/>
          </p:nvSpPr>
          <p:spPr>
            <a:xfrm>
              <a:off x="11302891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t4439"/>
            <p:cNvSpPr/>
            <p:nvPr/>
          </p:nvSpPr>
          <p:spPr>
            <a:xfrm>
              <a:off x="11755089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t4440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t4441"/>
            <p:cNvSpPr/>
            <p:nvPr/>
          </p:nvSpPr>
          <p:spPr>
            <a:xfrm>
              <a:off x="10398495" y="4066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t4442"/>
            <p:cNvSpPr/>
            <p:nvPr/>
          </p:nvSpPr>
          <p:spPr>
            <a:xfrm>
              <a:off x="9946297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t4443"/>
            <p:cNvSpPr/>
            <p:nvPr/>
          </p:nvSpPr>
          <p:spPr>
            <a:xfrm>
              <a:off x="9946297" y="38430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t4444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t4445"/>
            <p:cNvSpPr/>
            <p:nvPr/>
          </p:nvSpPr>
          <p:spPr>
            <a:xfrm>
              <a:off x="10850693" y="3901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t4446"/>
            <p:cNvSpPr/>
            <p:nvPr/>
          </p:nvSpPr>
          <p:spPr>
            <a:xfrm>
              <a:off x="10850693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t4447"/>
            <p:cNvSpPr/>
            <p:nvPr/>
          </p:nvSpPr>
          <p:spPr>
            <a:xfrm>
              <a:off x="11755089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t4448"/>
            <p:cNvSpPr/>
            <p:nvPr/>
          </p:nvSpPr>
          <p:spPr>
            <a:xfrm>
              <a:off x="10398495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t4449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t4450"/>
            <p:cNvSpPr/>
            <p:nvPr/>
          </p:nvSpPr>
          <p:spPr>
            <a:xfrm>
              <a:off x="10850693" y="37166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t4451"/>
            <p:cNvSpPr/>
            <p:nvPr/>
          </p:nvSpPr>
          <p:spPr>
            <a:xfrm>
              <a:off x="10398495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t4452"/>
            <p:cNvSpPr/>
            <p:nvPr/>
          </p:nvSpPr>
          <p:spPr>
            <a:xfrm>
              <a:off x="10850693" y="3269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t4453"/>
            <p:cNvSpPr/>
            <p:nvPr/>
          </p:nvSpPr>
          <p:spPr>
            <a:xfrm>
              <a:off x="994629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t4454"/>
            <p:cNvSpPr/>
            <p:nvPr/>
          </p:nvSpPr>
          <p:spPr>
            <a:xfrm>
              <a:off x="10850693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t4455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t4456"/>
            <p:cNvSpPr/>
            <p:nvPr/>
          </p:nvSpPr>
          <p:spPr>
            <a:xfrm>
              <a:off x="10398495" y="37458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t4457"/>
            <p:cNvSpPr/>
            <p:nvPr/>
          </p:nvSpPr>
          <p:spPr>
            <a:xfrm>
              <a:off x="9946297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t4458"/>
            <p:cNvSpPr/>
            <p:nvPr/>
          </p:nvSpPr>
          <p:spPr>
            <a:xfrm>
              <a:off x="9946297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t4459"/>
            <p:cNvSpPr/>
            <p:nvPr/>
          </p:nvSpPr>
          <p:spPr>
            <a:xfrm>
              <a:off x="9946297" y="40571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t4460"/>
            <p:cNvSpPr/>
            <p:nvPr/>
          </p:nvSpPr>
          <p:spPr>
            <a:xfrm>
              <a:off x="10850693" y="36582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t4461"/>
            <p:cNvSpPr/>
            <p:nvPr/>
          </p:nvSpPr>
          <p:spPr>
            <a:xfrm>
              <a:off x="9946297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t4462"/>
            <p:cNvSpPr/>
            <p:nvPr/>
          </p:nvSpPr>
          <p:spPr>
            <a:xfrm>
              <a:off x="10850693" y="34636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t4463"/>
            <p:cNvSpPr/>
            <p:nvPr/>
          </p:nvSpPr>
          <p:spPr>
            <a:xfrm>
              <a:off x="10850693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t4464"/>
            <p:cNvSpPr/>
            <p:nvPr/>
          </p:nvSpPr>
          <p:spPr>
            <a:xfrm>
              <a:off x="10850693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t4465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t4466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t4467"/>
            <p:cNvSpPr/>
            <p:nvPr/>
          </p:nvSpPr>
          <p:spPr>
            <a:xfrm>
              <a:off x="10850693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t4468"/>
            <p:cNvSpPr/>
            <p:nvPr/>
          </p:nvSpPr>
          <p:spPr>
            <a:xfrm>
              <a:off x="10398495" y="38528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t4469"/>
            <p:cNvSpPr/>
            <p:nvPr/>
          </p:nvSpPr>
          <p:spPr>
            <a:xfrm>
              <a:off x="10398495" y="36290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t4470"/>
            <p:cNvSpPr/>
            <p:nvPr/>
          </p:nvSpPr>
          <p:spPr>
            <a:xfrm>
              <a:off x="10850693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t4471"/>
            <p:cNvSpPr/>
            <p:nvPr/>
          </p:nvSpPr>
          <p:spPr>
            <a:xfrm>
              <a:off x="9946297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t4472"/>
            <p:cNvSpPr/>
            <p:nvPr/>
          </p:nvSpPr>
          <p:spPr>
            <a:xfrm>
              <a:off x="11302891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t4473"/>
            <p:cNvSpPr/>
            <p:nvPr/>
          </p:nvSpPr>
          <p:spPr>
            <a:xfrm>
              <a:off x="11302891" y="37166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t4474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t4475"/>
            <p:cNvSpPr/>
            <p:nvPr/>
          </p:nvSpPr>
          <p:spPr>
            <a:xfrm>
              <a:off x="9946297" y="3901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t4476"/>
            <p:cNvSpPr/>
            <p:nvPr/>
          </p:nvSpPr>
          <p:spPr>
            <a:xfrm>
              <a:off x="9946297" y="36679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t4477"/>
            <p:cNvSpPr/>
            <p:nvPr/>
          </p:nvSpPr>
          <p:spPr>
            <a:xfrm>
              <a:off x="10850693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t4478"/>
            <p:cNvSpPr/>
            <p:nvPr/>
          </p:nvSpPr>
          <p:spPr>
            <a:xfrm>
              <a:off x="10398495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t4479"/>
            <p:cNvSpPr/>
            <p:nvPr/>
          </p:nvSpPr>
          <p:spPr>
            <a:xfrm>
              <a:off x="10850693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t4480"/>
            <p:cNvSpPr/>
            <p:nvPr/>
          </p:nvSpPr>
          <p:spPr>
            <a:xfrm>
              <a:off x="11302891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t4481"/>
            <p:cNvSpPr/>
            <p:nvPr/>
          </p:nvSpPr>
          <p:spPr>
            <a:xfrm>
              <a:off x="9946297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t4482"/>
            <p:cNvSpPr/>
            <p:nvPr/>
          </p:nvSpPr>
          <p:spPr>
            <a:xfrm>
              <a:off x="11755089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t4483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t4484"/>
            <p:cNvSpPr/>
            <p:nvPr/>
          </p:nvSpPr>
          <p:spPr>
            <a:xfrm>
              <a:off x="9946297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t4485"/>
            <p:cNvSpPr/>
            <p:nvPr/>
          </p:nvSpPr>
          <p:spPr>
            <a:xfrm>
              <a:off x="9946297" y="4037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t4486"/>
            <p:cNvSpPr/>
            <p:nvPr/>
          </p:nvSpPr>
          <p:spPr>
            <a:xfrm>
              <a:off x="9946297" y="36971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t4487"/>
            <p:cNvSpPr/>
            <p:nvPr/>
          </p:nvSpPr>
          <p:spPr>
            <a:xfrm>
              <a:off x="9946297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t4488"/>
            <p:cNvSpPr/>
            <p:nvPr/>
          </p:nvSpPr>
          <p:spPr>
            <a:xfrm>
              <a:off x="10850693" y="36679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t4489"/>
            <p:cNvSpPr/>
            <p:nvPr/>
          </p:nvSpPr>
          <p:spPr>
            <a:xfrm>
              <a:off x="10850693" y="35220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t4490"/>
            <p:cNvSpPr/>
            <p:nvPr/>
          </p:nvSpPr>
          <p:spPr>
            <a:xfrm>
              <a:off x="9946297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t4491"/>
            <p:cNvSpPr/>
            <p:nvPr/>
          </p:nvSpPr>
          <p:spPr>
            <a:xfrm>
              <a:off x="10398495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t4492"/>
            <p:cNvSpPr/>
            <p:nvPr/>
          </p:nvSpPr>
          <p:spPr>
            <a:xfrm>
              <a:off x="9946297" y="38722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t4493"/>
            <p:cNvSpPr/>
            <p:nvPr/>
          </p:nvSpPr>
          <p:spPr>
            <a:xfrm>
              <a:off x="10850693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t4494"/>
            <p:cNvSpPr/>
            <p:nvPr/>
          </p:nvSpPr>
          <p:spPr>
            <a:xfrm>
              <a:off x="10398495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t4495"/>
            <p:cNvSpPr/>
            <p:nvPr/>
          </p:nvSpPr>
          <p:spPr>
            <a:xfrm>
              <a:off x="9946297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t4496"/>
            <p:cNvSpPr/>
            <p:nvPr/>
          </p:nvSpPr>
          <p:spPr>
            <a:xfrm>
              <a:off x="10398495" y="37847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t4497"/>
            <p:cNvSpPr/>
            <p:nvPr/>
          </p:nvSpPr>
          <p:spPr>
            <a:xfrm>
              <a:off x="9946297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t4498"/>
            <p:cNvSpPr/>
            <p:nvPr/>
          </p:nvSpPr>
          <p:spPr>
            <a:xfrm>
              <a:off x="9946297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t4499"/>
            <p:cNvSpPr/>
            <p:nvPr/>
          </p:nvSpPr>
          <p:spPr>
            <a:xfrm>
              <a:off x="11302891" y="3288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t4500"/>
            <p:cNvSpPr/>
            <p:nvPr/>
          </p:nvSpPr>
          <p:spPr>
            <a:xfrm>
              <a:off x="11302891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t4501"/>
            <p:cNvSpPr/>
            <p:nvPr/>
          </p:nvSpPr>
          <p:spPr>
            <a:xfrm>
              <a:off x="10850693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t4502"/>
            <p:cNvSpPr/>
            <p:nvPr/>
          </p:nvSpPr>
          <p:spPr>
            <a:xfrm>
              <a:off x="10398495" y="38139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t4503"/>
            <p:cNvSpPr/>
            <p:nvPr/>
          </p:nvSpPr>
          <p:spPr>
            <a:xfrm>
              <a:off x="9946297" y="3901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t4504"/>
            <p:cNvSpPr/>
            <p:nvPr/>
          </p:nvSpPr>
          <p:spPr>
            <a:xfrm>
              <a:off x="9946297" y="41057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t4505"/>
            <p:cNvSpPr/>
            <p:nvPr/>
          </p:nvSpPr>
          <p:spPr>
            <a:xfrm>
              <a:off x="10850693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t4506"/>
            <p:cNvSpPr/>
            <p:nvPr/>
          </p:nvSpPr>
          <p:spPr>
            <a:xfrm>
              <a:off x="9946297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t4507"/>
            <p:cNvSpPr/>
            <p:nvPr/>
          </p:nvSpPr>
          <p:spPr>
            <a:xfrm>
              <a:off x="9946297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t4508"/>
            <p:cNvSpPr/>
            <p:nvPr/>
          </p:nvSpPr>
          <p:spPr>
            <a:xfrm>
              <a:off x="10850693" y="33080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t4509"/>
            <p:cNvSpPr/>
            <p:nvPr/>
          </p:nvSpPr>
          <p:spPr>
            <a:xfrm>
              <a:off x="10850693" y="35706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t4510"/>
            <p:cNvSpPr/>
            <p:nvPr/>
          </p:nvSpPr>
          <p:spPr>
            <a:xfrm>
              <a:off x="11302891" y="32788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t4511"/>
            <p:cNvSpPr/>
            <p:nvPr/>
          </p:nvSpPr>
          <p:spPr>
            <a:xfrm>
              <a:off x="11302891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t4512"/>
            <p:cNvSpPr/>
            <p:nvPr/>
          </p:nvSpPr>
          <p:spPr>
            <a:xfrm>
              <a:off x="10850693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t4513"/>
            <p:cNvSpPr/>
            <p:nvPr/>
          </p:nvSpPr>
          <p:spPr>
            <a:xfrm>
              <a:off x="9946297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t4514"/>
            <p:cNvSpPr/>
            <p:nvPr/>
          </p:nvSpPr>
          <p:spPr>
            <a:xfrm>
              <a:off x="10850693" y="36096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t4515"/>
            <p:cNvSpPr/>
            <p:nvPr/>
          </p:nvSpPr>
          <p:spPr>
            <a:xfrm>
              <a:off x="11302891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t4516"/>
            <p:cNvSpPr/>
            <p:nvPr/>
          </p:nvSpPr>
          <p:spPr>
            <a:xfrm>
              <a:off x="10398495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t4517"/>
            <p:cNvSpPr/>
            <p:nvPr/>
          </p:nvSpPr>
          <p:spPr>
            <a:xfrm>
              <a:off x="10398495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t4518"/>
            <p:cNvSpPr/>
            <p:nvPr/>
          </p:nvSpPr>
          <p:spPr>
            <a:xfrm>
              <a:off x="9946297" y="40084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t4519"/>
            <p:cNvSpPr/>
            <p:nvPr/>
          </p:nvSpPr>
          <p:spPr>
            <a:xfrm>
              <a:off x="10850693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t4520"/>
            <p:cNvSpPr/>
            <p:nvPr/>
          </p:nvSpPr>
          <p:spPr>
            <a:xfrm>
              <a:off x="10850693" y="33761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t4521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t4522"/>
            <p:cNvSpPr/>
            <p:nvPr/>
          </p:nvSpPr>
          <p:spPr>
            <a:xfrm>
              <a:off x="994629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t4523"/>
            <p:cNvSpPr/>
            <p:nvPr/>
          </p:nvSpPr>
          <p:spPr>
            <a:xfrm>
              <a:off x="10398495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t4524"/>
            <p:cNvSpPr/>
            <p:nvPr/>
          </p:nvSpPr>
          <p:spPr>
            <a:xfrm>
              <a:off x="10398495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t4525"/>
            <p:cNvSpPr/>
            <p:nvPr/>
          </p:nvSpPr>
          <p:spPr>
            <a:xfrm>
              <a:off x="10850693" y="37166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t4526"/>
            <p:cNvSpPr/>
            <p:nvPr/>
          </p:nvSpPr>
          <p:spPr>
            <a:xfrm>
              <a:off x="10398495" y="38041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t4527"/>
            <p:cNvSpPr/>
            <p:nvPr/>
          </p:nvSpPr>
          <p:spPr>
            <a:xfrm>
              <a:off x="10398495" y="33955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t4528"/>
            <p:cNvSpPr/>
            <p:nvPr/>
          </p:nvSpPr>
          <p:spPr>
            <a:xfrm>
              <a:off x="11302891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t4529"/>
            <p:cNvSpPr/>
            <p:nvPr/>
          </p:nvSpPr>
          <p:spPr>
            <a:xfrm>
              <a:off x="10398495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t4530"/>
            <p:cNvSpPr/>
            <p:nvPr/>
          </p:nvSpPr>
          <p:spPr>
            <a:xfrm>
              <a:off x="9946297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t4531"/>
            <p:cNvSpPr/>
            <p:nvPr/>
          </p:nvSpPr>
          <p:spPr>
            <a:xfrm>
              <a:off x="11302891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t4532"/>
            <p:cNvSpPr/>
            <p:nvPr/>
          </p:nvSpPr>
          <p:spPr>
            <a:xfrm>
              <a:off x="9946297" y="35706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t4533"/>
            <p:cNvSpPr/>
            <p:nvPr/>
          </p:nvSpPr>
          <p:spPr>
            <a:xfrm>
              <a:off x="10398495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t4534"/>
            <p:cNvSpPr/>
            <p:nvPr/>
          </p:nvSpPr>
          <p:spPr>
            <a:xfrm>
              <a:off x="9946297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t4535"/>
            <p:cNvSpPr/>
            <p:nvPr/>
          </p:nvSpPr>
          <p:spPr>
            <a:xfrm>
              <a:off x="10850693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t4536"/>
            <p:cNvSpPr/>
            <p:nvPr/>
          </p:nvSpPr>
          <p:spPr>
            <a:xfrm>
              <a:off x="10850693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t4537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t4538"/>
            <p:cNvSpPr/>
            <p:nvPr/>
          </p:nvSpPr>
          <p:spPr>
            <a:xfrm>
              <a:off x="11302891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t4539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t4540"/>
            <p:cNvSpPr/>
            <p:nvPr/>
          </p:nvSpPr>
          <p:spPr>
            <a:xfrm>
              <a:off x="10398495" y="39987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t4541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t4542"/>
            <p:cNvSpPr/>
            <p:nvPr/>
          </p:nvSpPr>
          <p:spPr>
            <a:xfrm>
              <a:off x="9946297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t4543"/>
            <p:cNvSpPr/>
            <p:nvPr/>
          </p:nvSpPr>
          <p:spPr>
            <a:xfrm>
              <a:off x="9946297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t4544"/>
            <p:cNvSpPr/>
            <p:nvPr/>
          </p:nvSpPr>
          <p:spPr>
            <a:xfrm>
              <a:off x="10850693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t4545"/>
            <p:cNvSpPr/>
            <p:nvPr/>
          </p:nvSpPr>
          <p:spPr>
            <a:xfrm>
              <a:off x="10398495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t4546"/>
            <p:cNvSpPr/>
            <p:nvPr/>
          </p:nvSpPr>
          <p:spPr>
            <a:xfrm>
              <a:off x="9946297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t4547"/>
            <p:cNvSpPr/>
            <p:nvPr/>
          </p:nvSpPr>
          <p:spPr>
            <a:xfrm>
              <a:off x="10850693" y="35025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t4548"/>
            <p:cNvSpPr/>
            <p:nvPr/>
          </p:nvSpPr>
          <p:spPr>
            <a:xfrm>
              <a:off x="10850693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t4549"/>
            <p:cNvSpPr/>
            <p:nvPr/>
          </p:nvSpPr>
          <p:spPr>
            <a:xfrm>
              <a:off x="9946297" y="39987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t4550"/>
            <p:cNvSpPr/>
            <p:nvPr/>
          </p:nvSpPr>
          <p:spPr>
            <a:xfrm>
              <a:off x="994629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t4551"/>
            <p:cNvSpPr/>
            <p:nvPr/>
          </p:nvSpPr>
          <p:spPr>
            <a:xfrm>
              <a:off x="9946297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t4552"/>
            <p:cNvSpPr/>
            <p:nvPr/>
          </p:nvSpPr>
          <p:spPr>
            <a:xfrm>
              <a:off x="10850693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t4553"/>
            <p:cNvSpPr/>
            <p:nvPr/>
          </p:nvSpPr>
          <p:spPr>
            <a:xfrm>
              <a:off x="10850693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t4554"/>
            <p:cNvSpPr/>
            <p:nvPr/>
          </p:nvSpPr>
          <p:spPr>
            <a:xfrm>
              <a:off x="9946297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t4555"/>
            <p:cNvSpPr/>
            <p:nvPr/>
          </p:nvSpPr>
          <p:spPr>
            <a:xfrm>
              <a:off x="9946297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t4556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t4557"/>
            <p:cNvSpPr/>
            <p:nvPr/>
          </p:nvSpPr>
          <p:spPr>
            <a:xfrm>
              <a:off x="11302891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t4558"/>
            <p:cNvSpPr/>
            <p:nvPr/>
          </p:nvSpPr>
          <p:spPr>
            <a:xfrm>
              <a:off x="9946297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t4559"/>
            <p:cNvSpPr/>
            <p:nvPr/>
          </p:nvSpPr>
          <p:spPr>
            <a:xfrm>
              <a:off x="994629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t4560"/>
            <p:cNvSpPr/>
            <p:nvPr/>
          </p:nvSpPr>
          <p:spPr>
            <a:xfrm>
              <a:off x="10850693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t4561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t4562"/>
            <p:cNvSpPr/>
            <p:nvPr/>
          </p:nvSpPr>
          <p:spPr>
            <a:xfrm>
              <a:off x="9946297" y="39987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t4563"/>
            <p:cNvSpPr/>
            <p:nvPr/>
          </p:nvSpPr>
          <p:spPr>
            <a:xfrm>
              <a:off x="10850693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t4564"/>
            <p:cNvSpPr/>
            <p:nvPr/>
          </p:nvSpPr>
          <p:spPr>
            <a:xfrm>
              <a:off x="10398495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t4565"/>
            <p:cNvSpPr/>
            <p:nvPr/>
          </p:nvSpPr>
          <p:spPr>
            <a:xfrm>
              <a:off x="9946297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t4566"/>
            <p:cNvSpPr/>
            <p:nvPr/>
          </p:nvSpPr>
          <p:spPr>
            <a:xfrm>
              <a:off x="10850693" y="32982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t4567"/>
            <p:cNvSpPr/>
            <p:nvPr/>
          </p:nvSpPr>
          <p:spPr>
            <a:xfrm>
              <a:off x="10850693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t4568"/>
            <p:cNvSpPr/>
            <p:nvPr/>
          </p:nvSpPr>
          <p:spPr>
            <a:xfrm>
              <a:off x="10398495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t4569"/>
            <p:cNvSpPr/>
            <p:nvPr/>
          </p:nvSpPr>
          <p:spPr>
            <a:xfrm>
              <a:off x="10398495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t4570"/>
            <p:cNvSpPr/>
            <p:nvPr/>
          </p:nvSpPr>
          <p:spPr>
            <a:xfrm>
              <a:off x="10850693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t4571"/>
            <p:cNvSpPr/>
            <p:nvPr/>
          </p:nvSpPr>
          <p:spPr>
            <a:xfrm>
              <a:off x="994629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t4572"/>
            <p:cNvSpPr/>
            <p:nvPr/>
          </p:nvSpPr>
          <p:spPr>
            <a:xfrm>
              <a:off x="9946297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t4573"/>
            <p:cNvSpPr/>
            <p:nvPr/>
          </p:nvSpPr>
          <p:spPr>
            <a:xfrm>
              <a:off x="11302891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t4574"/>
            <p:cNvSpPr/>
            <p:nvPr/>
          </p:nvSpPr>
          <p:spPr>
            <a:xfrm>
              <a:off x="9946297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t4575"/>
            <p:cNvSpPr/>
            <p:nvPr/>
          </p:nvSpPr>
          <p:spPr>
            <a:xfrm>
              <a:off x="10398495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t4576"/>
            <p:cNvSpPr/>
            <p:nvPr/>
          </p:nvSpPr>
          <p:spPr>
            <a:xfrm>
              <a:off x="9946297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t4577"/>
            <p:cNvSpPr/>
            <p:nvPr/>
          </p:nvSpPr>
          <p:spPr>
            <a:xfrm>
              <a:off x="9946297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t4578"/>
            <p:cNvSpPr/>
            <p:nvPr/>
          </p:nvSpPr>
          <p:spPr>
            <a:xfrm>
              <a:off x="10398495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t4579"/>
            <p:cNvSpPr/>
            <p:nvPr/>
          </p:nvSpPr>
          <p:spPr>
            <a:xfrm>
              <a:off x="11755089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t4580"/>
            <p:cNvSpPr/>
            <p:nvPr/>
          </p:nvSpPr>
          <p:spPr>
            <a:xfrm>
              <a:off x="10850693" y="3269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t4581"/>
            <p:cNvSpPr/>
            <p:nvPr/>
          </p:nvSpPr>
          <p:spPr>
            <a:xfrm>
              <a:off x="11302891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t4582"/>
            <p:cNvSpPr/>
            <p:nvPr/>
          </p:nvSpPr>
          <p:spPr>
            <a:xfrm>
              <a:off x="10398495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t4583"/>
            <p:cNvSpPr/>
            <p:nvPr/>
          </p:nvSpPr>
          <p:spPr>
            <a:xfrm>
              <a:off x="994629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t4584"/>
            <p:cNvSpPr/>
            <p:nvPr/>
          </p:nvSpPr>
          <p:spPr>
            <a:xfrm>
              <a:off x="10850693" y="3415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t4585"/>
            <p:cNvSpPr/>
            <p:nvPr/>
          </p:nvSpPr>
          <p:spPr>
            <a:xfrm>
              <a:off x="10850693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t4586"/>
            <p:cNvSpPr/>
            <p:nvPr/>
          </p:nvSpPr>
          <p:spPr>
            <a:xfrm>
              <a:off x="9946297" y="37749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t4587"/>
            <p:cNvSpPr/>
            <p:nvPr/>
          </p:nvSpPr>
          <p:spPr>
            <a:xfrm>
              <a:off x="10850693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t4588"/>
            <p:cNvSpPr/>
            <p:nvPr/>
          </p:nvSpPr>
          <p:spPr>
            <a:xfrm>
              <a:off x="9946297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t4589"/>
            <p:cNvSpPr/>
            <p:nvPr/>
          </p:nvSpPr>
          <p:spPr>
            <a:xfrm>
              <a:off x="9946297" y="4037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t4590"/>
            <p:cNvSpPr/>
            <p:nvPr/>
          </p:nvSpPr>
          <p:spPr>
            <a:xfrm>
              <a:off x="994629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t4591"/>
            <p:cNvSpPr/>
            <p:nvPr/>
          </p:nvSpPr>
          <p:spPr>
            <a:xfrm>
              <a:off x="11302891" y="3152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t4592"/>
            <p:cNvSpPr/>
            <p:nvPr/>
          </p:nvSpPr>
          <p:spPr>
            <a:xfrm>
              <a:off x="10850693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t4593"/>
            <p:cNvSpPr/>
            <p:nvPr/>
          </p:nvSpPr>
          <p:spPr>
            <a:xfrm>
              <a:off x="9946297" y="37263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t4594"/>
            <p:cNvSpPr/>
            <p:nvPr/>
          </p:nvSpPr>
          <p:spPr>
            <a:xfrm>
              <a:off x="9946297" y="41057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t4595"/>
            <p:cNvSpPr/>
            <p:nvPr/>
          </p:nvSpPr>
          <p:spPr>
            <a:xfrm>
              <a:off x="9946297" y="40473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t4596"/>
            <p:cNvSpPr/>
            <p:nvPr/>
          </p:nvSpPr>
          <p:spPr>
            <a:xfrm>
              <a:off x="10850693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t4597"/>
            <p:cNvSpPr/>
            <p:nvPr/>
          </p:nvSpPr>
          <p:spPr>
            <a:xfrm>
              <a:off x="10850693" y="38528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t4598"/>
            <p:cNvSpPr/>
            <p:nvPr/>
          </p:nvSpPr>
          <p:spPr>
            <a:xfrm>
              <a:off x="10850693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t4599"/>
            <p:cNvSpPr/>
            <p:nvPr/>
          </p:nvSpPr>
          <p:spPr>
            <a:xfrm>
              <a:off x="10398495" y="40279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t4600"/>
            <p:cNvSpPr/>
            <p:nvPr/>
          </p:nvSpPr>
          <p:spPr>
            <a:xfrm>
              <a:off x="11755089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t4601"/>
            <p:cNvSpPr/>
            <p:nvPr/>
          </p:nvSpPr>
          <p:spPr>
            <a:xfrm>
              <a:off x="10850693" y="3453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t4602"/>
            <p:cNvSpPr/>
            <p:nvPr/>
          </p:nvSpPr>
          <p:spPr>
            <a:xfrm>
              <a:off x="10850693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t4603"/>
            <p:cNvSpPr/>
            <p:nvPr/>
          </p:nvSpPr>
          <p:spPr>
            <a:xfrm>
              <a:off x="10398495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t4604"/>
            <p:cNvSpPr/>
            <p:nvPr/>
          </p:nvSpPr>
          <p:spPr>
            <a:xfrm>
              <a:off x="10850693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t4605"/>
            <p:cNvSpPr/>
            <p:nvPr/>
          </p:nvSpPr>
          <p:spPr>
            <a:xfrm>
              <a:off x="9946297" y="40279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t4606"/>
            <p:cNvSpPr/>
            <p:nvPr/>
          </p:nvSpPr>
          <p:spPr>
            <a:xfrm>
              <a:off x="9946297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t4607"/>
            <p:cNvSpPr/>
            <p:nvPr/>
          </p:nvSpPr>
          <p:spPr>
            <a:xfrm>
              <a:off x="9946297" y="37749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t4608"/>
            <p:cNvSpPr/>
            <p:nvPr/>
          </p:nvSpPr>
          <p:spPr>
            <a:xfrm>
              <a:off x="9946297" y="36874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t4609"/>
            <p:cNvSpPr/>
            <p:nvPr/>
          </p:nvSpPr>
          <p:spPr>
            <a:xfrm>
              <a:off x="9946297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t4610"/>
            <p:cNvSpPr/>
            <p:nvPr/>
          </p:nvSpPr>
          <p:spPr>
            <a:xfrm>
              <a:off x="10398495" y="32982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t4611"/>
            <p:cNvSpPr/>
            <p:nvPr/>
          </p:nvSpPr>
          <p:spPr>
            <a:xfrm>
              <a:off x="10398495" y="34734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t4612"/>
            <p:cNvSpPr/>
            <p:nvPr/>
          </p:nvSpPr>
          <p:spPr>
            <a:xfrm>
              <a:off x="10850693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t4613"/>
            <p:cNvSpPr/>
            <p:nvPr/>
          </p:nvSpPr>
          <p:spPr>
            <a:xfrm>
              <a:off x="9946297" y="40765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t4614"/>
            <p:cNvSpPr/>
            <p:nvPr/>
          </p:nvSpPr>
          <p:spPr>
            <a:xfrm>
              <a:off x="9946297" y="40279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t4615"/>
            <p:cNvSpPr/>
            <p:nvPr/>
          </p:nvSpPr>
          <p:spPr>
            <a:xfrm>
              <a:off x="10850693" y="3337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t4616"/>
            <p:cNvSpPr/>
            <p:nvPr/>
          </p:nvSpPr>
          <p:spPr>
            <a:xfrm>
              <a:off x="10398495" y="39403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t4617"/>
            <p:cNvSpPr/>
            <p:nvPr/>
          </p:nvSpPr>
          <p:spPr>
            <a:xfrm>
              <a:off x="10850693" y="38041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t4618"/>
            <p:cNvSpPr/>
            <p:nvPr/>
          </p:nvSpPr>
          <p:spPr>
            <a:xfrm>
              <a:off x="10850693" y="35123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t4619"/>
            <p:cNvSpPr/>
            <p:nvPr/>
          </p:nvSpPr>
          <p:spPr>
            <a:xfrm>
              <a:off x="9946297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t4620"/>
            <p:cNvSpPr/>
            <p:nvPr/>
          </p:nvSpPr>
          <p:spPr>
            <a:xfrm>
              <a:off x="10850693" y="3337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t4621"/>
            <p:cNvSpPr/>
            <p:nvPr/>
          </p:nvSpPr>
          <p:spPr>
            <a:xfrm>
              <a:off x="10398495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t4622"/>
            <p:cNvSpPr/>
            <p:nvPr/>
          </p:nvSpPr>
          <p:spPr>
            <a:xfrm>
              <a:off x="9946297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t4623"/>
            <p:cNvSpPr/>
            <p:nvPr/>
          </p:nvSpPr>
          <p:spPr>
            <a:xfrm>
              <a:off x="10398495" y="37847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t4624"/>
            <p:cNvSpPr/>
            <p:nvPr/>
          </p:nvSpPr>
          <p:spPr>
            <a:xfrm>
              <a:off x="10398495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t4625"/>
            <p:cNvSpPr/>
            <p:nvPr/>
          </p:nvSpPr>
          <p:spPr>
            <a:xfrm>
              <a:off x="9946297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t4626"/>
            <p:cNvSpPr/>
            <p:nvPr/>
          </p:nvSpPr>
          <p:spPr>
            <a:xfrm>
              <a:off x="9946297" y="36874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t4627"/>
            <p:cNvSpPr/>
            <p:nvPr/>
          </p:nvSpPr>
          <p:spPr>
            <a:xfrm>
              <a:off x="10850693" y="36387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t4628"/>
            <p:cNvSpPr/>
            <p:nvPr/>
          </p:nvSpPr>
          <p:spPr>
            <a:xfrm>
              <a:off x="9946297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t4629"/>
            <p:cNvSpPr/>
            <p:nvPr/>
          </p:nvSpPr>
          <p:spPr>
            <a:xfrm>
              <a:off x="10398495" y="3862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t4630"/>
            <p:cNvSpPr/>
            <p:nvPr/>
          </p:nvSpPr>
          <p:spPr>
            <a:xfrm>
              <a:off x="11302891" y="3181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t4631"/>
            <p:cNvSpPr/>
            <p:nvPr/>
          </p:nvSpPr>
          <p:spPr>
            <a:xfrm>
              <a:off x="11302891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t4632"/>
            <p:cNvSpPr/>
            <p:nvPr/>
          </p:nvSpPr>
          <p:spPr>
            <a:xfrm>
              <a:off x="10850693" y="35804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t4633"/>
            <p:cNvSpPr/>
            <p:nvPr/>
          </p:nvSpPr>
          <p:spPr>
            <a:xfrm>
              <a:off x="11302891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t4634"/>
            <p:cNvSpPr/>
            <p:nvPr/>
          </p:nvSpPr>
          <p:spPr>
            <a:xfrm>
              <a:off x="10850693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t4635"/>
            <p:cNvSpPr/>
            <p:nvPr/>
          </p:nvSpPr>
          <p:spPr>
            <a:xfrm>
              <a:off x="10850693" y="33955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t4636"/>
            <p:cNvSpPr/>
            <p:nvPr/>
          </p:nvSpPr>
          <p:spPr>
            <a:xfrm>
              <a:off x="10850693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t4637"/>
            <p:cNvSpPr/>
            <p:nvPr/>
          </p:nvSpPr>
          <p:spPr>
            <a:xfrm>
              <a:off x="10398495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t4638"/>
            <p:cNvSpPr/>
            <p:nvPr/>
          </p:nvSpPr>
          <p:spPr>
            <a:xfrm>
              <a:off x="10398495" y="39111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t4639"/>
            <p:cNvSpPr/>
            <p:nvPr/>
          </p:nvSpPr>
          <p:spPr>
            <a:xfrm>
              <a:off x="10850693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t4640"/>
            <p:cNvSpPr/>
            <p:nvPr/>
          </p:nvSpPr>
          <p:spPr>
            <a:xfrm>
              <a:off x="11755089" y="3453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t4641"/>
            <p:cNvSpPr/>
            <p:nvPr/>
          </p:nvSpPr>
          <p:spPr>
            <a:xfrm>
              <a:off x="10850693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t4642"/>
            <p:cNvSpPr/>
            <p:nvPr/>
          </p:nvSpPr>
          <p:spPr>
            <a:xfrm>
              <a:off x="10850693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t4643"/>
            <p:cNvSpPr/>
            <p:nvPr/>
          </p:nvSpPr>
          <p:spPr>
            <a:xfrm>
              <a:off x="10850693" y="35804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t4644"/>
            <p:cNvSpPr/>
            <p:nvPr/>
          </p:nvSpPr>
          <p:spPr>
            <a:xfrm>
              <a:off x="9946297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t4645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t4646"/>
            <p:cNvSpPr/>
            <p:nvPr/>
          </p:nvSpPr>
          <p:spPr>
            <a:xfrm>
              <a:off x="10850693" y="36096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t4647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t4648"/>
            <p:cNvSpPr/>
            <p:nvPr/>
          </p:nvSpPr>
          <p:spPr>
            <a:xfrm>
              <a:off x="11302891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t4649"/>
            <p:cNvSpPr/>
            <p:nvPr/>
          </p:nvSpPr>
          <p:spPr>
            <a:xfrm>
              <a:off x="10398495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t4650"/>
            <p:cNvSpPr/>
            <p:nvPr/>
          </p:nvSpPr>
          <p:spPr>
            <a:xfrm>
              <a:off x="10398495" y="3862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t4651"/>
            <p:cNvSpPr/>
            <p:nvPr/>
          </p:nvSpPr>
          <p:spPr>
            <a:xfrm>
              <a:off x="10850693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t4652"/>
            <p:cNvSpPr/>
            <p:nvPr/>
          </p:nvSpPr>
          <p:spPr>
            <a:xfrm>
              <a:off x="10850693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t4653"/>
            <p:cNvSpPr/>
            <p:nvPr/>
          </p:nvSpPr>
          <p:spPr>
            <a:xfrm>
              <a:off x="10398495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t4654"/>
            <p:cNvSpPr/>
            <p:nvPr/>
          </p:nvSpPr>
          <p:spPr>
            <a:xfrm>
              <a:off x="10398495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t4655"/>
            <p:cNvSpPr/>
            <p:nvPr/>
          </p:nvSpPr>
          <p:spPr>
            <a:xfrm>
              <a:off x="9946297" y="39403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t4656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t4657"/>
            <p:cNvSpPr/>
            <p:nvPr/>
          </p:nvSpPr>
          <p:spPr>
            <a:xfrm>
              <a:off x="10398495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t4658"/>
            <p:cNvSpPr/>
            <p:nvPr/>
          </p:nvSpPr>
          <p:spPr>
            <a:xfrm>
              <a:off x="10398495" y="35901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t4659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t4660"/>
            <p:cNvSpPr/>
            <p:nvPr/>
          </p:nvSpPr>
          <p:spPr>
            <a:xfrm>
              <a:off x="10850693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t4661"/>
            <p:cNvSpPr/>
            <p:nvPr/>
          </p:nvSpPr>
          <p:spPr>
            <a:xfrm>
              <a:off x="10850693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t4662"/>
            <p:cNvSpPr/>
            <p:nvPr/>
          </p:nvSpPr>
          <p:spPr>
            <a:xfrm>
              <a:off x="10850693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t4663"/>
            <p:cNvSpPr/>
            <p:nvPr/>
          </p:nvSpPr>
          <p:spPr>
            <a:xfrm>
              <a:off x="10398495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t4664"/>
            <p:cNvSpPr/>
            <p:nvPr/>
          </p:nvSpPr>
          <p:spPr>
            <a:xfrm>
              <a:off x="10850693" y="34636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t4665"/>
            <p:cNvSpPr/>
            <p:nvPr/>
          </p:nvSpPr>
          <p:spPr>
            <a:xfrm>
              <a:off x="10850693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t4666"/>
            <p:cNvSpPr/>
            <p:nvPr/>
          </p:nvSpPr>
          <p:spPr>
            <a:xfrm>
              <a:off x="10850693" y="33955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t4667"/>
            <p:cNvSpPr/>
            <p:nvPr/>
          </p:nvSpPr>
          <p:spPr>
            <a:xfrm>
              <a:off x="9946297" y="37555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t4668"/>
            <p:cNvSpPr/>
            <p:nvPr/>
          </p:nvSpPr>
          <p:spPr>
            <a:xfrm>
              <a:off x="11755089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t4669"/>
            <p:cNvSpPr/>
            <p:nvPr/>
          </p:nvSpPr>
          <p:spPr>
            <a:xfrm>
              <a:off x="10850693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t4670"/>
            <p:cNvSpPr/>
            <p:nvPr/>
          </p:nvSpPr>
          <p:spPr>
            <a:xfrm>
              <a:off x="10398495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t4671"/>
            <p:cNvSpPr/>
            <p:nvPr/>
          </p:nvSpPr>
          <p:spPr>
            <a:xfrm>
              <a:off x="10850693" y="38430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t4672"/>
            <p:cNvSpPr/>
            <p:nvPr/>
          </p:nvSpPr>
          <p:spPr>
            <a:xfrm>
              <a:off x="10850693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t4673"/>
            <p:cNvSpPr/>
            <p:nvPr/>
          </p:nvSpPr>
          <p:spPr>
            <a:xfrm>
              <a:off x="9946297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t4674"/>
            <p:cNvSpPr/>
            <p:nvPr/>
          </p:nvSpPr>
          <p:spPr>
            <a:xfrm>
              <a:off x="10850693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t4675"/>
            <p:cNvSpPr/>
            <p:nvPr/>
          </p:nvSpPr>
          <p:spPr>
            <a:xfrm>
              <a:off x="9946297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t4676"/>
            <p:cNvSpPr/>
            <p:nvPr/>
          </p:nvSpPr>
          <p:spPr>
            <a:xfrm>
              <a:off x="9946297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t4677"/>
            <p:cNvSpPr/>
            <p:nvPr/>
          </p:nvSpPr>
          <p:spPr>
            <a:xfrm>
              <a:off x="994629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t4678"/>
            <p:cNvSpPr/>
            <p:nvPr/>
          </p:nvSpPr>
          <p:spPr>
            <a:xfrm>
              <a:off x="9946297" y="38139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t4679"/>
            <p:cNvSpPr/>
            <p:nvPr/>
          </p:nvSpPr>
          <p:spPr>
            <a:xfrm>
              <a:off x="11302891" y="323991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t4680"/>
            <p:cNvSpPr/>
            <p:nvPr/>
          </p:nvSpPr>
          <p:spPr>
            <a:xfrm>
              <a:off x="10850693" y="35512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t4681"/>
            <p:cNvSpPr/>
            <p:nvPr/>
          </p:nvSpPr>
          <p:spPr>
            <a:xfrm>
              <a:off x="9946297" y="39890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t4682"/>
            <p:cNvSpPr/>
            <p:nvPr/>
          </p:nvSpPr>
          <p:spPr>
            <a:xfrm>
              <a:off x="9946297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t4683"/>
            <p:cNvSpPr/>
            <p:nvPr/>
          </p:nvSpPr>
          <p:spPr>
            <a:xfrm>
              <a:off x="9946297" y="40571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t4684"/>
            <p:cNvSpPr/>
            <p:nvPr/>
          </p:nvSpPr>
          <p:spPr>
            <a:xfrm>
              <a:off x="10850693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t4685"/>
            <p:cNvSpPr/>
            <p:nvPr/>
          </p:nvSpPr>
          <p:spPr>
            <a:xfrm>
              <a:off x="11755089" y="34831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t4686"/>
            <p:cNvSpPr/>
            <p:nvPr/>
          </p:nvSpPr>
          <p:spPr>
            <a:xfrm>
              <a:off x="9946297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t4687"/>
            <p:cNvSpPr/>
            <p:nvPr/>
          </p:nvSpPr>
          <p:spPr>
            <a:xfrm>
              <a:off x="994629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t4688"/>
            <p:cNvSpPr/>
            <p:nvPr/>
          </p:nvSpPr>
          <p:spPr>
            <a:xfrm>
              <a:off x="9946297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t4689"/>
            <p:cNvSpPr/>
            <p:nvPr/>
          </p:nvSpPr>
          <p:spPr>
            <a:xfrm>
              <a:off x="9946297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t4690"/>
            <p:cNvSpPr/>
            <p:nvPr/>
          </p:nvSpPr>
          <p:spPr>
            <a:xfrm>
              <a:off x="10850693" y="39403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t4691"/>
            <p:cNvSpPr/>
            <p:nvPr/>
          </p:nvSpPr>
          <p:spPr>
            <a:xfrm>
              <a:off x="10850693" y="36874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t4692"/>
            <p:cNvSpPr/>
            <p:nvPr/>
          </p:nvSpPr>
          <p:spPr>
            <a:xfrm>
              <a:off x="9946297" y="38820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t4693"/>
            <p:cNvSpPr/>
            <p:nvPr/>
          </p:nvSpPr>
          <p:spPr>
            <a:xfrm>
              <a:off x="9946297" y="39890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t4694"/>
            <p:cNvSpPr/>
            <p:nvPr/>
          </p:nvSpPr>
          <p:spPr>
            <a:xfrm>
              <a:off x="9946297" y="34831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t4695"/>
            <p:cNvSpPr/>
            <p:nvPr/>
          </p:nvSpPr>
          <p:spPr>
            <a:xfrm>
              <a:off x="11755089" y="3152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t4696"/>
            <p:cNvSpPr/>
            <p:nvPr/>
          </p:nvSpPr>
          <p:spPr>
            <a:xfrm>
              <a:off x="10398495" y="33663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t4697"/>
            <p:cNvSpPr/>
            <p:nvPr/>
          </p:nvSpPr>
          <p:spPr>
            <a:xfrm>
              <a:off x="10398495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t4698"/>
            <p:cNvSpPr/>
            <p:nvPr/>
          </p:nvSpPr>
          <p:spPr>
            <a:xfrm>
              <a:off x="9946297" y="40084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t4699"/>
            <p:cNvSpPr/>
            <p:nvPr/>
          </p:nvSpPr>
          <p:spPr>
            <a:xfrm>
              <a:off x="11302891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t4700"/>
            <p:cNvSpPr/>
            <p:nvPr/>
          </p:nvSpPr>
          <p:spPr>
            <a:xfrm>
              <a:off x="9946297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t4701"/>
            <p:cNvSpPr/>
            <p:nvPr/>
          </p:nvSpPr>
          <p:spPr>
            <a:xfrm>
              <a:off x="9946297" y="35512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t4702"/>
            <p:cNvSpPr/>
            <p:nvPr/>
          </p:nvSpPr>
          <p:spPr>
            <a:xfrm>
              <a:off x="11302891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t4703"/>
            <p:cNvSpPr/>
            <p:nvPr/>
          </p:nvSpPr>
          <p:spPr>
            <a:xfrm>
              <a:off x="10398495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t4704"/>
            <p:cNvSpPr/>
            <p:nvPr/>
          </p:nvSpPr>
          <p:spPr>
            <a:xfrm>
              <a:off x="9946297" y="3891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t4705"/>
            <p:cNvSpPr/>
            <p:nvPr/>
          </p:nvSpPr>
          <p:spPr>
            <a:xfrm>
              <a:off x="10850693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t4706"/>
            <p:cNvSpPr/>
            <p:nvPr/>
          </p:nvSpPr>
          <p:spPr>
            <a:xfrm>
              <a:off x="11302891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t4707"/>
            <p:cNvSpPr/>
            <p:nvPr/>
          </p:nvSpPr>
          <p:spPr>
            <a:xfrm>
              <a:off x="10850693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t4708"/>
            <p:cNvSpPr/>
            <p:nvPr/>
          </p:nvSpPr>
          <p:spPr>
            <a:xfrm>
              <a:off x="10850693" y="34831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t4709"/>
            <p:cNvSpPr/>
            <p:nvPr/>
          </p:nvSpPr>
          <p:spPr>
            <a:xfrm>
              <a:off x="11302891" y="34442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t4710"/>
            <p:cNvSpPr/>
            <p:nvPr/>
          </p:nvSpPr>
          <p:spPr>
            <a:xfrm>
              <a:off x="10850693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t4711"/>
            <p:cNvSpPr/>
            <p:nvPr/>
          </p:nvSpPr>
          <p:spPr>
            <a:xfrm>
              <a:off x="10398495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t4712"/>
            <p:cNvSpPr/>
            <p:nvPr/>
          </p:nvSpPr>
          <p:spPr>
            <a:xfrm>
              <a:off x="10850693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t4713"/>
            <p:cNvSpPr/>
            <p:nvPr/>
          </p:nvSpPr>
          <p:spPr>
            <a:xfrm>
              <a:off x="10850693" y="3288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t4714"/>
            <p:cNvSpPr/>
            <p:nvPr/>
          </p:nvSpPr>
          <p:spPr>
            <a:xfrm>
              <a:off x="10850693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t4715"/>
            <p:cNvSpPr/>
            <p:nvPr/>
          </p:nvSpPr>
          <p:spPr>
            <a:xfrm>
              <a:off x="10398495" y="37555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t4716"/>
            <p:cNvSpPr/>
            <p:nvPr/>
          </p:nvSpPr>
          <p:spPr>
            <a:xfrm>
              <a:off x="11755089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t4717"/>
            <p:cNvSpPr/>
            <p:nvPr/>
          </p:nvSpPr>
          <p:spPr>
            <a:xfrm>
              <a:off x="9946297" y="3833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t4718"/>
            <p:cNvSpPr/>
            <p:nvPr/>
          </p:nvSpPr>
          <p:spPr>
            <a:xfrm>
              <a:off x="9946297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t4719"/>
            <p:cNvSpPr/>
            <p:nvPr/>
          </p:nvSpPr>
          <p:spPr>
            <a:xfrm>
              <a:off x="11302891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t4720"/>
            <p:cNvSpPr/>
            <p:nvPr/>
          </p:nvSpPr>
          <p:spPr>
            <a:xfrm>
              <a:off x="10398495" y="38236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t4721"/>
            <p:cNvSpPr/>
            <p:nvPr/>
          </p:nvSpPr>
          <p:spPr>
            <a:xfrm>
              <a:off x="10850693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t4722"/>
            <p:cNvSpPr/>
            <p:nvPr/>
          </p:nvSpPr>
          <p:spPr>
            <a:xfrm>
              <a:off x="9946297" y="39501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t4723"/>
            <p:cNvSpPr/>
            <p:nvPr/>
          </p:nvSpPr>
          <p:spPr>
            <a:xfrm>
              <a:off x="9946297" y="39890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t4724"/>
            <p:cNvSpPr/>
            <p:nvPr/>
          </p:nvSpPr>
          <p:spPr>
            <a:xfrm>
              <a:off x="10398495" y="40960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t4725"/>
            <p:cNvSpPr/>
            <p:nvPr/>
          </p:nvSpPr>
          <p:spPr>
            <a:xfrm>
              <a:off x="9946297" y="40863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t4726"/>
            <p:cNvSpPr/>
            <p:nvPr/>
          </p:nvSpPr>
          <p:spPr>
            <a:xfrm>
              <a:off x="10398495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t4727"/>
            <p:cNvSpPr/>
            <p:nvPr/>
          </p:nvSpPr>
          <p:spPr>
            <a:xfrm>
              <a:off x="10850693" y="36290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t4728"/>
            <p:cNvSpPr/>
            <p:nvPr/>
          </p:nvSpPr>
          <p:spPr>
            <a:xfrm>
              <a:off x="10398495" y="3385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t4729"/>
            <p:cNvSpPr/>
            <p:nvPr/>
          </p:nvSpPr>
          <p:spPr>
            <a:xfrm>
              <a:off x="9946297" y="38333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t4730"/>
            <p:cNvSpPr/>
            <p:nvPr/>
          </p:nvSpPr>
          <p:spPr>
            <a:xfrm>
              <a:off x="10850693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t4731"/>
            <p:cNvSpPr/>
            <p:nvPr/>
          </p:nvSpPr>
          <p:spPr>
            <a:xfrm>
              <a:off x="10398495" y="35025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t4732"/>
            <p:cNvSpPr/>
            <p:nvPr/>
          </p:nvSpPr>
          <p:spPr>
            <a:xfrm>
              <a:off x="9946297" y="39695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t4733"/>
            <p:cNvSpPr/>
            <p:nvPr/>
          </p:nvSpPr>
          <p:spPr>
            <a:xfrm>
              <a:off x="9946297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t4734"/>
            <p:cNvSpPr/>
            <p:nvPr/>
          </p:nvSpPr>
          <p:spPr>
            <a:xfrm>
              <a:off x="9946297" y="37068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t4735"/>
            <p:cNvSpPr/>
            <p:nvPr/>
          </p:nvSpPr>
          <p:spPr>
            <a:xfrm>
              <a:off x="10850693" y="35609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t4736"/>
            <p:cNvSpPr/>
            <p:nvPr/>
          </p:nvSpPr>
          <p:spPr>
            <a:xfrm>
              <a:off x="9946297" y="4134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t4737"/>
            <p:cNvSpPr/>
            <p:nvPr/>
          </p:nvSpPr>
          <p:spPr>
            <a:xfrm>
              <a:off x="10398495" y="35415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t4738"/>
            <p:cNvSpPr/>
            <p:nvPr/>
          </p:nvSpPr>
          <p:spPr>
            <a:xfrm>
              <a:off x="10398495" y="37944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t4739"/>
            <p:cNvSpPr/>
            <p:nvPr/>
          </p:nvSpPr>
          <p:spPr>
            <a:xfrm>
              <a:off x="10398495" y="36582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t4740"/>
            <p:cNvSpPr/>
            <p:nvPr/>
          </p:nvSpPr>
          <p:spPr>
            <a:xfrm>
              <a:off x="9946297" y="37652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t4741"/>
            <p:cNvSpPr/>
            <p:nvPr/>
          </p:nvSpPr>
          <p:spPr>
            <a:xfrm>
              <a:off x="9946297" y="38528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t4742"/>
            <p:cNvSpPr/>
            <p:nvPr/>
          </p:nvSpPr>
          <p:spPr>
            <a:xfrm>
              <a:off x="10850693" y="35317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t4743"/>
            <p:cNvSpPr/>
            <p:nvPr/>
          </p:nvSpPr>
          <p:spPr>
            <a:xfrm>
              <a:off x="11302891" y="32204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t4744"/>
            <p:cNvSpPr/>
            <p:nvPr/>
          </p:nvSpPr>
          <p:spPr>
            <a:xfrm>
              <a:off x="11302891" y="32107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t4745"/>
            <p:cNvSpPr/>
            <p:nvPr/>
          </p:nvSpPr>
          <p:spPr>
            <a:xfrm>
              <a:off x="10850693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t4746"/>
            <p:cNvSpPr/>
            <p:nvPr/>
          </p:nvSpPr>
          <p:spPr>
            <a:xfrm>
              <a:off x="11755089" y="335666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t4747"/>
            <p:cNvSpPr/>
            <p:nvPr/>
          </p:nvSpPr>
          <p:spPr>
            <a:xfrm>
              <a:off x="11302891" y="34539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t4748"/>
            <p:cNvSpPr/>
            <p:nvPr/>
          </p:nvSpPr>
          <p:spPr>
            <a:xfrm>
              <a:off x="9946297" y="411549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t4749"/>
            <p:cNvSpPr/>
            <p:nvPr/>
          </p:nvSpPr>
          <p:spPr>
            <a:xfrm>
              <a:off x="10850693" y="37360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t4750"/>
            <p:cNvSpPr/>
            <p:nvPr/>
          </p:nvSpPr>
          <p:spPr>
            <a:xfrm>
              <a:off x="11302891" y="361933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t4751"/>
            <p:cNvSpPr/>
            <p:nvPr/>
          </p:nvSpPr>
          <p:spPr>
            <a:xfrm>
              <a:off x="9946297" y="36777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t4752"/>
            <p:cNvSpPr/>
            <p:nvPr/>
          </p:nvSpPr>
          <p:spPr>
            <a:xfrm>
              <a:off x="9946297" y="37458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t4753"/>
            <p:cNvSpPr/>
            <p:nvPr/>
          </p:nvSpPr>
          <p:spPr>
            <a:xfrm>
              <a:off x="9946297" y="41446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t4754"/>
            <p:cNvSpPr/>
            <p:nvPr/>
          </p:nvSpPr>
          <p:spPr>
            <a:xfrm>
              <a:off x="9946297" y="38625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t4755"/>
            <p:cNvSpPr/>
            <p:nvPr/>
          </p:nvSpPr>
          <p:spPr>
            <a:xfrm>
              <a:off x="9946297" y="406684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t4756"/>
            <p:cNvSpPr/>
            <p:nvPr/>
          </p:nvSpPr>
          <p:spPr>
            <a:xfrm>
              <a:off x="10398495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t4757"/>
            <p:cNvSpPr/>
            <p:nvPr/>
          </p:nvSpPr>
          <p:spPr>
            <a:xfrm>
              <a:off x="9946297" y="364851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t4758"/>
            <p:cNvSpPr/>
            <p:nvPr/>
          </p:nvSpPr>
          <p:spPr>
            <a:xfrm>
              <a:off x="9946297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t4759"/>
            <p:cNvSpPr/>
            <p:nvPr/>
          </p:nvSpPr>
          <p:spPr>
            <a:xfrm>
              <a:off x="10398495" y="332747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t4760"/>
            <p:cNvSpPr/>
            <p:nvPr/>
          </p:nvSpPr>
          <p:spPr>
            <a:xfrm>
              <a:off x="9946297" y="401820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t4761"/>
            <p:cNvSpPr/>
            <p:nvPr/>
          </p:nvSpPr>
          <p:spPr>
            <a:xfrm>
              <a:off x="10398495" y="380417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g4762"/>
            <p:cNvSpPr/>
            <p:nvPr/>
          </p:nvSpPr>
          <p:spPr>
            <a:xfrm>
              <a:off x="9965574" y="3230824"/>
              <a:ext cx="1808792" cy="706686"/>
            </a:xfrm>
            <a:custGeom>
              <a:avLst/>
              <a:pathLst>
                <a:path w="1808792" h="706686">
                  <a:moveTo>
                    <a:pt x="0" y="634909"/>
                  </a:moveTo>
                  <a:lnTo>
                    <a:pt x="22896" y="627006"/>
                  </a:lnTo>
                  <a:lnTo>
                    <a:pt x="45792" y="619011"/>
                  </a:lnTo>
                  <a:lnTo>
                    <a:pt x="68688" y="610918"/>
                  </a:lnTo>
                  <a:lnTo>
                    <a:pt x="91584" y="602727"/>
                  </a:lnTo>
                  <a:lnTo>
                    <a:pt x="114480" y="594435"/>
                  </a:lnTo>
                  <a:lnTo>
                    <a:pt x="137376" y="586046"/>
                  </a:lnTo>
                  <a:lnTo>
                    <a:pt x="160272" y="577560"/>
                  </a:lnTo>
                  <a:lnTo>
                    <a:pt x="183168" y="568984"/>
                  </a:lnTo>
                  <a:lnTo>
                    <a:pt x="206064" y="560325"/>
                  </a:lnTo>
                  <a:lnTo>
                    <a:pt x="228961" y="551592"/>
                  </a:lnTo>
                  <a:lnTo>
                    <a:pt x="251857" y="542797"/>
                  </a:lnTo>
                  <a:lnTo>
                    <a:pt x="274753" y="533951"/>
                  </a:lnTo>
                  <a:lnTo>
                    <a:pt x="297649" y="525068"/>
                  </a:lnTo>
                  <a:lnTo>
                    <a:pt x="320545" y="516162"/>
                  </a:lnTo>
                  <a:lnTo>
                    <a:pt x="343441" y="507246"/>
                  </a:lnTo>
                  <a:lnTo>
                    <a:pt x="366337" y="498332"/>
                  </a:lnTo>
                  <a:lnTo>
                    <a:pt x="389233" y="489434"/>
                  </a:lnTo>
                  <a:lnTo>
                    <a:pt x="412129" y="480561"/>
                  </a:lnTo>
                  <a:lnTo>
                    <a:pt x="435026" y="471725"/>
                  </a:lnTo>
                  <a:lnTo>
                    <a:pt x="457922" y="462934"/>
                  </a:lnTo>
                  <a:lnTo>
                    <a:pt x="480818" y="454195"/>
                  </a:lnTo>
                  <a:lnTo>
                    <a:pt x="503714" y="445517"/>
                  </a:lnTo>
                  <a:lnTo>
                    <a:pt x="526610" y="436905"/>
                  </a:lnTo>
                  <a:lnTo>
                    <a:pt x="549506" y="428363"/>
                  </a:lnTo>
                  <a:lnTo>
                    <a:pt x="572402" y="419896"/>
                  </a:lnTo>
                  <a:lnTo>
                    <a:pt x="595298" y="411508"/>
                  </a:lnTo>
                  <a:lnTo>
                    <a:pt x="618194" y="403200"/>
                  </a:lnTo>
                  <a:lnTo>
                    <a:pt x="641091" y="394975"/>
                  </a:lnTo>
                  <a:lnTo>
                    <a:pt x="663987" y="386834"/>
                  </a:lnTo>
                  <a:lnTo>
                    <a:pt x="686883" y="378778"/>
                  </a:lnTo>
                  <a:lnTo>
                    <a:pt x="709779" y="370807"/>
                  </a:lnTo>
                  <a:lnTo>
                    <a:pt x="732675" y="362920"/>
                  </a:lnTo>
                  <a:lnTo>
                    <a:pt x="755571" y="355117"/>
                  </a:lnTo>
                  <a:lnTo>
                    <a:pt x="778467" y="347396"/>
                  </a:lnTo>
                  <a:lnTo>
                    <a:pt x="801363" y="339755"/>
                  </a:lnTo>
                  <a:lnTo>
                    <a:pt x="824259" y="332191"/>
                  </a:lnTo>
                  <a:lnTo>
                    <a:pt x="847156" y="324702"/>
                  </a:lnTo>
                  <a:lnTo>
                    <a:pt x="870052" y="317282"/>
                  </a:lnTo>
                  <a:lnTo>
                    <a:pt x="892948" y="309929"/>
                  </a:lnTo>
                  <a:lnTo>
                    <a:pt x="915844" y="302636"/>
                  </a:lnTo>
                  <a:lnTo>
                    <a:pt x="938740" y="295399"/>
                  </a:lnTo>
                  <a:lnTo>
                    <a:pt x="961636" y="288210"/>
                  </a:lnTo>
                  <a:lnTo>
                    <a:pt x="984532" y="281062"/>
                  </a:lnTo>
                  <a:lnTo>
                    <a:pt x="1007428" y="273949"/>
                  </a:lnTo>
                  <a:lnTo>
                    <a:pt x="1030324" y="266861"/>
                  </a:lnTo>
                  <a:lnTo>
                    <a:pt x="1053221" y="259790"/>
                  </a:lnTo>
                  <a:lnTo>
                    <a:pt x="1076117" y="252726"/>
                  </a:lnTo>
                  <a:lnTo>
                    <a:pt x="1099013" y="245661"/>
                  </a:lnTo>
                  <a:lnTo>
                    <a:pt x="1121909" y="238584"/>
                  </a:lnTo>
                  <a:lnTo>
                    <a:pt x="1144805" y="231487"/>
                  </a:lnTo>
                  <a:lnTo>
                    <a:pt x="1167701" y="224359"/>
                  </a:lnTo>
                  <a:lnTo>
                    <a:pt x="1190597" y="217192"/>
                  </a:lnTo>
                  <a:lnTo>
                    <a:pt x="1213493" y="209978"/>
                  </a:lnTo>
                  <a:lnTo>
                    <a:pt x="1236389" y="202711"/>
                  </a:lnTo>
                  <a:lnTo>
                    <a:pt x="1259285" y="195383"/>
                  </a:lnTo>
                  <a:lnTo>
                    <a:pt x="1282182" y="187991"/>
                  </a:lnTo>
                  <a:lnTo>
                    <a:pt x="1305078" y="180530"/>
                  </a:lnTo>
                  <a:lnTo>
                    <a:pt x="1327974" y="172998"/>
                  </a:lnTo>
                  <a:lnTo>
                    <a:pt x="1350870" y="165393"/>
                  </a:lnTo>
                  <a:lnTo>
                    <a:pt x="1373766" y="157715"/>
                  </a:lnTo>
                  <a:lnTo>
                    <a:pt x="1396662" y="149963"/>
                  </a:lnTo>
                  <a:lnTo>
                    <a:pt x="1419558" y="142139"/>
                  </a:lnTo>
                  <a:lnTo>
                    <a:pt x="1442454" y="134244"/>
                  </a:lnTo>
                  <a:lnTo>
                    <a:pt x="1465350" y="126280"/>
                  </a:lnTo>
                  <a:lnTo>
                    <a:pt x="1488247" y="118248"/>
                  </a:lnTo>
                  <a:lnTo>
                    <a:pt x="1511143" y="110152"/>
                  </a:lnTo>
                  <a:lnTo>
                    <a:pt x="1534039" y="101993"/>
                  </a:lnTo>
                  <a:lnTo>
                    <a:pt x="1556935" y="93774"/>
                  </a:lnTo>
                  <a:lnTo>
                    <a:pt x="1579831" y="85498"/>
                  </a:lnTo>
                  <a:lnTo>
                    <a:pt x="1602727" y="77165"/>
                  </a:lnTo>
                  <a:lnTo>
                    <a:pt x="1625623" y="68780"/>
                  </a:lnTo>
                  <a:lnTo>
                    <a:pt x="1648519" y="60343"/>
                  </a:lnTo>
                  <a:lnTo>
                    <a:pt x="1671415" y="51857"/>
                  </a:lnTo>
                  <a:lnTo>
                    <a:pt x="1694312" y="43323"/>
                  </a:lnTo>
                  <a:lnTo>
                    <a:pt x="1717208" y="34744"/>
                  </a:lnTo>
                  <a:lnTo>
                    <a:pt x="1740104" y="26120"/>
                  </a:lnTo>
                  <a:lnTo>
                    <a:pt x="1763000" y="17454"/>
                  </a:lnTo>
                  <a:lnTo>
                    <a:pt x="1785896" y="8747"/>
                  </a:lnTo>
                  <a:lnTo>
                    <a:pt x="1808792" y="0"/>
                  </a:lnTo>
                  <a:lnTo>
                    <a:pt x="1808792" y="182771"/>
                  </a:lnTo>
                  <a:lnTo>
                    <a:pt x="1785896" y="184291"/>
                  </a:lnTo>
                  <a:lnTo>
                    <a:pt x="1763000" y="185964"/>
                  </a:lnTo>
                  <a:lnTo>
                    <a:pt x="1740104" y="187790"/>
                  </a:lnTo>
                  <a:lnTo>
                    <a:pt x="1717208" y="189773"/>
                  </a:lnTo>
                  <a:lnTo>
                    <a:pt x="1694312" y="191912"/>
                  </a:lnTo>
                  <a:lnTo>
                    <a:pt x="1671415" y="194210"/>
                  </a:lnTo>
                  <a:lnTo>
                    <a:pt x="1648519" y="196668"/>
                  </a:lnTo>
                  <a:lnTo>
                    <a:pt x="1625623" y="199288"/>
                  </a:lnTo>
                  <a:lnTo>
                    <a:pt x="1602727" y="202072"/>
                  </a:lnTo>
                  <a:lnTo>
                    <a:pt x="1579831" y="205023"/>
                  </a:lnTo>
                  <a:lnTo>
                    <a:pt x="1556935" y="208142"/>
                  </a:lnTo>
                  <a:lnTo>
                    <a:pt x="1534039" y="211431"/>
                  </a:lnTo>
                  <a:lnTo>
                    <a:pt x="1511143" y="214894"/>
                  </a:lnTo>
                  <a:lnTo>
                    <a:pt x="1488247" y="218532"/>
                  </a:lnTo>
                  <a:lnTo>
                    <a:pt x="1465350" y="222347"/>
                  </a:lnTo>
                  <a:lnTo>
                    <a:pt x="1442454" y="226343"/>
                  </a:lnTo>
                  <a:lnTo>
                    <a:pt x="1419558" y="230521"/>
                  </a:lnTo>
                  <a:lnTo>
                    <a:pt x="1396662" y="234883"/>
                  </a:lnTo>
                  <a:lnTo>
                    <a:pt x="1373766" y="239430"/>
                  </a:lnTo>
                  <a:lnTo>
                    <a:pt x="1350870" y="244163"/>
                  </a:lnTo>
                  <a:lnTo>
                    <a:pt x="1327974" y="249082"/>
                  </a:lnTo>
                  <a:lnTo>
                    <a:pt x="1305078" y="254187"/>
                  </a:lnTo>
                  <a:lnTo>
                    <a:pt x="1282182" y="259476"/>
                  </a:lnTo>
                  <a:lnTo>
                    <a:pt x="1259285" y="264947"/>
                  </a:lnTo>
                  <a:lnTo>
                    <a:pt x="1236389" y="270595"/>
                  </a:lnTo>
                  <a:lnTo>
                    <a:pt x="1213493" y="276416"/>
                  </a:lnTo>
                  <a:lnTo>
                    <a:pt x="1190597" y="282404"/>
                  </a:lnTo>
                  <a:lnTo>
                    <a:pt x="1167701" y="288552"/>
                  </a:lnTo>
                  <a:lnTo>
                    <a:pt x="1144805" y="294851"/>
                  </a:lnTo>
                  <a:lnTo>
                    <a:pt x="1121909" y="301293"/>
                  </a:lnTo>
                  <a:lnTo>
                    <a:pt x="1099013" y="307869"/>
                  </a:lnTo>
                  <a:lnTo>
                    <a:pt x="1076117" y="314570"/>
                  </a:lnTo>
                  <a:lnTo>
                    <a:pt x="1053221" y="321385"/>
                  </a:lnTo>
                  <a:lnTo>
                    <a:pt x="1030324" y="328306"/>
                  </a:lnTo>
                  <a:lnTo>
                    <a:pt x="1007428" y="335322"/>
                  </a:lnTo>
                  <a:lnTo>
                    <a:pt x="984532" y="342426"/>
                  </a:lnTo>
                  <a:lnTo>
                    <a:pt x="961636" y="349608"/>
                  </a:lnTo>
                  <a:lnTo>
                    <a:pt x="938740" y="356862"/>
                  </a:lnTo>
                  <a:lnTo>
                    <a:pt x="915844" y="364181"/>
                  </a:lnTo>
                  <a:lnTo>
                    <a:pt x="892948" y="371557"/>
                  </a:lnTo>
                  <a:lnTo>
                    <a:pt x="870052" y="378985"/>
                  </a:lnTo>
                  <a:lnTo>
                    <a:pt x="847156" y="386460"/>
                  </a:lnTo>
                  <a:lnTo>
                    <a:pt x="824259" y="393977"/>
                  </a:lnTo>
                  <a:lnTo>
                    <a:pt x="801363" y="401534"/>
                  </a:lnTo>
                  <a:lnTo>
                    <a:pt x="778467" y="409126"/>
                  </a:lnTo>
                  <a:lnTo>
                    <a:pt x="755571" y="416751"/>
                  </a:lnTo>
                  <a:lnTo>
                    <a:pt x="732675" y="424406"/>
                  </a:lnTo>
                  <a:lnTo>
                    <a:pt x="709779" y="432091"/>
                  </a:lnTo>
                  <a:lnTo>
                    <a:pt x="686883" y="439804"/>
                  </a:lnTo>
                  <a:lnTo>
                    <a:pt x="663987" y="447546"/>
                  </a:lnTo>
                  <a:lnTo>
                    <a:pt x="641091" y="455315"/>
                  </a:lnTo>
                  <a:lnTo>
                    <a:pt x="618194" y="463113"/>
                  </a:lnTo>
                  <a:lnTo>
                    <a:pt x="595298" y="470941"/>
                  </a:lnTo>
                  <a:lnTo>
                    <a:pt x="572402" y="478801"/>
                  </a:lnTo>
                  <a:lnTo>
                    <a:pt x="549506" y="486696"/>
                  </a:lnTo>
                  <a:lnTo>
                    <a:pt x="526610" y="494629"/>
                  </a:lnTo>
                  <a:lnTo>
                    <a:pt x="503714" y="502603"/>
                  </a:lnTo>
                  <a:lnTo>
                    <a:pt x="480818" y="510625"/>
                  </a:lnTo>
                  <a:lnTo>
                    <a:pt x="457922" y="518700"/>
                  </a:lnTo>
                  <a:lnTo>
                    <a:pt x="435026" y="526835"/>
                  </a:lnTo>
                  <a:lnTo>
                    <a:pt x="412129" y="535037"/>
                  </a:lnTo>
                  <a:lnTo>
                    <a:pt x="389233" y="543316"/>
                  </a:lnTo>
                  <a:lnTo>
                    <a:pt x="366337" y="551682"/>
                  </a:lnTo>
                  <a:lnTo>
                    <a:pt x="343441" y="560146"/>
                  </a:lnTo>
                  <a:lnTo>
                    <a:pt x="320545" y="568720"/>
                  </a:lnTo>
                  <a:lnTo>
                    <a:pt x="297649" y="577417"/>
                  </a:lnTo>
                  <a:lnTo>
                    <a:pt x="274753" y="586250"/>
                  </a:lnTo>
                  <a:lnTo>
                    <a:pt x="251857" y="595233"/>
                  </a:lnTo>
                  <a:lnTo>
                    <a:pt x="228961" y="604379"/>
                  </a:lnTo>
                  <a:lnTo>
                    <a:pt x="206064" y="613701"/>
                  </a:lnTo>
                  <a:lnTo>
                    <a:pt x="183168" y="623209"/>
                  </a:lnTo>
                  <a:lnTo>
                    <a:pt x="160272" y="632913"/>
                  </a:lnTo>
                  <a:lnTo>
                    <a:pt x="137376" y="642821"/>
                  </a:lnTo>
                  <a:lnTo>
                    <a:pt x="114480" y="652937"/>
                  </a:lnTo>
                  <a:lnTo>
                    <a:pt x="91584" y="663265"/>
                  </a:lnTo>
                  <a:lnTo>
                    <a:pt x="68688" y="673805"/>
                  </a:lnTo>
                  <a:lnTo>
                    <a:pt x="45792" y="684557"/>
                  </a:lnTo>
                  <a:lnTo>
                    <a:pt x="22896" y="695518"/>
                  </a:lnTo>
                  <a:lnTo>
                    <a:pt x="0" y="70668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63" name="pl4763"/>
            <p:cNvSpPr/>
            <p:nvPr/>
          </p:nvSpPr>
          <p:spPr>
            <a:xfrm>
              <a:off x="9965574" y="3230824"/>
              <a:ext cx="1808792" cy="634909"/>
            </a:xfrm>
            <a:custGeom>
              <a:avLst/>
              <a:pathLst>
                <a:path w="1808792" h="634909">
                  <a:moveTo>
                    <a:pt x="0" y="634909"/>
                  </a:moveTo>
                  <a:lnTo>
                    <a:pt x="22896" y="627006"/>
                  </a:lnTo>
                  <a:lnTo>
                    <a:pt x="45792" y="619011"/>
                  </a:lnTo>
                  <a:lnTo>
                    <a:pt x="68688" y="610918"/>
                  </a:lnTo>
                  <a:lnTo>
                    <a:pt x="91584" y="602727"/>
                  </a:lnTo>
                  <a:lnTo>
                    <a:pt x="114480" y="594435"/>
                  </a:lnTo>
                  <a:lnTo>
                    <a:pt x="137376" y="586046"/>
                  </a:lnTo>
                  <a:lnTo>
                    <a:pt x="160272" y="577560"/>
                  </a:lnTo>
                  <a:lnTo>
                    <a:pt x="183168" y="568984"/>
                  </a:lnTo>
                  <a:lnTo>
                    <a:pt x="206064" y="560325"/>
                  </a:lnTo>
                  <a:lnTo>
                    <a:pt x="228961" y="551592"/>
                  </a:lnTo>
                  <a:lnTo>
                    <a:pt x="251857" y="542797"/>
                  </a:lnTo>
                  <a:lnTo>
                    <a:pt x="274753" y="533951"/>
                  </a:lnTo>
                  <a:lnTo>
                    <a:pt x="297649" y="525068"/>
                  </a:lnTo>
                  <a:lnTo>
                    <a:pt x="320545" y="516162"/>
                  </a:lnTo>
                  <a:lnTo>
                    <a:pt x="343441" y="507246"/>
                  </a:lnTo>
                  <a:lnTo>
                    <a:pt x="366337" y="498332"/>
                  </a:lnTo>
                  <a:lnTo>
                    <a:pt x="389233" y="489434"/>
                  </a:lnTo>
                  <a:lnTo>
                    <a:pt x="412129" y="480561"/>
                  </a:lnTo>
                  <a:lnTo>
                    <a:pt x="435026" y="471725"/>
                  </a:lnTo>
                  <a:lnTo>
                    <a:pt x="457922" y="462934"/>
                  </a:lnTo>
                  <a:lnTo>
                    <a:pt x="480818" y="454195"/>
                  </a:lnTo>
                  <a:lnTo>
                    <a:pt x="503714" y="445517"/>
                  </a:lnTo>
                  <a:lnTo>
                    <a:pt x="526610" y="436905"/>
                  </a:lnTo>
                  <a:lnTo>
                    <a:pt x="549506" y="428363"/>
                  </a:lnTo>
                  <a:lnTo>
                    <a:pt x="572402" y="419896"/>
                  </a:lnTo>
                  <a:lnTo>
                    <a:pt x="595298" y="411508"/>
                  </a:lnTo>
                  <a:lnTo>
                    <a:pt x="618194" y="403200"/>
                  </a:lnTo>
                  <a:lnTo>
                    <a:pt x="641091" y="394975"/>
                  </a:lnTo>
                  <a:lnTo>
                    <a:pt x="663987" y="386834"/>
                  </a:lnTo>
                  <a:lnTo>
                    <a:pt x="686883" y="378778"/>
                  </a:lnTo>
                  <a:lnTo>
                    <a:pt x="709779" y="370807"/>
                  </a:lnTo>
                  <a:lnTo>
                    <a:pt x="732675" y="362920"/>
                  </a:lnTo>
                  <a:lnTo>
                    <a:pt x="755571" y="355117"/>
                  </a:lnTo>
                  <a:lnTo>
                    <a:pt x="778467" y="347396"/>
                  </a:lnTo>
                  <a:lnTo>
                    <a:pt x="801363" y="339755"/>
                  </a:lnTo>
                  <a:lnTo>
                    <a:pt x="824259" y="332191"/>
                  </a:lnTo>
                  <a:lnTo>
                    <a:pt x="847156" y="324702"/>
                  </a:lnTo>
                  <a:lnTo>
                    <a:pt x="870052" y="317282"/>
                  </a:lnTo>
                  <a:lnTo>
                    <a:pt x="892948" y="309929"/>
                  </a:lnTo>
                  <a:lnTo>
                    <a:pt x="915844" y="302636"/>
                  </a:lnTo>
                  <a:lnTo>
                    <a:pt x="938740" y="295399"/>
                  </a:lnTo>
                  <a:lnTo>
                    <a:pt x="961636" y="288210"/>
                  </a:lnTo>
                  <a:lnTo>
                    <a:pt x="984532" y="281062"/>
                  </a:lnTo>
                  <a:lnTo>
                    <a:pt x="1007428" y="273949"/>
                  </a:lnTo>
                  <a:lnTo>
                    <a:pt x="1030324" y="266861"/>
                  </a:lnTo>
                  <a:lnTo>
                    <a:pt x="1053221" y="259790"/>
                  </a:lnTo>
                  <a:lnTo>
                    <a:pt x="1076117" y="252726"/>
                  </a:lnTo>
                  <a:lnTo>
                    <a:pt x="1099013" y="245661"/>
                  </a:lnTo>
                  <a:lnTo>
                    <a:pt x="1121909" y="238584"/>
                  </a:lnTo>
                  <a:lnTo>
                    <a:pt x="1144805" y="231487"/>
                  </a:lnTo>
                  <a:lnTo>
                    <a:pt x="1167701" y="224359"/>
                  </a:lnTo>
                  <a:lnTo>
                    <a:pt x="1190597" y="217192"/>
                  </a:lnTo>
                  <a:lnTo>
                    <a:pt x="1213493" y="209978"/>
                  </a:lnTo>
                  <a:lnTo>
                    <a:pt x="1236389" y="202711"/>
                  </a:lnTo>
                  <a:lnTo>
                    <a:pt x="1259285" y="195383"/>
                  </a:lnTo>
                  <a:lnTo>
                    <a:pt x="1282182" y="187991"/>
                  </a:lnTo>
                  <a:lnTo>
                    <a:pt x="1305078" y="180530"/>
                  </a:lnTo>
                  <a:lnTo>
                    <a:pt x="1327974" y="172998"/>
                  </a:lnTo>
                  <a:lnTo>
                    <a:pt x="1350870" y="165393"/>
                  </a:lnTo>
                  <a:lnTo>
                    <a:pt x="1373766" y="157715"/>
                  </a:lnTo>
                  <a:lnTo>
                    <a:pt x="1396662" y="149963"/>
                  </a:lnTo>
                  <a:lnTo>
                    <a:pt x="1419558" y="142139"/>
                  </a:lnTo>
                  <a:lnTo>
                    <a:pt x="1442454" y="134244"/>
                  </a:lnTo>
                  <a:lnTo>
                    <a:pt x="1465350" y="126280"/>
                  </a:lnTo>
                  <a:lnTo>
                    <a:pt x="1488247" y="118248"/>
                  </a:lnTo>
                  <a:lnTo>
                    <a:pt x="1511143" y="110152"/>
                  </a:lnTo>
                  <a:lnTo>
                    <a:pt x="1534039" y="101993"/>
                  </a:lnTo>
                  <a:lnTo>
                    <a:pt x="1556935" y="93774"/>
                  </a:lnTo>
                  <a:lnTo>
                    <a:pt x="1579831" y="85498"/>
                  </a:lnTo>
                  <a:lnTo>
                    <a:pt x="1602727" y="77165"/>
                  </a:lnTo>
                  <a:lnTo>
                    <a:pt x="1625623" y="68780"/>
                  </a:lnTo>
                  <a:lnTo>
                    <a:pt x="1648519" y="60343"/>
                  </a:lnTo>
                  <a:lnTo>
                    <a:pt x="1671415" y="51857"/>
                  </a:lnTo>
                  <a:lnTo>
                    <a:pt x="1694312" y="43323"/>
                  </a:lnTo>
                  <a:lnTo>
                    <a:pt x="1717208" y="34744"/>
                  </a:lnTo>
                  <a:lnTo>
                    <a:pt x="1740104" y="26120"/>
                  </a:lnTo>
                  <a:lnTo>
                    <a:pt x="1763000" y="17454"/>
                  </a:lnTo>
                  <a:lnTo>
                    <a:pt x="1785896" y="8747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64" name="pl4764"/>
            <p:cNvSpPr/>
            <p:nvPr/>
          </p:nvSpPr>
          <p:spPr>
            <a:xfrm>
              <a:off x="9965574" y="3413596"/>
              <a:ext cx="1808792" cy="523914"/>
            </a:xfrm>
            <a:custGeom>
              <a:avLst/>
              <a:pathLst>
                <a:path w="1808792" h="523914">
                  <a:moveTo>
                    <a:pt x="1808792" y="0"/>
                  </a:moveTo>
                  <a:lnTo>
                    <a:pt x="1785896" y="1519"/>
                  </a:lnTo>
                  <a:lnTo>
                    <a:pt x="1763000" y="3192"/>
                  </a:lnTo>
                  <a:lnTo>
                    <a:pt x="1740104" y="5019"/>
                  </a:lnTo>
                  <a:lnTo>
                    <a:pt x="1717208" y="7001"/>
                  </a:lnTo>
                  <a:lnTo>
                    <a:pt x="1694312" y="9140"/>
                  </a:lnTo>
                  <a:lnTo>
                    <a:pt x="1671415" y="11438"/>
                  </a:lnTo>
                  <a:lnTo>
                    <a:pt x="1648519" y="13896"/>
                  </a:lnTo>
                  <a:lnTo>
                    <a:pt x="1625623" y="16516"/>
                  </a:lnTo>
                  <a:lnTo>
                    <a:pt x="1602727" y="19300"/>
                  </a:lnTo>
                  <a:lnTo>
                    <a:pt x="1579831" y="22251"/>
                  </a:lnTo>
                  <a:lnTo>
                    <a:pt x="1556935" y="25370"/>
                  </a:lnTo>
                  <a:lnTo>
                    <a:pt x="1534039" y="28659"/>
                  </a:lnTo>
                  <a:lnTo>
                    <a:pt x="1511143" y="32122"/>
                  </a:lnTo>
                  <a:lnTo>
                    <a:pt x="1488247" y="35760"/>
                  </a:lnTo>
                  <a:lnTo>
                    <a:pt x="1465350" y="39576"/>
                  </a:lnTo>
                  <a:lnTo>
                    <a:pt x="1442454" y="43571"/>
                  </a:lnTo>
                  <a:lnTo>
                    <a:pt x="1419558" y="47749"/>
                  </a:lnTo>
                  <a:lnTo>
                    <a:pt x="1396662" y="52111"/>
                  </a:lnTo>
                  <a:lnTo>
                    <a:pt x="1373766" y="56658"/>
                  </a:lnTo>
                  <a:lnTo>
                    <a:pt x="1350870" y="61391"/>
                  </a:lnTo>
                  <a:lnTo>
                    <a:pt x="1327974" y="66310"/>
                  </a:lnTo>
                  <a:lnTo>
                    <a:pt x="1305078" y="71415"/>
                  </a:lnTo>
                  <a:lnTo>
                    <a:pt x="1282182" y="76704"/>
                  </a:lnTo>
                  <a:lnTo>
                    <a:pt x="1259285" y="82175"/>
                  </a:lnTo>
                  <a:lnTo>
                    <a:pt x="1236389" y="87823"/>
                  </a:lnTo>
                  <a:lnTo>
                    <a:pt x="1213493" y="93645"/>
                  </a:lnTo>
                  <a:lnTo>
                    <a:pt x="1190597" y="99632"/>
                  </a:lnTo>
                  <a:lnTo>
                    <a:pt x="1167701" y="105780"/>
                  </a:lnTo>
                  <a:lnTo>
                    <a:pt x="1144805" y="112079"/>
                  </a:lnTo>
                  <a:lnTo>
                    <a:pt x="1121909" y="118522"/>
                  </a:lnTo>
                  <a:lnTo>
                    <a:pt x="1099013" y="125098"/>
                  </a:lnTo>
                  <a:lnTo>
                    <a:pt x="1076117" y="131798"/>
                  </a:lnTo>
                  <a:lnTo>
                    <a:pt x="1053221" y="138613"/>
                  </a:lnTo>
                  <a:lnTo>
                    <a:pt x="1030324" y="145534"/>
                  </a:lnTo>
                  <a:lnTo>
                    <a:pt x="1007428" y="152550"/>
                  </a:lnTo>
                  <a:lnTo>
                    <a:pt x="984532" y="159654"/>
                  </a:lnTo>
                  <a:lnTo>
                    <a:pt x="961636" y="166837"/>
                  </a:lnTo>
                  <a:lnTo>
                    <a:pt x="938740" y="174091"/>
                  </a:lnTo>
                  <a:lnTo>
                    <a:pt x="915844" y="181409"/>
                  </a:lnTo>
                  <a:lnTo>
                    <a:pt x="892948" y="188785"/>
                  </a:lnTo>
                  <a:lnTo>
                    <a:pt x="870052" y="196213"/>
                  </a:lnTo>
                  <a:lnTo>
                    <a:pt x="847156" y="203688"/>
                  </a:lnTo>
                  <a:lnTo>
                    <a:pt x="824259" y="211206"/>
                  </a:lnTo>
                  <a:lnTo>
                    <a:pt x="801363" y="218762"/>
                  </a:lnTo>
                  <a:lnTo>
                    <a:pt x="778467" y="226354"/>
                  </a:lnTo>
                  <a:lnTo>
                    <a:pt x="755571" y="233979"/>
                  </a:lnTo>
                  <a:lnTo>
                    <a:pt x="732675" y="241634"/>
                  </a:lnTo>
                  <a:lnTo>
                    <a:pt x="709779" y="249319"/>
                  </a:lnTo>
                  <a:lnTo>
                    <a:pt x="686883" y="257033"/>
                  </a:lnTo>
                  <a:lnTo>
                    <a:pt x="663987" y="264774"/>
                  </a:lnTo>
                  <a:lnTo>
                    <a:pt x="641091" y="272543"/>
                  </a:lnTo>
                  <a:lnTo>
                    <a:pt x="618194" y="280341"/>
                  </a:lnTo>
                  <a:lnTo>
                    <a:pt x="595298" y="288169"/>
                  </a:lnTo>
                  <a:lnTo>
                    <a:pt x="572402" y="296029"/>
                  </a:lnTo>
                  <a:lnTo>
                    <a:pt x="549506" y="303924"/>
                  </a:lnTo>
                  <a:lnTo>
                    <a:pt x="526610" y="311857"/>
                  </a:lnTo>
                  <a:lnTo>
                    <a:pt x="503714" y="319832"/>
                  </a:lnTo>
                  <a:lnTo>
                    <a:pt x="480818" y="327854"/>
                  </a:lnTo>
                  <a:lnTo>
                    <a:pt x="457922" y="335928"/>
                  </a:lnTo>
                  <a:lnTo>
                    <a:pt x="435026" y="344063"/>
                  </a:lnTo>
                  <a:lnTo>
                    <a:pt x="412129" y="352265"/>
                  </a:lnTo>
                  <a:lnTo>
                    <a:pt x="389233" y="360544"/>
                  </a:lnTo>
                  <a:lnTo>
                    <a:pt x="366337" y="368910"/>
                  </a:lnTo>
                  <a:lnTo>
                    <a:pt x="343441" y="377374"/>
                  </a:lnTo>
                  <a:lnTo>
                    <a:pt x="320545" y="385948"/>
                  </a:lnTo>
                  <a:lnTo>
                    <a:pt x="297649" y="394645"/>
                  </a:lnTo>
                  <a:lnTo>
                    <a:pt x="274753" y="403478"/>
                  </a:lnTo>
                  <a:lnTo>
                    <a:pt x="251857" y="412461"/>
                  </a:lnTo>
                  <a:lnTo>
                    <a:pt x="228961" y="421607"/>
                  </a:lnTo>
                  <a:lnTo>
                    <a:pt x="206064" y="430929"/>
                  </a:lnTo>
                  <a:lnTo>
                    <a:pt x="183168" y="440437"/>
                  </a:lnTo>
                  <a:lnTo>
                    <a:pt x="160272" y="450141"/>
                  </a:lnTo>
                  <a:lnTo>
                    <a:pt x="137376" y="460049"/>
                  </a:lnTo>
                  <a:lnTo>
                    <a:pt x="114480" y="470165"/>
                  </a:lnTo>
                  <a:lnTo>
                    <a:pt x="91584" y="480493"/>
                  </a:lnTo>
                  <a:lnTo>
                    <a:pt x="68688" y="491033"/>
                  </a:lnTo>
                  <a:lnTo>
                    <a:pt x="45792" y="501785"/>
                  </a:lnTo>
                  <a:lnTo>
                    <a:pt x="22896" y="512747"/>
                  </a:lnTo>
                  <a:lnTo>
                    <a:pt x="0" y="5239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65" name="pl4765"/>
            <p:cNvSpPr/>
            <p:nvPr/>
          </p:nvSpPr>
          <p:spPr>
            <a:xfrm>
              <a:off x="9965574" y="3322210"/>
              <a:ext cx="1808792" cy="579412"/>
            </a:xfrm>
            <a:custGeom>
              <a:avLst/>
              <a:pathLst>
                <a:path w="1808792" h="579412">
                  <a:moveTo>
                    <a:pt x="0" y="579412"/>
                  </a:moveTo>
                  <a:lnTo>
                    <a:pt x="22896" y="569877"/>
                  </a:lnTo>
                  <a:lnTo>
                    <a:pt x="45792" y="560398"/>
                  </a:lnTo>
                  <a:lnTo>
                    <a:pt x="68688" y="550976"/>
                  </a:lnTo>
                  <a:lnTo>
                    <a:pt x="91584" y="541610"/>
                  </a:lnTo>
                  <a:lnTo>
                    <a:pt x="114480" y="532300"/>
                  </a:lnTo>
                  <a:lnTo>
                    <a:pt x="137376" y="523047"/>
                  </a:lnTo>
                  <a:lnTo>
                    <a:pt x="160272" y="513851"/>
                  </a:lnTo>
                  <a:lnTo>
                    <a:pt x="183168" y="504711"/>
                  </a:lnTo>
                  <a:lnTo>
                    <a:pt x="206064" y="495627"/>
                  </a:lnTo>
                  <a:lnTo>
                    <a:pt x="228961" y="486600"/>
                  </a:lnTo>
                  <a:lnTo>
                    <a:pt x="251857" y="477629"/>
                  </a:lnTo>
                  <a:lnTo>
                    <a:pt x="274753" y="468715"/>
                  </a:lnTo>
                  <a:lnTo>
                    <a:pt x="297649" y="459857"/>
                  </a:lnTo>
                  <a:lnTo>
                    <a:pt x="320545" y="451055"/>
                  </a:lnTo>
                  <a:lnTo>
                    <a:pt x="343441" y="442310"/>
                  </a:lnTo>
                  <a:lnTo>
                    <a:pt x="366337" y="433621"/>
                  </a:lnTo>
                  <a:lnTo>
                    <a:pt x="389233" y="424989"/>
                  </a:lnTo>
                  <a:lnTo>
                    <a:pt x="412129" y="416413"/>
                  </a:lnTo>
                  <a:lnTo>
                    <a:pt x="435026" y="407894"/>
                  </a:lnTo>
                  <a:lnTo>
                    <a:pt x="457922" y="399431"/>
                  </a:lnTo>
                  <a:lnTo>
                    <a:pt x="480818" y="391024"/>
                  </a:lnTo>
                  <a:lnTo>
                    <a:pt x="503714" y="382674"/>
                  </a:lnTo>
                  <a:lnTo>
                    <a:pt x="526610" y="374381"/>
                  </a:lnTo>
                  <a:lnTo>
                    <a:pt x="549506" y="366144"/>
                  </a:lnTo>
                  <a:lnTo>
                    <a:pt x="572402" y="357963"/>
                  </a:lnTo>
                  <a:lnTo>
                    <a:pt x="595298" y="349838"/>
                  </a:lnTo>
                  <a:lnTo>
                    <a:pt x="618194" y="341770"/>
                  </a:lnTo>
                  <a:lnTo>
                    <a:pt x="641091" y="333759"/>
                  </a:lnTo>
                  <a:lnTo>
                    <a:pt x="663987" y="325804"/>
                  </a:lnTo>
                  <a:lnTo>
                    <a:pt x="686883" y="317905"/>
                  </a:lnTo>
                  <a:lnTo>
                    <a:pt x="709779" y="310063"/>
                  </a:lnTo>
                  <a:lnTo>
                    <a:pt x="732675" y="302277"/>
                  </a:lnTo>
                  <a:lnTo>
                    <a:pt x="755571" y="294548"/>
                  </a:lnTo>
                  <a:lnTo>
                    <a:pt x="778467" y="286875"/>
                  </a:lnTo>
                  <a:lnTo>
                    <a:pt x="801363" y="279258"/>
                  </a:lnTo>
                  <a:lnTo>
                    <a:pt x="824259" y="271698"/>
                  </a:lnTo>
                  <a:lnTo>
                    <a:pt x="847156" y="264195"/>
                  </a:lnTo>
                  <a:lnTo>
                    <a:pt x="870052" y="256748"/>
                  </a:lnTo>
                  <a:lnTo>
                    <a:pt x="892948" y="249357"/>
                  </a:lnTo>
                  <a:lnTo>
                    <a:pt x="915844" y="242023"/>
                  </a:lnTo>
                  <a:lnTo>
                    <a:pt x="938740" y="234745"/>
                  </a:lnTo>
                  <a:lnTo>
                    <a:pt x="961636" y="227523"/>
                  </a:lnTo>
                  <a:lnTo>
                    <a:pt x="984532" y="220358"/>
                  </a:lnTo>
                  <a:lnTo>
                    <a:pt x="1007428" y="213250"/>
                  </a:lnTo>
                  <a:lnTo>
                    <a:pt x="1030324" y="206197"/>
                  </a:lnTo>
                  <a:lnTo>
                    <a:pt x="1053221" y="199202"/>
                  </a:lnTo>
                  <a:lnTo>
                    <a:pt x="1076117" y="192262"/>
                  </a:lnTo>
                  <a:lnTo>
                    <a:pt x="1099013" y="185379"/>
                  </a:lnTo>
                  <a:lnTo>
                    <a:pt x="1121909" y="178553"/>
                  </a:lnTo>
                  <a:lnTo>
                    <a:pt x="1144805" y="171783"/>
                  </a:lnTo>
                  <a:lnTo>
                    <a:pt x="1167701" y="165069"/>
                  </a:lnTo>
                  <a:lnTo>
                    <a:pt x="1190597" y="158412"/>
                  </a:lnTo>
                  <a:lnTo>
                    <a:pt x="1213493" y="151811"/>
                  </a:lnTo>
                  <a:lnTo>
                    <a:pt x="1236389" y="145267"/>
                  </a:lnTo>
                  <a:lnTo>
                    <a:pt x="1259285" y="138779"/>
                  </a:lnTo>
                  <a:lnTo>
                    <a:pt x="1282182" y="132348"/>
                  </a:lnTo>
                  <a:lnTo>
                    <a:pt x="1305078" y="125973"/>
                  </a:lnTo>
                  <a:lnTo>
                    <a:pt x="1327974" y="119654"/>
                  </a:lnTo>
                  <a:lnTo>
                    <a:pt x="1350870" y="113392"/>
                  </a:lnTo>
                  <a:lnTo>
                    <a:pt x="1373766" y="107186"/>
                  </a:lnTo>
                  <a:lnTo>
                    <a:pt x="1396662" y="101037"/>
                  </a:lnTo>
                  <a:lnTo>
                    <a:pt x="1419558" y="94944"/>
                  </a:lnTo>
                  <a:lnTo>
                    <a:pt x="1442454" y="88908"/>
                  </a:lnTo>
                  <a:lnTo>
                    <a:pt x="1465350" y="82928"/>
                  </a:lnTo>
                  <a:lnTo>
                    <a:pt x="1488247" y="77004"/>
                  </a:lnTo>
                  <a:lnTo>
                    <a:pt x="1511143" y="71137"/>
                  </a:lnTo>
                  <a:lnTo>
                    <a:pt x="1534039" y="65326"/>
                  </a:lnTo>
                  <a:lnTo>
                    <a:pt x="1556935" y="59572"/>
                  </a:lnTo>
                  <a:lnTo>
                    <a:pt x="1579831" y="53874"/>
                  </a:lnTo>
                  <a:lnTo>
                    <a:pt x="1602727" y="48233"/>
                  </a:lnTo>
                  <a:lnTo>
                    <a:pt x="1625623" y="42648"/>
                  </a:lnTo>
                  <a:lnTo>
                    <a:pt x="1648519" y="37119"/>
                  </a:lnTo>
                  <a:lnTo>
                    <a:pt x="1671415" y="31647"/>
                  </a:lnTo>
                  <a:lnTo>
                    <a:pt x="1694312" y="26231"/>
                  </a:lnTo>
                  <a:lnTo>
                    <a:pt x="1717208" y="20872"/>
                  </a:lnTo>
                  <a:lnTo>
                    <a:pt x="1740104" y="15569"/>
                  </a:lnTo>
                  <a:lnTo>
                    <a:pt x="1763000" y="10323"/>
                  </a:lnTo>
                  <a:lnTo>
                    <a:pt x="1785896" y="5133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g4766"/>
            <p:cNvSpPr/>
            <p:nvPr/>
          </p:nvSpPr>
          <p:spPr>
            <a:xfrm>
              <a:off x="9965574" y="3165450"/>
              <a:ext cx="1808792" cy="556646"/>
            </a:xfrm>
            <a:custGeom>
              <a:avLst/>
              <a:pathLst>
                <a:path w="1808792" h="556646">
                  <a:moveTo>
                    <a:pt x="0" y="466333"/>
                  </a:moveTo>
                  <a:lnTo>
                    <a:pt x="22896" y="460755"/>
                  </a:lnTo>
                  <a:lnTo>
                    <a:pt x="45792" y="455106"/>
                  </a:lnTo>
                  <a:lnTo>
                    <a:pt x="68688" y="449382"/>
                  </a:lnTo>
                  <a:lnTo>
                    <a:pt x="91584" y="443580"/>
                  </a:lnTo>
                  <a:lnTo>
                    <a:pt x="114480" y="437696"/>
                  </a:lnTo>
                  <a:lnTo>
                    <a:pt x="137376" y="431728"/>
                  </a:lnTo>
                  <a:lnTo>
                    <a:pt x="160272" y="425674"/>
                  </a:lnTo>
                  <a:lnTo>
                    <a:pt x="183168" y="419533"/>
                  </a:lnTo>
                  <a:lnTo>
                    <a:pt x="206064" y="413308"/>
                  </a:lnTo>
                  <a:lnTo>
                    <a:pt x="228961" y="407000"/>
                  </a:lnTo>
                  <a:lnTo>
                    <a:pt x="251857" y="400617"/>
                  </a:lnTo>
                  <a:lnTo>
                    <a:pt x="274753" y="394165"/>
                  </a:lnTo>
                  <a:lnTo>
                    <a:pt x="297649" y="387654"/>
                  </a:lnTo>
                  <a:lnTo>
                    <a:pt x="320545" y="381097"/>
                  </a:lnTo>
                  <a:lnTo>
                    <a:pt x="343441" y="374506"/>
                  </a:lnTo>
                  <a:lnTo>
                    <a:pt x="366337" y="367894"/>
                  </a:lnTo>
                  <a:lnTo>
                    <a:pt x="389233" y="361278"/>
                  </a:lnTo>
                  <a:lnTo>
                    <a:pt x="412129" y="354669"/>
                  </a:lnTo>
                  <a:lnTo>
                    <a:pt x="435026" y="348084"/>
                  </a:lnTo>
                  <a:lnTo>
                    <a:pt x="457922" y="341533"/>
                  </a:lnTo>
                  <a:lnTo>
                    <a:pt x="480818" y="335028"/>
                  </a:lnTo>
                  <a:lnTo>
                    <a:pt x="503714" y="328581"/>
                  </a:lnTo>
                  <a:lnTo>
                    <a:pt x="526610" y="322200"/>
                  </a:lnTo>
                  <a:lnTo>
                    <a:pt x="549506" y="315892"/>
                  </a:lnTo>
                  <a:lnTo>
                    <a:pt x="572402" y="309664"/>
                  </a:lnTo>
                  <a:lnTo>
                    <a:pt x="595298" y="303521"/>
                  </a:lnTo>
                  <a:lnTo>
                    <a:pt x="618194" y="297467"/>
                  </a:lnTo>
                  <a:lnTo>
                    <a:pt x="641091" y="291504"/>
                  </a:lnTo>
                  <a:lnTo>
                    <a:pt x="663987" y="285634"/>
                  </a:lnTo>
                  <a:lnTo>
                    <a:pt x="686883" y="279856"/>
                  </a:lnTo>
                  <a:lnTo>
                    <a:pt x="709779" y="274170"/>
                  </a:lnTo>
                  <a:lnTo>
                    <a:pt x="732675" y="268574"/>
                  </a:lnTo>
                  <a:lnTo>
                    <a:pt x="755571" y="263065"/>
                  </a:lnTo>
                  <a:lnTo>
                    <a:pt x="778467" y="257639"/>
                  </a:lnTo>
                  <a:lnTo>
                    <a:pt x="801363" y="252291"/>
                  </a:lnTo>
                  <a:lnTo>
                    <a:pt x="824259" y="247014"/>
                  </a:lnTo>
                  <a:lnTo>
                    <a:pt x="847156" y="241803"/>
                  </a:lnTo>
                  <a:lnTo>
                    <a:pt x="870052" y="236648"/>
                  </a:lnTo>
                  <a:lnTo>
                    <a:pt x="892948" y="231541"/>
                  </a:lnTo>
                  <a:lnTo>
                    <a:pt x="915844" y="226472"/>
                  </a:lnTo>
                  <a:lnTo>
                    <a:pt x="938740" y="221432"/>
                  </a:lnTo>
                  <a:lnTo>
                    <a:pt x="961636" y="216409"/>
                  </a:lnTo>
                  <a:lnTo>
                    <a:pt x="984532" y="211393"/>
                  </a:lnTo>
                  <a:lnTo>
                    <a:pt x="1007428" y="206372"/>
                  </a:lnTo>
                  <a:lnTo>
                    <a:pt x="1030324" y="201337"/>
                  </a:lnTo>
                  <a:lnTo>
                    <a:pt x="1053221" y="196277"/>
                  </a:lnTo>
                  <a:lnTo>
                    <a:pt x="1076117" y="191183"/>
                  </a:lnTo>
                  <a:lnTo>
                    <a:pt x="1099013" y="186048"/>
                  </a:lnTo>
                  <a:lnTo>
                    <a:pt x="1121909" y="180864"/>
                  </a:lnTo>
                  <a:lnTo>
                    <a:pt x="1144805" y="175625"/>
                  </a:lnTo>
                  <a:lnTo>
                    <a:pt x="1167701" y="170328"/>
                  </a:lnTo>
                  <a:lnTo>
                    <a:pt x="1190597" y="164969"/>
                  </a:lnTo>
                  <a:lnTo>
                    <a:pt x="1213493" y="159547"/>
                  </a:lnTo>
                  <a:lnTo>
                    <a:pt x="1236389" y="154059"/>
                  </a:lnTo>
                  <a:lnTo>
                    <a:pt x="1259285" y="148507"/>
                  </a:lnTo>
                  <a:lnTo>
                    <a:pt x="1282182" y="142891"/>
                  </a:lnTo>
                  <a:lnTo>
                    <a:pt x="1305078" y="137212"/>
                  </a:lnTo>
                  <a:lnTo>
                    <a:pt x="1327974" y="131472"/>
                  </a:lnTo>
                  <a:lnTo>
                    <a:pt x="1350870" y="125672"/>
                  </a:lnTo>
                  <a:lnTo>
                    <a:pt x="1373766" y="119814"/>
                  </a:lnTo>
                  <a:lnTo>
                    <a:pt x="1396662" y="113901"/>
                  </a:lnTo>
                  <a:lnTo>
                    <a:pt x="1419558" y="107934"/>
                  </a:lnTo>
                  <a:lnTo>
                    <a:pt x="1442454" y="101917"/>
                  </a:lnTo>
                  <a:lnTo>
                    <a:pt x="1465350" y="95850"/>
                  </a:lnTo>
                  <a:lnTo>
                    <a:pt x="1488247" y="89735"/>
                  </a:lnTo>
                  <a:lnTo>
                    <a:pt x="1511143" y="83575"/>
                  </a:lnTo>
                  <a:lnTo>
                    <a:pt x="1534039" y="77372"/>
                  </a:lnTo>
                  <a:lnTo>
                    <a:pt x="1556935" y="71126"/>
                  </a:lnTo>
                  <a:lnTo>
                    <a:pt x="1579831" y="64840"/>
                  </a:lnTo>
                  <a:lnTo>
                    <a:pt x="1602727" y="58514"/>
                  </a:lnTo>
                  <a:lnTo>
                    <a:pt x="1625623" y="52151"/>
                  </a:lnTo>
                  <a:lnTo>
                    <a:pt x="1648519" y="45750"/>
                  </a:lnTo>
                  <a:lnTo>
                    <a:pt x="1671415" y="39314"/>
                  </a:lnTo>
                  <a:lnTo>
                    <a:pt x="1694312" y="32843"/>
                  </a:lnTo>
                  <a:lnTo>
                    <a:pt x="1717208" y="26339"/>
                  </a:lnTo>
                  <a:lnTo>
                    <a:pt x="1740104" y="19802"/>
                  </a:lnTo>
                  <a:lnTo>
                    <a:pt x="1763000" y="13232"/>
                  </a:lnTo>
                  <a:lnTo>
                    <a:pt x="1785896" y="6631"/>
                  </a:lnTo>
                  <a:lnTo>
                    <a:pt x="1808792" y="0"/>
                  </a:lnTo>
                  <a:lnTo>
                    <a:pt x="1808792" y="257097"/>
                  </a:lnTo>
                  <a:lnTo>
                    <a:pt x="1785896" y="253965"/>
                  </a:lnTo>
                  <a:lnTo>
                    <a:pt x="1763000" y="251022"/>
                  </a:lnTo>
                  <a:lnTo>
                    <a:pt x="1740104" y="248269"/>
                  </a:lnTo>
                  <a:lnTo>
                    <a:pt x="1717208" y="245708"/>
                  </a:lnTo>
                  <a:lnTo>
                    <a:pt x="1694312" y="243338"/>
                  </a:lnTo>
                  <a:lnTo>
                    <a:pt x="1671415" y="241161"/>
                  </a:lnTo>
                  <a:lnTo>
                    <a:pt x="1648519" y="239177"/>
                  </a:lnTo>
                  <a:lnTo>
                    <a:pt x="1625623" y="237388"/>
                  </a:lnTo>
                  <a:lnTo>
                    <a:pt x="1602727" y="235795"/>
                  </a:lnTo>
                  <a:lnTo>
                    <a:pt x="1579831" y="234398"/>
                  </a:lnTo>
                  <a:lnTo>
                    <a:pt x="1556935" y="233199"/>
                  </a:lnTo>
                  <a:lnTo>
                    <a:pt x="1534039" y="232200"/>
                  </a:lnTo>
                  <a:lnTo>
                    <a:pt x="1511143" y="231402"/>
                  </a:lnTo>
                  <a:lnTo>
                    <a:pt x="1488247" y="230807"/>
                  </a:lnTo>
                  <a:lnTo>
                    <a:pt x="1465350" y="230416"/>
                  </a:lnTo>
                  <a:lnTo>
                    <a:pt x="1442454" y="230231"/>
                  </a:lnTo>
                  <a:lnTo>
                    <a:pt x="1419558" y="230254"/>
                  </a:lnTo>
                  <a:lnTo>
                    <a:pt x="1396662" y="230487"/>
                  </a:lnTo>
                  <a:lnTo>
                    <a:pt x="1373766" y="230933"/>
                  </a:lnTo>
                  <a:lnTo>
                    <a:pt x="1350870" y="231593"/>
                  </a:lnTo>
                  <a:lnTo>
                    <a:pt x="1327974" y="232469"/>
                  </a:lnTo>
                  <a:lnTo>
                    <a:pt x="1305078" y="233564"/>
                  </a:lnTo>
                  <a:lnTo>
                    <a:pt x="1282182" y="234879"/>
                  </a:lnTo>
                  <a:lnTo>
                    <a:pt x="1259285" y="236416"/>
                  </a:lnTo>
                  <a:lnTo>
                    <a:pt x="1236389" y="238176"/>
                  </a:lnTo>
                  <a:lnTo>
                    <a:pt x="1213493" y="240159"/>
                  </a:lnTo>
                  <a:lnTo>
                    <a:pt x="1190597" y="242366"/>
                  </a:lnTo>
                  <a:lnTo>
                    <a:pt x="1167701" y="244795"/>
                  </a:lnTo>
                  <a:lnTo>
                    <a:pt x="1144805" y="247446"/>
                  </a:lnTo>
                  <a:lnTo>
                    <a:pt x="1121909" y="250313"/>
                  </a:lnTo>
                  <a:lnTo>
                    <a:pt x="1099013" y="253394"/>
                  </a:lnTo>
                  <a:lnTo>
                    <a:pt x="1076117" y="256683"/>
                  </a:lnTo>
                  <a:lnTo>
                    <a:pt x="1053221" y="260172"/>
                  </a:lnTo>
                  <a:lnTo>
                    <a:pt x="1030324" y="263853"/>
                  </a:lnTo>
                  <a:lnTo>
                    <a:pt x="1007428" y="267719"/>
                  </a:lnTo>
                  <a:lnTo>
                    <a:pt x="984532" y="271757"/>
                  </a:lnTo>
                  <a:lnTo>
                    <a:pt x="961636" y="275959"/>
                  </a:lnTo>
                  <a:lnTo>
                    <a:pt x="938740" y="280313"/>
                  </a:lnTo>
                  <a:lnTo>
                    <a:pt x="915844" y="284809"/>
                  </a:lnTo>
                  <a:lnTo>
                    <a:pt x="892948" y="289435"/>
                  </a:lnTo>
                  <a:lnTo>
                    <a:pt x="870052" y="294181"/>
                  </a:lnTo>
                  <a:lnTo>
                    <a:pt x="847156" y="299039"/>
                  </a:lnTo>
                  <a:lnTo>
                    <a:pt x="824259" y="303999"/>
                  </a:lnTo>
                  <a:lnTo>
                    <a:pt x="801363" y="309052"/>
                  </a:lnTo>
                  <a:lnTo>
                    <a:pt x="778467" y="314193"/>
                  </a:lnTo>
                  <a:lnTo>
                    <a:pt x="755571" y="319415"/>
                  </a:lnTo>
                  <a:lnTo>
                    <a:pt x="732675" y="324713"/>
                  </a:lnTo>
                  <a:lnTo>
                    <a:pt x="709779" y="330082"/>
                  </a:lnTo>
                  <a:lnTo>
                    <a:pt x="686883" y="335521"/>
                  </a:lnTo>
                  <a:lnTo>
                    <a:pt x="663987" y="341026"/>
                  </a:lnTo>
                  <a:lnTo>
                    <a:pt x="641091" y="346598"/>
                  </a:lnTo>
                  <a:lnTo>
                    <a:pt x="618194" y="352236"/>
                  </a:lnTo>
                  <a:lnTo>
                    <a:pt x="595298" y="357942"/>
                  </a:lnTo>
                  <a:lnTo>
                    <a:pt x="572402" y="363718"/>
                  </a:lnTo>
                  <a:lnTo>
                    <a:pt x="549506" y="369567"/>
                  </a:lnTo>
                  <a:lnTo>
                    <a:pt x="526610" y="375496"/>
                  </a:lnTo>
                  <a:lnTo>
                    <a:pt x="503714" y="381510"/>
                  </a:lnTo>
                  <a:lnTo>
                    <a:pt x="480818" y="387617"/>
                  </a:lnTo>
                  <a:lnTo>
                    <a:pt x="457922" y="393826"/>
                  </a:lnTo>
                  <a:lnTo>
                    <a:pt x="435026" y="400147"/>
                  </a:lnTo>
                  <a:lnTo>
                    <a:pt x="412129" y="406592"/>
                  </a:lnTo>
                  <a:lnTo>
                    <a:pt x="389233" y="413173"/>
                  </a:lnTo>
                  <a:lnTo>
                    <a:pt x="366337" y="419905"/>
                  </a:lnTo>
                  <a:lnTo>
                    <a:pt x="343441" y="426801"/>
                  </a:lnTo>
                  <a:lnTo>
                    <a:pt x="320545" y="433876"/>
                  </a:lnTo>
                  <a:lnTo>
                    <a:pt x="297649" y="441143"/>
                  </a:lnTo>
                  <a:lnTo>
                    <a:pt x="274753" y="448617"/>
                  </a:lnTo>
                  <a:lnTo>
                    <a:pt x="251857" y="456307"/>
                  </a:lnTo>
                  <a:lnTo>
                    <a:pt x="228961" y="464226"/>
                  </a:lnTo>
                  <a:lnTo>
                    <a:pt x="206064" y="472379"/>
                  </a:lnTo>
                  <a:lnTo>
                    <a:pt x="183168" y="480772"/>
                  </a:lnTo>
                  <a:lnTo>
                    <a:pt x="160272" y="489410"/>
                  </a:lnTo>
                  <a:lnTo>
                    <a:pt x="137376" y="498293"/>
                  </a:lnTo>
                  <a:lnTo>
                    <a:pt x="114480" y="507421"/>
                  </a:lnTo>
                  <a:lnTo>
                    <a:pt x="91584" y="516792"/>
                  </a:lnTo>
                  <a:lnTo>
                    <a:pt x="68688" y="526403"/>
                  </a:lnTo>
                  <a:lnTo>
                    <a:pt x="45792" y="536252"/>
                  </a:lnTo>
                  <a:lnTo>
                    <a:pt x="22896" y="546335"/>
                  </a:lnTo>
                  <a:lnTo>
                    <a:pt x="0" y="55664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67" name="pl4767"/>
            <p:cNvSpPr/>
            <p:nvPr/>
          </p:nvSpPr>
          <p:spPr>
            <a:xfrm>
              <a:off x="9965574" y="3165450"/>
              <a:ext cx="1808792" cy="466333"/>
            </a:xfrm>
            <a:custGeom>
              <a:avLst/>
              <a:pathLst>
                <a:path w="1808792" h="466333">
                  <a:moveTo>
                    <a:pt x="0" y="466333"/>
                  </a:moveTo>
                  <a:lnTo>
                    <a:pt x="22896" y="460755"/>
                  </a:lnTo>
                  <a:lnTo>
                    <a:pt x="45792" y="455106"/>
                  </a:lnTo>
                  <a:lnTo>
                    <a:pt x="68688" y="449382"/>
                  </a:lnTo>
                  <a:lnTo>
                    <a:pt x="91584" y="443580"/>
                  </a:lnTo>
                  <a:lnTo>
                    <a:pt x="114480" y="437696"/>
                  </a:lnTo>
                  <a:lnTo>
                    <a:pt x="137376" y="431728"/>
                  </a:lnTo>
                  <a:lnTo>
                    <a:pt x="160272" y="425674"/>
                  </a:lnTo>
                  <a:lnTo>
                    <a:pt x="183168" y="419533"/>
                  </a:lnTo>
                  <a:lnTo>
                    <a:pt x="206064" y="413308"/>
                  </a:lnTo>
                  <a:lnTo>
                    <a:pt x="228961" y="407000"/>
                  </a:lnTo>
                  <a:lnTo>
                    <a:pt x="251857" y="400617"/>
                  </a:lnTo>
                  <a:lnTo>
                    <a:pt x="274753" y="394165"/>
                  </a:lnTo>
                  <a:lnTo>
                    <a:pt x="297649" y="387654"/>
                  </a:lnTo>
                  <a:lnTo>
                    <a:pt x="320545" y="381097"/>
                  </a:lnTo>
                  <a:lnTo>
                    <a:pt x="343441" y="374506"/>
                  </a:lnTo>
                  <a:lnTo>
                    <a:pt x="366337" y="367894"/>
                  </a:lnTo>
                  <a:lnTo>
                    <a:pt x="389233" y="361278"/>
                  </a:lnTo>
                  <a:lnTo>
                    <a:pt x="412129" y="354669"/>
                  </a:lnTo>
                  <a:lnTo>
                    <a:pt x="435026" y="348084"/>
                  </a:lnTo>
                  <a:lnTo>
                    <a:pt x="457922" y="341533"/>
                  </a:lnTo>
                  <a:lnTo>
                    <a:pt x="480818" y="335028"/>
                  </a:lnTo>
                  <a:lnTo>
                    <a:pt x="503714" y="328581"/>
                  </a:lnTo>
                  <a:lnTo>
                    <a:pt x="526610" y="322200"/>
                  </a:lnTo>
                  <a:lnTo>
                    <a:pt x="549506" y="315892"/>
                  </a:lnTo>
                  <a:lnTo>
                    <a:pt x="572402" y="309664"/>
                  </a:lnTo>
                  <a:lnTo>
                    <a:pt x="595298" y="303521"/>
                  </a:lnTo>
                  <a:lnTo>
                    <a:pt x="618194" y="297467"/>
                  </a:lnTo>
                  <a:lnTo>
                    <a:pt x="641091" y="291504"/>
                  </a:lnTo>
                  <a:lnTo>
                    <a:pt x="663987" y="285634"/>
                  </a:lnTo>
                  <a:lnTo>
                    <a:pt x="686883" y="279856"/>
                  </a:lnTo>
                  <a:lnTo>
                    <a:pt x="709779" y="274170"/>
                  </a:lnTo>
                  <a:lnTo>
                    <a:pt x="732675" y="268574"/>
                  </a:lnTo>
                  <a:lnTo>
                    <a:pt x="755571" y="263065"/>
                  </a:lnTo>
                  <a:lnTo>
                    <a:pt x="778467" y="257639"/>
                  </a:lnTo>
                  <a:lnTo>
                    <a:pt x="801363" y="252291"/>
                  </a:lnTo>
                  <a:lnTo>
                    <a:pt x="824259" y="247014"/>
                  </a:lnTo>
                  <a:lnTo>
                    <a:pt x="847156" y="241803"/>
                  </a:lnTo>
                  <a:lnTo>
                    <a:pt x="870052" y="236648"/>
                  </a:lnTo>
                  <a:lnTo>
                    <a:pt x="892948" y="231541"/>
                  </a:lnTo>
                  <a:lnTo>
                    <a:pt x="915844" y="226472"/>
                  </a:lnTo>
                  <a:lnTo>
                    <a:pt x="938740" y="221432"/>
                  </a:lnTo>
                  <a:lnTo>
                    <a:pt x="961636" y="216409"/>
                  </a:lnTo>
                  <a:lnTo>
                    <a:pt x="984532" y="211393"/>
                  </a:lnTo>
                  <a:lnTo>
                    <a:pt x="1007428" y="206372"/>
                  </a:lnTo>
                  <a:lnTo>
                    <a:pt x="1030324" y="201337"/>
                  </a:lnTo>
                  <a:lnTo>
                    <a:pt x="1053221" y="196277"/>
                  </a:lnTo>
                  <a:lnTo>
                    <a:pt x="1076117" y="191183"/>
                  </a:lnTo>
                  <a:lnTo>
                    <a:pt x="1099013" y="186048"/>
                  </a:lnTo>
                  <a:lnTo>
                    <a:pt x="1121909" y="180864"/>
                  </a:lnTo>
                  <a:lnTo>
                    <a:pt x="1144805" y="175625"/>
                  </a:lnTo>
                  <a:lnTo>
                    <a:pt x="1167701" y="170328"/>
                  </a:lnTo>
                  <a:lnTo>
                    <a:pt x="1190597" y="164969"/>
                  </a:lnTo>
                  <a:lnTo>
                    <a:pt x="1213493" y="159547"/>
                  </a:lnTo>
                  <a:lnTo>
                    <a:pt x="1236389" y="154059"/>
                  </a:lnTo>
                  <a:lnTo>
                    <a:pt x="1259285" y="148507"/>
                  </a:lnTo>
                  <a:lnTo>
                    <a:pt x="1282182" y="142891"/>
                  </a:lnTo>
                  <a:lnTo>
                    <a:pt x="1305078" y="137212"/>
                  </a:lnTo>
                  <a:lnTo>
                    <a:pt x="1327974" y="131472"/>
                  </a:lnTo>
                  <a:lnTo>
                    <a:pt x="1350870" y="125672"/>
                  </a:lnTo>
                  <a:lnTo>
                    <a:pt x="1373766" y="119814"/>
                  </a:lnTo>
                  <a:lnTo>
                    <a:pt x="1396662" y="113901"/>
                  </a:lnTo>
                  <a:lnTo>
                    <a:pt x="1419558" y="107934"/>
                  </a:lnTo>
                  <a:lnTo>
                    <a:pt x="1442454" y="101917"/>
                  </a:lnTo>
                  <a:lnTo>
                    <a:pt x="1465350" y="95850"/>
                  </a:lnTo>
                  <a:lnTo>
                    <a:pt x="1488247" y="89735"/>
                  </a:lnTo>
                  <a:lnTo>
                    <a:pt x="1511143" y="83575"/>
                  </a:lnTo>
                  <a:lnTo>
                    <a:pt x="1534039" y="77372"/>
                  </a:lnTo>
                  <a:lnTo>
                    <a:pt x="1556935" y="71126"/>
                  </a:lnTo>
                  <a:lnTo>
                    <a:pt x="1579831" y="64840"/>
                  </a:lnTo>
                  <a:lnTo>
                    <a:pt x="1602727" y="58514"/>
                  </a:lnTo>
                  <a:lnTo>
                    <a:pt x="1625623" y="52151"/>
                  </a:lnTo>
                  <a:lnTo>
                    <a:pt x="1648519" y="45750"/>
                  </a:lnTo>
                  <a:lnTo>
                    <a:pt x="1671415" y="39314"/>
                  </a:lnTo>
                  <a:lnTo>
                    <a:pt x="1694312" y="32843"/>
                  </a:lnTo>
                  <a:lnTo>
                    <a:pt x="1717208" y="26339"/>
                  </a:lnTo>
                  <a:lnTo>
                    <a:pt x="1740104" y="19802"/>
                  </a:lnTo>
                  <a:lnTo>
                    <a:pt x="1763000" y="13232"/>
                  </a:lnTo>
                  <a:lnTo>
                    <a:pt x="1785896" y="6631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68" name="pl4768"/>
            <p:cNvSpPr/>
            <p:nvPr/>
          </p:nvSpPr>
          <p:spPr>
            <a:xfrm>
              <a:off x="9965574" y="3395681"/>
              <a:ext cx="1808792" cy="326415"/>
            </a:xfrm>
            <a:custGeom>
              <a:avLst/>
              <a:pathLst>
                <a:path w="1808792" h="326415">
                  <a:moveTo>
                    <a:pt x="1808792" y="26866"/>
                  </a:moveTo>
                  <a:lnTo>
                    <a:pt x="1785896" y="23733"/>
                  </a:lnTo>
                  <a:lnTo>
                    <a:pt x="1763000" y="20791"/>
                  </a:lnTo>
                  <a:lnTo>
                    <a:pt x="1740104" y="18038"/>
                  </a:lnTo>
                  <a:lnTo>
                    <a:pt x="1717208" y="15476"/>
                  </a:lnTo>
                  <a:lnTo>
                    <a:pt x="1694312" y="13107"/>
                  </a:lnTo>
                  <a:lnTo>
                    <a:pt x="1671415" y="10929"/>
                  </a:lnTo>
                  <a:lnTo>
                    <a:pt x="1648519" y="8946"/>
                  </a:lnTo>
                  <a:lnTo>
                    <a:pt x="1625623" y="7157"/>
                  </a:lnTo>
                  <a:lnTo>
                    <a:pt x="1602727" y="5563"/>
                  </a:lnTo>
                  <a:lnTo>
                    <a:pt x="1579831" y="4167"/>
                  </a:lnTo>
                  <a:lnTo>
                    <a:pt x="1556935" y="2968"/>
                  </a:lnTo>
                  <a:lnTo>
                    <a:pt x="1534039" y="1969"/>
                  </a:lnTo>
                  <a:lnTo>
                    <a:pt x="1511143" y="1171"/>
                  </a:lnTo>
                  <a:lnTo>
                    <a:pt x="1488247" y="576"/>
                  </a:lnTo>
                  <a:lnTo>
                    <a:pt x="1465350" y="184"/>
                  </a:lnTo>
                  <a:lnTo>
                    <a:pt x="1442454" y="0"/>
                  </a:lnTo>
                  <a:lnTo>
                    <a:pt x="1419558" y="23"/>
                  </a:lnTo>
                  <a:lnTo>
                    <a:pt x="1396662" y="256"/>
                  </a:lnTo>
                  <a:lnTo>
                    <a:pt x="1373766" y="702"/>
                  </a:lnTo>
                  <a:lnTo>
                    <a:pt x="1350870" y="1361"/>
                  </a:lnTo>
                  <a:lnTo>
                    <a:pt x="1327974" y="2238"/>
                  </a:lnTo>
                  <a:lnTo>
                    <a:pt x="1305078" y="3333"/>
                  </a:lnTo>
                  <a:lnTo>
                    <a:pt x="1282182" y="4648"/>
                  </a:lnTo>
                  <a:lnTo>
                    <a:pt x="1259285" y="6184"/>
                  </a:lnTo>
                  <a:lnTo>
                    <a:pt x="1236389" y="7944"/>
                  </a:lnTo>
                  <a:lnTo>
                    <a:pt x="1213493" y="9928"/>
                  </a:lnTo>
                  <a:lnTo>
                    <a:pt x="1190597" y="12135"/>
                  </a:lnTo>
                  <a:lnTo>
                    <a:pt x="1167701" y="14564"/>
                  </a:lnTo>
                  <a:lnTo>
                    <a:pt x="1144805" y="17214"/>
                  </a:lnTo>
                  <a:lnTo>
                    <a:pt x="1121909" y="20082"/>
                  </a:lnTo>
                  <a:lnTo>
                    <a:pt x="1099013" y="23163"/>
                  </a:lnTo>
                  <a:lnTo>
                    <a:pt x="1076117" y="26451"/>
                  </a:lnTo>
                  <a:lnTo>
                    <a:pt x="1053221" y="29940"/>
                  </a:lnTo>
                  <a:lnTo>
                    <a:pt x="1030324" y="33622"/>
                  </a:lnTo>
                  <a:lnTo>
                    <a:pt x="1007428" y="37487"/>
                  </a:lnTo>
                  <a:lnTo>
                    <a:pt x="984532" y="41526"/>
                  </a:lnTo>
                  <a:lnTo>
                    <a:pt x="961636" y="45728"/>
                  </a:lnTo>
                  <a:lnTo>
                    <a:pt x="938740" y="50082"/>
                  </a:lnTo>
                  <a:lnTo>
                    <a:pt x="915844" y="54577"/>
                  </a:lnTo>
                  <a:lnTo>
                    <a:pt x="892948" y="59203"/>
                  </a:lnTo>
                  <a:lnTo>
                    <a:pt x="870052" y="63950"/>
                  </a:lnTo>
                  <a:lnTo>
                    <a:pt x="847156" y="68808"/>
                  </a:lnTo>
                  <a:lnTo>
                    <a:pt x="824259" y="73767"/>
                  </a:lnTo>
                  <a:lnTo>
                    <a:pt x="801363" y="78821"/>
                  </a:lnTo>
                  <a:lnTo>
                    <a:pt x="778467" y="83962"/>
                  </a:lnTo>
                  <a:lnTo>
                    <a:pt x="755571" y="89184"/>
                  </a:lnTo>
                  <a:lnTo>
                    <a:pt x="732675" y="94482"/>
                  </a:lnTo>
                  <a:lnTo>
                    <a:pt x="709779" y="99851"/>
                  </a:lnTo>
                  <a:lnTo>
                    <a:pt x="686883" y="105290"/>
                  </a:lnTo>
                  <a:lnTo>
                    <a:pt x="663987" y="110795"/>
                  </a:lnTo>
                  <a:lnTo>
                    <a:pt x="641091" y="116367"/>
                  </a:lnTo>
                  <a:lnTo>
                    <a:pt x="618194" y="122005"/>
                  </a:lnTo>
                  <a:lnTo>
                    <a:pt x="595298" y="127710"/>
                  </a:lnTo>
                  <a:lnTo>
                    <a:pt x="572402" y="133486"/>
                  </a:lnTo>
                  <a:lnTo>
                    <a:pt x="549506" y="139336"/>
                  </a:lnTo>
                  <a:lnTo>
                    <a:pt x="526610" y="145265"/>
                  </a:lnTo>
                  <a:lnTo>
                    <a:pt x="503714" y="151279"/>
                  </a:lnTo>
                  <a:lnTo>
                    <a:pt x="480818" y="157386"/>
                  </a:lnTo>
                  <a:lnTo>
                    <a:pt x="457922" y="163594"/>
                  </a:lnTo>
                  <a:lnTo>
                    <a:pt x="435026" y="169915"/>
                  </a:lnTo>
                  <a:lnTo>
                    <a:pt x="412129" y="176360"/>
                  </a:lnTo>
                  <a:lnTo>
                    <a:pt x="389233" y="182942"/>
                  </a:lnTo>
                  <a:lnTo>
                    <a:pt x="366337" y="189673"/>
                  </a:lnTo>
                  <a:lnTo>
                    <a:pt x="343441" y="196569"/>
                  </a:lnTo>
                  <a:lnTo>
                    <a:pt x="320545" y="203644"/>
                  </a:lnTo>
                  <a:lnTo>
                    <a:pt x="297649" y="210912"/>
                  </a:lnTo>
                  <a:lnTo>
                    <a:pt x="274753" y="218385"/>
                  </a:lnTo>
                  <a:lnTo>
                    <a:pt x="251857" y="226076"/>
                  </a:lnTo>
                  <a:lnTo>
                    <a:pt x="228961" y="233994"/>
                  </a:lnTo>
                  <a:lnTo>
                    <a:pt x="206064" y="242147"/>
                  </a:lnTo>
                  <a:lnTo>
                    <a:pt x="183168" y="250541"/>
                  </a:lnTo>
                  <a:lnTo>
                    <a:pt x="160272" y="259179"/>
                  </a:lnTo>
                  <a:lnTo>
                    <a:pt x="137376" y="268062"/>
                  </a:lnTo>
                  <a:lnTo>
                    <a:pt x="114480" y="277189"/>
                  </a:lnTo>
                  <a:lnTo>
                    <a:pt x="91584" y="286560"/>
                  </a:lnTo>
                  <a:lnTo>
                    <a:pt x="68688" y="296172"/>
                  </a:lnTo>
                  <a:lnTo>
                    <a:pt x="45792" y="306021"/>
                  </a:lnTo>
                  <a:lnTo>
                    <a:pt x="22896" y="316103"/>
                  </a:lnTo>
                  <a:lnTo>
                    <a:pt x="0" y="3264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69" name="pl4769"/>
            <p:cNvSpPr/>
            <p:nvPr/>
          </p:nvSpPr>
          <p:spPr>
            <a:xfrm>
              <a:off x="9965574" y="3293998"/>
              <a:ext cx="1808792" cy="382941"/>
            </a:xfrm>
            <a:custGeom>
              <a:avLst/>
              <a:pathLst>
                <a:path w="1808792" h="382941">
                  <a:moveTo>
                    <a:pt x="0" y="382941"/>
                  </a:moveTo>
                  <a:lnTo>
                    <a:pt x="22896" y="374996"/>
                  </a:lnTo>
                  <a:lnTo>
                    <a:pt x="45792" y="367130"/>
                  </a:lnTo>
                  <a:lnTo>
                    <a:pt x="68688" y="359344"/>
                  </a:lnTo>
                  <a:lnTo>
                    <a:pt x="91584" y="351637"/>
                  </a:lnTo>
                  <a:lnTo>
                    <a:pt x="114480" y="344010"/>
                  </a:lnTo>
                  <a:lnTo>
                    <a:pt x="137376" y="336462"/>
                  </a:lnTo>
                  <a:lnTo>
                    <a:pt x="160272" y="328993"/>
                  </a:lnTo>
                  <a:lnTo>
                    <a:pt x="183168" y="321604"/>
                  </a:lnTo>
                  <a:lnTo>
                    <a:pt x="206064" y="314294"/>
                  </a:lnTo>
                  <a:lnTo>
                    <a:pt x="228961" y="307064"/>
                  </a:lnTo>
                  <a:lnTo>
                    <a:pt x="251857" y="299913"/>
                  </a:lnTo>
                  <a:lnTo>
                    <a:pt x="274753" y="292842"/>
                  </a:lnTo>
                  <a:lnTo>
                    <a:pt x="297649" y="285850"/>
                  </a:lnTo>
                  <a:lnTo>
                    <a:pt x="320545" y="278937"/>
                  </a:lnTo>
                  <a:lnTo>
                    <a:pt x="343441" y="272104"/>
                  </a:lnTo>
                  <a:lnTo>
                    <a:pt x="366337" y="265351"/>
                  </a:lnTo>
                  <a:lnTo>
                    <a:pt x="389233" y="258676"/>
                  </a:lnTo>
                  <a:lnTo>
                    <a:pt x="412129" y="252082"/>
                  </a:lnTo>
                  <a:lnTo>
                    <a:pt x="435026" y="245566"/>
                  </a:lnTo>
                  <a:lnTo>
                    <a:pt x="457922" y="239130"/>
                  </a:lnTo>
                  <a:lnTo>
                    <a:pt x="480818" y="232774"/>
                  </a:lnTo>
                  <a:lnTo>
                    <a:pt x="503714" y="226497"/>
                  </a:lnTo>
                  <a:lnTo>
                    <a:pt x="526610" y="220299"/>
                  </a:lnTo>
                  <a:lnTo>
                    <a:pt x="549506" y="214181"/>
                  </a:lnTo>
                  <a:lnTo>
                    <a:pt x="572402" y="208142"/>
                  </a:lnTo>
                  <a:lnTo>
                    <a:pt x="595298" y="202183"/>
                  </a:lnTo>
                  <a:lnTo>
                    <a:pt x="618194" y="196303"/>
                  </a:lnTo>
                  <a:lnTo>
                    <a:pt x="641091" y="190502"/>
                  </a:lnTo>
                  <a:lnTo>
                    <a:pt x="663987" y="184781"/>
                  </a:lnTo>
                  <a:lnTo>
                    <a:pt x="686883" y="179140"/>
                  </a:lnTo>
                  <a:lnTo>
                    <a:pt x="709779" y="173577"/>
                  </a:lnTo>
                  <a:lnTo>
                    <a:pt x="732675" y="168094"/>
                  </a:lnTo>
                  <a:lnTo>
                    <a:pt x="755571" y="162691"/>
                  </a:lnTo>
                  <a:lnTo>
                    <a:pt x="778467" y="157367"/>
                  </a:lnTo>
                  <a:lnTo>
                    <a:pt x="801363" y="152123"/>
                  </a:lnTo>
                  <a:lnTo>
                    <a:pt x="824259" y="146958"/>
                  </a:lnTo>
                  <a:lnTo>
                    <a:pt x="847156" y="141872"/>
                  </a:lnTo>
                  <a:lnTo>
                    <a:pt x="870052" y="136866"/>
                  </a:lnTo>
                  <a:lnTo>
                    <a:pt x="892948" y="131939"/>
                  </a:lnTo>
                  <a:lnTo>
                    <a:pt x="915844" y="127092"/>
                  </a:lnTo>
                  <a:lnTo>
                    <a:pt x="938740" y="122324"/>
                  </a:lnTo>
                  <a:lnTo>
                    <a:pt x="961636" y="117635"/>
                  </a:lnTo>
                  <a:lnTo>
                    <a:pt x="984532" y="113026"/>
                  </a:lnTo>
                  <a:lnTo>
                    <a:pt x="1007428" y="108496"/>
                  </a:lnTo>
                  <a:lnTo>
                    <a:pt x="1030324" y="104046"/>
                  </a:lnTo>
                  <a:lnTo>
                    <a:pt x="1053221" y="99675"/>
                  </a:lnTo>
                  <a:lnTo>
                    <a:pt x="1076117" y="95384"/>
                  </a:lnTo>
                  <a:lnTo>
                    <a:pt x="1099013" y="91172"/>
                  </a:lnTo>
                  <a:lnTo>
                    <a:pt x="1121909" y="87040"/>
                  </a:lnTo>
                  <a:lnTo>
                    <a:pt x="1144805" y="82987"/>
                  </a:lnTo>
                  <a:lnTo>
                    <a:pt x="1167701" y="79013"/>
                  </a:lnTo>
                  <a:lnTo>
                    <a:pt x="1190597" y="75119"/>
                  </a:lnTo>
                  <a:lnTo>
                    <a:pt x="1213493" y="71304"/>
                  </a:lnTo>
                  <a:lnTo>
                    <a:pt x="1236389" y="67569"/>
                  </a:lnTo>
                  <a:lnTo>
                    <a:pt x="1259285" y="63913"/>
                  </a:lnTo>
                  <a:lnTo>
                    <a:pt x="1282182" y="60336"/>
                  </a:lnTo>
                  <a:lnTo>
                    <a:pt x="1305078" y="56839"/>
                  </a:lnTo>
                  <a:lnTo>
                    <a:pt x="1327974" y="53422"/>
                  </a:lnTo>
                  <a:lnTo>
                    <a:pt x="1350870" y="50083"/>
                  </a:lnTo>
                  <a:lnTo>
                    <a:pt x="1373766" y="46825"/>
                  </a:lnTo>
                  <a:lnTo>
                    <a:pt x="1396662" y="43645"/>
                  </a:lnTo>
                  <a:lnTo>
                    <a:pt x="1419558" y="40545"/>
                  </a:lnTo>
                  <a:lnTo>
                    <a:pt x="1442454" y="37525"/>
                  </a:lnTo>
                  <a:lnTo>
                    <a:pt x="1465350" y="34584"/>
                  </a:lnTo>
                  <a:lnTo>
                    <a:pt x="1488247" y="31722"/>
                  </a:lnTo>
                  <a:lnTo>
                    <a:pt x="1511143" y="28940"/>
                  </a:lnTo>
                  <a:lnTo>
                    <a:pt x="1534039" y="26237"/>
                  </a:lnTo>
                  <a:lnTo>
                    <a:pt x="1556935" y="23614"/>
                  </a:lnTo>
                  <a:lnTo>
                    <a:pt x="1579831" y="21070"/>
                  </a:lnTo>
                  <a:lnTo>
                    <a:pt x="1602727" y="18605"/>
                  </a:lnTo>
                  <a:lnTo>
                    <a:pt x="1625623" y="16220"/>
                  </a:lnTo>
                  <a:lnTo>
                    <a:pt x="1648519" y="13915"/>
                  </a:lnTo>
                  <a:lnTo>
                    <a:pt x="1671415" y="11689"/>
                  </a:lnTo>
                  <a:lnTo>
                    <a:pt x="1694312" y="9542"/>
                  </a:lnTo>
                  <a:lnTo>
                    <a:pt x="1717208" y="7475"/>
                  </a:lnTo>
                  <a:lnTo>
                    <a:pt x="1740104" y="5487"/>
                  </a:lnTo>
                  <a:lnTo>
                    <a:pt x="1763000" y="3578"/>
                  </a:lnTo>
                  <a:lnTo>
                    <a:pt x="1785896" y="1749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tx4770"/>
            <p:cNvSpPr/>
            <p:nvPr/>
          </p:nvSpPr>
          <p:spPr>
            <a:xfrm>
              <a:off x="9974618" y="2880970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4771" name="tx4771"/>
            <p:cNvSpPr/>
            <p:nvPr/>
          </p:nvSpPr>
          <p:spPr>
            <a:xfrm>
              <a:off x="10048365" y="2856085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772" name="tx4772"/>
            <p:cNvSpPr/>
            <p:nvPr/>
          </p:nvSpPr>
          <p:spPr>
            <a:xfrm>
              <a:off x="10082974" y="2944607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773" name="tx4773"/>
            <p:cNvSpPr/>
            <p:nvPr/>
          </p:nvSpPr>
          <p:spPr>
            <a:xfrm>
              <a:off x="10107326" y="2917998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4774" name="tx4774"/>
            <p:cNvSpPr/>
            <p:nvPr/>
          </p:nvSpPr>
          <p:spPr>
            <a:xfrm>
              <a:off x="10159242" y="2944607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775" name="tx4775"/>
            <p:cNvSpPr/>
            <p:nvPr/>
          </p:nvSpPr>
          <p:spPr>
            <a:xfrm>
              <a:off x="10183594" y="2879625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4776" name="tx4776"/>
            <p:cNvSpPr/>
            <p:nvPr/>
          </p:nvSpPr>
          <p:spPr>
            <a:xfrm>
              <a:off x="9974618" y="2953265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4777" name="tx4777"/>
            <p:cNvSpPr/>
            <p:nvPr/>
          </p:nvSpPr>
          <p:spPr>
            <a:xfrm>
              <a:off x="10048365" y="2928379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778" name="tx4778"/>
            <p:cNvSpPr/>
            <p:nvPr/>
          </p:nvSpPr>
          <p:spPr>
            <a:xfrm>
              <a:off x="10082974" y="3016901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779" name="tx4779"/>
            <p:cNvSpPr/>
            <p:nvPr/>
          </p:nvSpPr>
          <p:spPr>
            <a:xfrm>
              <a:off x="10107326" y="2990292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4780" name="tx4780"/>
            <p:cNvSpPr/>
            <p:nvPr/>
          </p:nvSpPr>
          <p:spPr>
            <a:xfrm>
              <a:off x="10159242" y="3016901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781" name="tx4781"/>
            <p:cNvSpPr/>
            <p:nvPr/>
          </p:nvSpPr>
          <p:spPr>
            <a:xfrm>
              <a:off x="10183594" y="2951876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0.23</a:t>
              </a:r>
            </a:p>
          </p:txBody>
        </p:sp>
        <p:sp>
          <p:nvSpPr>
            <p:cNvPr id="4782" name="pl4782"/>
            <p:cNvSpPr/>
            <p:nvPr/>
          </p:nvSpPr>
          <p:spPr>
            <a:xfrm>
              <a:off x="9875135" y="6037402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l4783"/>
            <p:cNvSpPr/>
            <p:nvPr/>
          </p:nvSpPr>
          <p:spPr>
            <a:xfrm>
              <a:off x="9875135" y="5745545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l4784"/>
            <p:cNvSpPr/>
            <p:nvPr/>
          </p:nvSpPr>
          <p:spPr>
            <a:xfrm>
              <a:off x="9875135" y="5453688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l4785"/>
            <p:cNvSpPr/>
            <p:nvPr/>
          </p:nvSpPr>
          <p:spPr>
            <a:xfrm>
              <a:off x="9875135" y="5161831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l4786"/>
            <p:cNvSpPr/>
            <p:nvPr/>
          </p:nvSpPr>
          <p:spPr>
            <a:xfrm>
              <a:off x="9875135" y="486997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l4787"/>
            <p:cNvSpPr/>
            <p:nvPr/>
          </p:nvSpPr>
          <p:spPr>
            <a:xfrm>
              <a:off x="10267040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l4788"/>
            <p:cNvSpPr/>
            <p:nvPr/>
          </p:nvSpPr>
          <p:spPr>
            <a:xfrm>
              <a:off x="10869971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l4789"/>
            <p:cNvSpPr/>
            <p:nvPr/>
          </p:nvSpPr>
          <p:spPr>
            <a:xfrm>
              <a:off x="11472902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l4790"/>
            <p:cNvSpPr/>
            <p:nvPr/>
          </p:nvSpPr>
          <p:spPr>
            <a:xfrm>
              <a:off x="9875135" y="6183331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l4791"/>
            <p:cNvSpPr/>
            <p:nvPr/>
          </p:nvSpPr>
          <p:spPr>
            <a:xfrm>
              <a:off x="9875135" y="5891474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l4792"/>
            <p:cNvSpPr/>
            <p:nvPr/>
          </p:nvSpPr>
          <p:spPr>
            <a:xfrm>
              <a:off x="9875135" y="5599617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l4793"/>
            <p:cNvSpPr/>
            <p:nvPr/>
          </p:nvSpPr>
          <p:spPr>
            <a:xfrm>
              <a:off x="9875135" y="5307760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l4794"/>
            <p:cNvSpPr/>
            <p:nvPr/>
          </p:nvSpPr>
          <p:spPr>
            <a:xfrm>
              <a:off x="9875135" y="5015903"/>
              <a:ext cx="1989671" cy="0"/>
            </a:xfrm>
            <a:custGeom>
              <a:avLst/>
              <a:pathLst>
                <a:path w="1989671" h="0">
                  <a:moveTo>
                    <a:pt x="0" y="0"/>
                  </a:moveTo>
                  <a:lnTo>
                    <a:pt x="1989671" y="0"/>
                  </a:lnTo>
                  <a:lnTo>
                    <a:pt x="198967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l4795"/>
            <p:cNvSpPr/>
            <p:nvPr/>
          </p:nvSpPr>
          <p:spPr>
            <a:xfrm>
              <a:off x="9965574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l4796"/>
            <p:cNvSpPr/>
            <p:nvPr/>
          </p:nvSpPr>
          <p:spPr>
            <a:xfrm>
              <a:off x="10568505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l4797"/>
            <p:cNvSpPr/>
            <p:nvPr/>
          </p:nvSpPr>
          <p:spPr>
            <a:xfrm>
              <a:off x="11171436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l4798"/>
            <p:cNvSpPr/>
            <p:nvPr/>
          </p:nvSpPr>
          <p:spPr>
            <a:xfrm>
              <a:off x="11774367" y="4803168"/>
              <a:ext cx="0" cy="1445884"/>
            </a:xfrm>
            <a:custGeom>
              <a:avLst/>
              <a:pathLst>
                <a:path w="0" h="1445884">
                  <a:moveTo>
                    <a:pt x="0" y="14458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t4799"/>
            <p:cNvSpPr/>
            <p:nvPr/>
          </p:nvSpPr>
          <p:spPr>
            <a:xfrm>
              <a:off x="10549227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t4800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t4801"/>
            <p:cNvSpPr/>
            <p:nvPr/>
          </p:nvSpPr>
          <p:spPr>
            <a:xfrm>
              <a:off x="10549227" y="53565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t4802"/>
            <p:cNvSpPr/>
            <p:nvPr/>
          </p:nvSpPr>
          <p:spPr>
            <a:xfrm>
              <a:off x="10549227" y="54830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t4803"/>
            <p:cNvSpPr/>
            <p:nvPr/>
          </p:nvSpPr>
          <p:spPr>
            <a:xfrm>
              <a:off x="10549227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t4804"/>
            <p:cNvSpPr/>
            <p:nvPr/>
          </p:nvSpPr>
          <p:spPr>
            <a:xfrm>
              <a:off x="10549227" y="52884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t4805"/>
            <p:cNvSpPr/>
            <p:nvPr/>
          </p:nvSpPr>
          <p:spPr>
            <a:xfrm>
              <a:off x="9946297" y="54149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t4806"/>
            <p:cNvSpPr/>
            <p:nvPr/>
          </p:nvSpPr>
          <p:spPr>
            <a:xfrm>
              <a:off x="10549227" y="56387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t4807"/>
            <p:cNvSpPr/>
            <p:nvPr/>
          </p:nvSpPr>
          <p:spPr>
            <a:xfrm>
              <a:off x="9946297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t4808"/>
            <p:cNvSpPr/>
            <p:nvPr/>
          </p:nvSpPr>
          <p:spPr>
            <a:xfrm>
              <a:off x="9946297" y="52690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t4809"/>
            <p:cNvSpPr/>
            <p:nvPr/>
          </p:nvSpPr>
          <p:spPr>
            <a:xfrm>
              <a:off x="994629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t4810"/>
            <p:cNvSpPr/>
            <p:nvPr/>
          </p:nvSpPr>
          <p:spPr>
            <a:xfrm>
              <a:off x="10549227" y="56192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t4811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t4812"/>
            <p:cNvSpPr/>
            <p:nvPr/>
          </p:nvSpPr>
          <p:spPr>
            <a:xfrm>
              <a:off x="10549227" y="55025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t4813"/>
            <p:cNvSpPr/>
            <p:nvPr/>
          </p:nvSpPr>
          <p:spPr>
            <a:xfrm>
              <a:off x="1054922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t4814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t4815"/>
            <p:cNvSpPr/>
            <p:nvPr/>
          </p:nvSpPr>
          <p:spPr>
            <a:xfrm>
              <a:off x="9946297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t4816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t4817"/>
            <p:cNvSpPr/>
            <p:nvPr/>
          </p:nvSpPr>
          <p:spPr>
            <a:xfrm>
              <a:off x="11152158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t4818"/>
            <p:cNvSpPr/>
            <p:nvPr/>
          </p:nvSpPr>
          <p:spPr>
            <a:xfrm>
              <a:off x="10549227" y="52982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t4819"/>
            <p:cNvSpPr/>
            <p:nvPr/>
          </p:nvSpPr>
          <p:spPr>
            <a:xfrm>
              <a:off x="10549227" y="57846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t4820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t4821"/>
            <p:cNvSpPr/>
            <p:nvPr/>
          </p:nvSpPr>
          <p:spPr>
            <a:xfrm>
              <a:off x="10549227" y="51717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t4822"/>
            <p:cNvSpPr/>
            <p:nvPr/>
          </p:nvSpPr>
          <p:spPr>
            <a:xfrm>
              <a:off x="9946297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t4823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t4824"/>
            <p:cNvSpPr/>
            <p:nvPr/>
          </p:nvSpPr>
          <p:spPr>
            <a:xfrm>
              <a:off x="9946297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t4825"/>
            <p:cNvSpPr/>
            <p:nvPr/>
          </p:nvSpPr>
          <p:spPr>
            <a:xfrm>
              <a:off x="994629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t4826"/>
            <p:cNvSpPr/>
            <p:nvPr/>
          </p:nvSpPr>
          <p:spPr>
            <a:xfrm>
              <a:off x="9946297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t4827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t4828"/>
            <p:cNvSpPr/>
            <p:nvPr/>
          </p:nvSpPr>
          <p:spPr>
            <a:xfrm>
              <a:off x="10549227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t4829"/>
            <p:cNvSpPr/>
            <p:nvPr/>
          </p:nvSpPr>
          <p:spPr>
            <a:xfrm>
              <a:off x="9946297" y="55900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t4830"/>
            <p:cNvSpPr/>
            <p:nvPr/>
          </p:nvSpPr>
          <p:spPr>
            <a:xfrm>
              <a:off x="9946297" y="53565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t4831"/>
            <p:cNvSpPr/>
            <p:nvPr/>
          </p:nvSpPr>
          <p:spPr>
            <a:xfrm>
              <a:off x="9946297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t4832"/>
            <p:cNvSpPr/>
            <p:nvPr/>
          </p:nvSpPr>
          <p:spPr>
            <a:xfrm>
              <a:off x="10549227" y="53371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t4833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t4834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t4835"/>
            <p:cNvSpPr/>
            <p:nvPr/>
          </p:nvSpPr>
          <p:spPr>
            <a:xfrm>
              <a:off x="11755089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t4836"/>
            <p:cNvSpPr/>
            <p:nvPr/>
          </p:nvSpPr>
          <p:spPr>
            <a:xfrm>
              <a:off x="9946297" y="56192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t4837"/>
            <p:cNvSpPr/>
            <p:nvPr/>
          </p:nvSpPr>
          <p:spPr>
            <a:xfrm>
              <a:off x="9946297" y="52884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t4838"/>
            <p:cNvSpPr/>
            <p:nvPr/>
          </p:nvSpPr>
          <p:spPr>
            <a:xfrm>
              <a:off x="9946297" y="58235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t4839"/>
            <p:cNvSpPr/>
            <p:nvPr/>
          </p:nvSpPr>
          <p:spPr>
            <a:xfrm>
              <a:off x="9946297" y="58916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t4840"/>
            <p:cNvSpPr/>
            <p:nvPr/>
          </p:nvSpPr>
          <p:spPr>
            <a:xfrm>
              <a:off x="9946297" y="56484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t4841"/>
            <p:cNvSpPr/>
            <p:nvPr/>
          </p:nvSpPr>
          <p:spPr>
            <a:xfrm>
              <a:off x="9946297" y="6144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t4842"/>
            <p:cNvSpPr/>
            <p:nvPr/>
          </p:nvSpPr>
          <p:spPr>
            <a:xfrm>
              <a:off x="9946297" y="53857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t4843"/>
            <p:cNvSpPr/>
            <p:nvPr/>
          </p:nvSpPr>
          <p:spPr>
            <a:xfrm>
              <a:off x="9946297" y="56873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t4844"/>
            <p:cNvSpPr/>
            <p:nvPr/>
          </p:nvSpPr>
          <p:spPr>
            <a:xfrm>
              <a:off x="9946297" y="54830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t4845"/>
            <p:cNvSpPr/>
            <p:nvPr/>
          </p:nvSpPr>
          <p:spPr>
            <a:xfrm>
              <a:off x="994629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t4846"/>
            <p:cNvSpPr/>
            <p:nvPr/>
          </p:nvSpPr>
          <p:spPr>
            <a:xfrm>
              <a:off x="9946297" y="61251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t4847"/>
            <p:cNvSpPr/>
            <p:nvPr/>
          </p:nvSpPr>
          <p:spPr>
            <a:xfrm>
              <a:off x="9946297" y="54733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t4848"/>
            <p:cNvSpPr/>
            <p:nvPr/>
          </p:nvSpPr>
          <p:spPr>
            <a:xfrm>
              <a:off x="9946297" y="61056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t4849"/>
            <p:cNvSpPr/>
            <p:nvPr/>
          </p:nvSpPr>
          <p:spPr>
            <a:xfrm>
              <a:off x="9946297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t4850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t4851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t4852"/>
            <p:cNvSpPr/>
            <p:nvPr/>
          </p:nvSpPr>
          <p:spPr>
            <a:xfrm>
              <a:off x="9946297" y="59111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t4853"/>
            <p:cNvSpPr/>
            <p:nvPr/>
          </p:nvSpPr>
          <p:spPr>
            <a:xfrm>
              <a:off x="9946297" y="59111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t4854"/>
            <p:cNvSpPr/>
            <p:nvPr/>
          </p:nvSpPr>
          <p:spPr>
            <a:xfrm>
              <a:off x="9946297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t4855"/>
            <p:cNvSpPr/>
            <p:nvPr/>
          </p:nvSpPr>
          <p:spPr>
            <a:xfrm>
              <a:off x="9946297" y="56776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t4856"/>
            <p:cNvSpPr/>
            <p:nvPr/>
          </p:nvSpPr>
          <p:spPr>
            <a:xfrm>
              <a:off x="9946297" y="57068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t4857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t4858"/>
            <p:cNvSpPr/>
            <p:nvPr/>
          </p:nvSpPr>
          <p:spPr>
            <a:xfrm>
              <a:off x="11152158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t4859"/>
            <p:cNvSpPr/>
            <p:nvPr/>
          </p:nvSpPr>
          <p:spPr>
            <a:xfrm>
              <a:off x="10549227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t4860"/>
            <p:cNvSpPr/>
            <p:nvPr/>
          </p:nvSpPr>
          <p:spPr>
            <a:xfrm>
              <a:off x="11152158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t4861"/>
            <p:cNvSpPr/>
            <p:nvPr/>
          </p:nvSpPr>
          <p:spPr>
            <a:xfrm>
              <a:off x="11755089" y="51717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t4862"/>
            <p:cNvSpPr/>
            <p:nvPr/>
          </p:nvSpPr>
          <p:spPr>
            <a:xfrm>
              <a:off x="1054922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t4863"/>
            <p:cNvSpPr/>
            <p:nvPr/>
          </p:nvSpPr>
          <p:spPr>
            <a:xfrm>
              <a:off x="11755089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t4864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t4865"/>
            <p:cNvSpPr/>
            <p:nvPr/>
          </p:nvSpPr>
          <p:spPr>
            <a:xfrm>
              <a:off x="9946297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t4866"/>
            <p:cNvSpPr/>
            <p:nvPr/>
          </p:nvSpPr>
          <p:spPr>
            <a:xfrm>
              <a:off x="11152158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t4867"/>
            <p:cNvSpPr/>
            <p:nvPr/>
          </p:nvSpPr>
          <p:spPr>
            <a:xfrm>
              <a:off x="10549227" y="593056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t4868"/>
            <p:cNvSpPr/>
            <p:nvPr/>
          </p:nvSpPr>
          <p:spPr>
            <a:xfrm>
              <a:off x="10549227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t4869"/>
            <p:cNvSpPr/>
            <p:nvPr/>
          </p:nvSpPr>
          <p:spPr>
            <a:xfrm>
              <a:off x="9946297" y="52690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t4870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t4871"/>
            <p:cNvSpPr/>
            <p:nvPr/>
          </p:nvSpPr>
          <p:spPr>
            <a:xfrm>
              <a:off x="9946297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t4872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t4873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t4874"/>
            <p:cNvSpPr/>
            <p:nvPr/>
          </p:nvSpPr>
          <p:spPr>
            <a:xfrm>
              <a:off x="10549227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t4875"/>
            <p:cNvSpPr/>
            <p:nvPr/>
          </p:nvSpPr>
          <p:spPr>
            <a:xfrm>
              <a:off x="10549227" y="51717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t4876"/>
            <p:cNvSpPr/>
            <p:nvPr/>
          </p:nvSpPr>
          <p:spPr>
            <a:xfrm>
              <a:off x="1054922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t4877"/>
            <p:cNvSpPr/>
            <p:nvPr/>
          </p:nvSpPr>
          <p:spPr>
            <a:xfrm>
              <a:off x="9946297" y="57165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t4878"/>
            <p:cNvSpPr/>
            <p:nvPr/>
          </p:nvSpPr>
          <p:spPr>
            <a:xfrm>
              <a:off x="11152158" y="52884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t4879"/>
            <p:cNvSpPr/>
            <p:nvPr/>
          </p:nvSpPr>
          <p:spPr>
            <a:xfrm>
              <a:off x="10549227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t4880"/>
            <p:cNvSpPr/>
            <p:nvPr/>
          </p:nvSpPr>
          <p:spPr>
            <a:xfrm>
              <a:off x="1054922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t4881"/>
            <p:cNvSpPr/>
            <p:nvPr/>
          </p:nvSpPr>
          <p:spPr>
            <a:xfrm>
              <a:off x="994629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t4882"/>
            <p:cNvSpPr/>
            <p:nvPr/>
          </p:nvSpPr>
          <p:spPr>
            <a:xfrm>
              <a:off x="10549227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t4883"/>
            <p:cNvSpPr/>
            <p:nvPr/>
          </p:nvSpPr>
          <p:spPr>
            <a:xfrm>
              <a:off x="11152158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t4884"/>
            <p:cNvSpPr/>
            <p:nvPr/>
          </p:nvSpPr>
          <p:spPr>
            <a:xfrm>
              <a:off x="9946297" y="53079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t4885"/>
            <p:cNvSpPr/>
            <p:nvPr/>
          </p:nvSpPr>
          <p:spPr>
            <a:xfrm>
              <a:off x="9946297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t4886"/>
            <p:cNvSpPr/>
            <p:nvPr/>
          </p:nvSpPr>
          <p:spPr>
            <a:xfrm>
              <a:off x="9946297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t4887"/>
            <p:cNvSpPr/>
            <p:nvPr/>
          </p:nvSpPr>
          <p:spPr>
            <a:xfrm>
              <a:off x="9946297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t4888"/>
            <p:cNvSpPr/>
            <p:nvPr/>
          </p:nvSpPr>
          <p:spPr>
            <a:xfrm>
              <a:off x="9946297" y="60959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t4889"/>
            <p:cNvSpPr/>
            <p:nvPr/>
          </p:nvSpPr>
          <p:spPr>
            <a:xfrm>
              <a:off x="9946297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t4890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t4891"/>
            <p:cNvSpPr/>
            <p:nvPr/>
          </p:nvSpPr>
          <p:spPr>
            <a:xfrm>
              <a:off x="11755089" y="51717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t4892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t4893"/>
            <p:cNvSpPr/>
            <p:nvPr/>
          </p:nvSpPr>
          <p:spPr>
            <a:xfrm>
              <a:off x="10549227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t4894"/>
            <p:cNvSpPr/>
            <p:nvPr/>
          </p:nvSpPr>
          <p:spPr>
            <a:xfrm>
              <a:off x="9946297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t4895"/>
            <p:cNvSpPr/>
            <p:nvPr/>
          </p:nvSpPr>
          <p:spPr>
            <a:xfrm>
              <a:off x="10549227" y="53954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t4896"/>
            <p:cNvSpPr/>
            <p:nvPr/>
          </p:nvSpPr>
          <p:spPr>
            <a:xfrm>
              <a:off x="1054922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t4897"/>
            <p:cNvSpPr/>
            <p:nvPr/>
          </p:nvSpPr>
          <p:spPr>
            <a:xfrm>
              <a:off x="10549227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t4898"/>
            <p:cNvSpPr/>
            <p:nvPr/>
          </p:nvSpPr>
          <p:spPr>
            <a:xfrm>
              <a:off x="10549227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t4899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t4900"/>
            <p:cNvSpPr/>
            <p:nvPr/>
          </p:nvSpPr>
          <p:spPr>
            <a:xfrm>
              <a:off x="10549227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t4901"/>
            <p:cNvSpPr/>
            <p:nvPr/>
          </p:nvSpPr>
          <p:spPr>
            <a:xfrm>
              <a:off x="11152158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t4902"/>
            <p:cNvSpPr/>
            <p:nvPr/>
          </p:nvSpPr>
          <p:spPr>
            <a:xfrm>
              <a:off x="11152158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t4903"/>
            <p:cNvSpPr/>
            <p:nvPr/>
          </p:nvSpPr>
          <p:spPr>
            <a:xfrm>
              <a:off x="1054922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t4904"/>
            <p:cNvSpPr/>
            <p:nvPr/>
          </p:nvSpPr>
          <p:spPr>
            <a:xfrm>
              <a:off x="10549227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t4905"/>
            <p:cNvSpPr/>
            <p:nvPr/>
          </p:nvSpPr>
          <p:spPr>
            <a:xfrm>
              <a:off x="11152158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t4906"/>
            <p:cNvSpPr/>
            <p:nvPr/>
          </p:nvSpPr>
          <p:spPr>
            <a:xfrm>
              <a:off x="9946297" y="56387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t4907"/>
            <p:cNvSpPr/>
            <p:nvPr/>
          </p:nvSpPr>
          <p:spPr>
            <a:xfrm>
              <a:off x="9946297" y="55414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t4908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t4909"/>
            <p:cNvSpPr/>
            <p:nvPr/>
          </p:nvSpPr>
          <p:spPr>
            <a:xfrm>
              <a:off x="9946297" y="54149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t4910"/>
            <p:cNvSpPr/>
            <p:nvPr/>
          </p:nvSpPr>
          <p:spPr>
            <a:xfrm>
              <a:off x="10549227" y="53176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t4911"/>
            <p:cNvSpPr/>
            <p:nvPr/>
          </p:nvSpPr>
          <p:spPr>
            <a:xfrm>
              <a:off x="10549227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t4912"/>
            <p:cNvSpPr/>
            <p:nvPr/>
          </p:nvSpPr>
          <p:spPr>
            <a:xfrm>
              <a:off x="1054922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t4913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t4914"/>
            <p:cNvSpPr/>
            <p:nvPr/>
          </p:nvSpPr>
          <p:spPr>
            <a:xfrm>
              <a:off x="10549227" y="52398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t4915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t4916"/>
            <p:cNvSpPr/>
            <p:nvPr/>
          </p:nvSpPr>
          <p:spPr>
            <a:xfrm>
              <a:off x="10549227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t4917"/>
            <p:cNvSpPr/>
            <p:nvPr/>
          </p:nvSpPr>
          <p:spPr>
            <a:xfrm>
              <a:off x="1054922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t4918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t4919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t4920"/>
            <p:cNvSpPr/>
            <p:nvPr/>
          </p:nvSpPr>
          <p:spPr>
            <a:xfrm>
              <a:off x="994629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t4921"/>
            <p:cNvSpPr/>
            <p:nvPr/>
          </p:nvSpPr>
          <p:spPr>
            <a:xfrm>
              <a:off x="10549227" y="57068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t4922"/>
            <p:cNvSpPr/>
            <p:nvPr/>
          </p:nvSpPr>
          <p:spPr>
            <a:xfrm>
              <a:off x="1054922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t4923"/>
            <p:cNvSpPr/>
            <p:nvPr/>
          </p:nvSpPr>
          <p:spPr>
            <a:xfrm>
              <a:off x="10549227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t4924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t4925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t4926"/>
            <p:cNvSpPr/>
            <p:nvPr/>
          </p:nvSpPr>
          <p:spPr>
            <a:xfrm>
              <a:off x="10549227" y="53663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t4927"/>
            <p:cNvSpPr/>
            <p:nvPr/>
          </p:nvSpPr>
          <p:spPr>
            <a:xfrm>
              <a:off x="9946297" y="58235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t4928"/>
            <p:cNvSpPr/>
            <p:nvPr/>
          </p:nvSpPr>
          <p:spPr>
            <a:xfrm>
              <a:off x="9946297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t4929"/>
            <p:cNvSpPr/>
            <p:nvPr/>
          </p:nvSpPr>
          <p:spPr>
            <a:xfrm>
              <a:off x="9946297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t4930"/>
            <p:cNvSpPr/>
            <p:nvPr/>
          </p:nvSpPr>
          <p:spPr>
            <a:xfrm>
              <a:off x="994629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t4931"/>
            <p:cNvSpPr/>
            <p:nvPr/>
          </p:nvSpPr>
          <p:spPr>
            <a:xfrm>
              <a:off x="10549227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t4932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t4933"/>
            <p:cNvSpPr/>
            <p:nvPr/>
          </p:nvSpPr>
          <p:spPr>
            <a:xfrm>
              <a:off x="11152158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t4934"/>
            <p:cNvSpPr/>
            <p:nvPr/>
          </p:nvSpPr>
          <p:spPr>
            <a:xfrm>
              <a:off x="9946297" y="56873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t4935"/>
            <p:cNvSpPr/>
            <p:nvPr/>
          </p:nvSpPr>
          <p:spPr>
            <a:xfrm>
              <a:off x="11152158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t4936"/>
            <p:cNvSpPr/>
            <p:nvPr/>
          </p:nvSpPr>
          <p:spPr>
            <a:xfrm>
              <a:off x="10549227" y="55608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t4937"/>
            <p:cNvSpPr/>
            <p:nvPr/>
          </p:nvSpPr>
          <p:spPr>
            <a:xfrm>
              <a:off x="9946297" y="61056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t4938"/>
            <p:cNvSpPr/>
            <p:nvPr/>
          </p:nvSpPr>
          <p:spPr>
            <a:xfrm>
              <a:off x="1054922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t4939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t4940"/>
            <p:cNvSpPr/>
            <p:nvPr/>
          </p:nvSpPr>
          <p:spPr>
            <a:xfrm>
              <a:off x="9946297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t4941"/>
            <p:cNvSpPr/>
            <p:nvPr/>
          </p:nvSpPr>
          <p:spPr>
            <a:xfrm>
              <a:off x="9946297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t4942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t4943"/>
            <p:cNvSpPr/>
            <p:nvPr/>
          </p:nvSpPr>
          <p:spPr>
            <a:xfrm>
              <a:off x="9946297" y="55706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t4944"/>
            <p:cNvSpPr/>
            <p:nvPr/>
          </p:nvSpPr>
          <p:spPr>
            <a:xfrm>
              <a:off x="9946297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t4945"/>
            <p:cNvSpPr/>
            <p:nvPr/>
          </p:nvSpPr>
          <p:spPr>
            <a:xfrm>
              <a:off x="1054922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t4946"/>
            <p:cNvSpPr/>
            <p:nvPr/>
          </p:nvSpPr>
          <p:spPr>
            <a:xfrm>
              <a:off x="1054922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t4947"/>
            <p:cNvSpPr/>
            <p:nvPr/>
          </p:nvSpPr>
          <p:spPr>
            <a:xfrm>
              <a:off x="1054922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t4948"/>
            <p:cNvSpPr/>
            <p:nvPr/>
          </p:nvSpPr>
          <p:spPr>
            <a:xfrm>
              <a:off x="1054922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t4949"/>
            <p:cNvSpPr/>
            <p:nvPr/>
          </p:nvSpPr>
          <p:spPr>
            <a:xfrm>
              <a:off x="9946297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t4950"/>
            <p:cNvSpPr/>
            <p:nvPr/>
          </p:nvSpPr>
          <p:spPr>
            <a:xfrm>
              <a:off x="9946297" y="60181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t4951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t4952"/>
            <p:cNvSpPr/>
            <p:nvPr/>
          </p:nvSpPr>
          <p:spPr>
            <a:xfrm>
              <a:off x="10549227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t4953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t4954"/>
            <p:cNvSpPr/>
            <p:nvPr/>
          </p:nvSpPr>
          <p:spPr>
            <a:xfrm>
              <a:off x="9946297" y="593056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t4955"/>
            <p:cNvSpPr/>
            <p:nvPr/>
          </p:nvSpPr>
          <p:spPr>
            <a:xfrm>
              <a:off x="9946297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t4956"/>
            <p:cNvSpPr/>
            <p:nvPr/>
          </p:nvSpPr>
          <p:spPr>
            <a:xfrm>
              <a:off x="9946297" y="56387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t4957"/>
            <p:cNvSpPr/>
            <p:nvPr/>
          </p:nvSpPr>
          <p:spPr>
            <a:xfrm>
              <a:off x="9946297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t4958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t4959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t4960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t4961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t4962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t4963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t4964"/>
            <p:cNvSpPr/>
            <p:nvPr/>
          </p:nvSpPr>
          <p:spPr>
            <a:xfrm>
              <a:off x="9946297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t4965"/>
            <p:cNvSpPr/>
            <p:nvPr/>
          </p:nvSpPr>
          <p:spPr>
            <a:xfrm>
              <a:off x="1054922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t4966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t4967"/>
            <p:cNvSpPr/>
            <p:nvPr/>
          </p:nvSpPr>
          <p:spPr>
            <a:xfrm>
              <a:off x="1054922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t4968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t4969"/>
            <p:cNvSpPr/>
            <p:nvPr/>
          </p:nvSpPr>
          <p:spPr>
            <a:xfrm>
              <a:off x="994629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t4970"/>
            <p:cNvSpPr/>
            <p:nvPr/>
          </p:nvSpPr>
          <p:spPr>
            <a:xfrm>
              <a:off x="9946297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t4971"/>
            <p:cNvSpPr/>
            <p:nvPr/>
          </p:nvSpPr>
          <p:spPr>
            <a:xfrm>
              <a:off x="9946297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t4972"/>
            <p:cNvSpPr/>
            <p:nvPr/>
          </p:nvSpPr>
          <p:spPr>
            <a:xfrm>
              <a:off x="9946297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t4973"/>
            <p:cNvSpPr/>
            <p:nvPr/>
          </p:nvSpPr>
          <p:spPr>
            <a:xfrm>
              <a:off x="9946297" y="56970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t4974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t4975"/>
            <p:cNvSpPr/>
            <p:nvPr/>
          </p:nvSpPr>
          <p:spPr>
            <a:xfrm>
              <a:off x="9946297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t4976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t4977"/>
            <p:cNvSpPr/>
            <p:nvPr/>
          </p:nvSpPr>
          <p:spPr>
            <a:xfrm>
              <a:off x="9946297" y="57651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t4978"/>
            <p:cNvSpPr/>
            <p:nvPr/>
          </p:nvSpPr>
          <p:spPr>
            <a:xfrm>
              <a:off x="9946297" y="55608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t4979"/>
            <p:cNvSpPr/>
            <p:nvPr/>
          </p:nvSpPr>
          <p:spPr>
            <a:xfrm>
              <a:off x="9946297" y="56776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t4980"/>
            <p:cNvSpPr/>
            <p:nvPr/>
          </p:nvSpPr>
          <p:spPr>
            <a:xfrm>
              <a:off x="9946297" y="54538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t4981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t4982"/>
            <p:cNvSpPr/>
            <p:nvPr/>
          </p:nvSpPr>
          <p:spPr>
            <a:xfrm>
              <a:off x="9946297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t4983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t4984"/>
            <p:cNvSpPr/>
            <p:nvPr/>
          </p:nvSpPr>
          <p:spPr>
            <a:xfrm>
              <a:off x="9946297" y="56289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t4985"/>
            <p:cNvSpPr/>
            <p:nvPr/>
          </p:nvSpPr>
          <p:spPr>
            <a:xfrm>
              <a:off x="9946297" y="59013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t4986"/>
            <p:cNvSpPr/>
            <p:nvPr/>
          </p:nvSpPr>
          <p:spPr>
            <a:xfrm>
              <a:off x="994629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t4987"/>
            <p:cNvSpPr/>
            <p:nvPr/>
          </p:nvSpPr>
          <p:spPr>
            <a:xfrm>
              <a:off x="10549227" y="53176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t4988"/>
            <p:cNvSpPr/>
            <p:nvPr/>
          </p:nvSpPr>
          <p:spPr>
            <a:xfrm>
              <a:off x="9946297" y="54344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t4989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t4990"/>
            <p:cNvSpPr/>
            <p:nvPr/>
          </p:nvSpPr>
          <p:spPr>
            <a:xfrm>
              <a:off x="9946297" y="59013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t4991"/>
            <p:cNvSpPr/>
            <p:nvPr/>
          </p:nvSpPr>
          <p:spPr>
            <a:xfrm>
              <a:off x="994629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t4992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t4993"/>
            <p:cNvSpPr/>
            <p:nvPr/>
          </p:nvSpPr>
          <p:spPr>
            <a:xfrm>
              <a:off x="9946297" y="55414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t4994"/>
            <p:cNvSpPr/>
            <p:nvPr/>
          </p:nvSpPr>
          <p:spPr>
            <a:xfrm>
              <a:off x="1054922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t4995"/>
            <p:cNvSpPr/>
            <p:nvPr/>
          </p:nvSpPr>
          <p:spPr>
            <a:xfrm>
              <a:off x="9946297" y="55608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t4996"/>
            <p:cNvSpPr/>
            <p:nvPr/>
          </p:nvSpPr>
          <p:spPr>
            <a:xfrm>
              <a:off x="9946297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t4997"/>
            <p:cNvSpPr/>
            <p:nvPr/>
          </p:nvSpPr>
          <p:spPr>
            <a:xfrm>
              <a:off x="9946297" y="52884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t4998"/>
            <p:cNvSpPr/>
            <p:nvPr/>
          </p:nvSpPr>
          <p:spPr>
            <a:xfrm>
              <a:off x="10549227" y="51717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t4999"/>
            <p:cNvSpPr/>
            <p:nvPr/>
          </p:nvSpPr>
          <p:spPr>
            <a:xfrm>
              <a:off x="10549227" y="52884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t5000"/>
            <p:cNvSpPr/>
            <p:nvPr/>
          </p:nvSpPr>
          <p:spPr>
            <a:xfrm>
              <a:off x="9946297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t5001"/>
            <p:cNvSpPr/>
            <p:nvPr/>
          </p:nvSpPr>
          <p:spPr>
            <a:xfrm>
              <a:off x="9946297" y="52982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t5002"/>
            <p:cNvSpPr/>
            <p:nvPr/>
          </p:nvSpPr>
          <p:spPr>
            <a:xfrm>
              <a:off x="9946297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t5003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t5004"/>
            <p:cNvSpPr/>
            <p:nvPr/>
          </p:nvSpPr>
          <p:spPr>
            <a:xfrm>
              <a:off x="9946297" y="53857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t5005"/>
            <p:cNvSpPr/>
            <p:nvPr/>
          </p:nvSpPr>
          <p:spPr>
            <a:xfrm>
              <a:off x="10549227" y="53565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t5006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t5007"/>
            <p:cNvSpPr/>
            <p:nvPr/>
          </p:nvSpPr>
          <p:spPr>
            <a:xfrm>
              <a:off x="10549227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t5008"/>
            <p:cNvSpPr/>
            <p:nvPr/>
          </p:nvSpPr>
          <p:spPr>
            <a:xfrm>
              <a:off x="9946297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t5009"/>
            <p:cNvSpPr/>
            <p:nvPr/>
          </p:nvSpPr>
          <p:spPr>
            <a:xfrm>
              <a:off x="10549227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t5010"/>
            <p:cNvSpPr/>
            <p:nvPr/>
          </p:nvSpPr>
          <p:spPr>
            <a:xfrm>
              <a:off x="9946297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t5011"/>
            <p:cNvSpPr/>
            <p:nvPr/>
          </p:nvSpPr>
          <p:spPr>
            <a:xfrm>
              <a:off x="1054922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t5012"/>
            <p:cNvSpPr/>
            <p:nvPr/>
          </p:nvSpPr>
          <p:spPr>
            <a:xfrm>
              <a:off x="10549227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t5013"/>
            <p:cNvSpPr/>
            <p:nvPr/>
          </p:nvSpPr>
          <p:spPr>
            <a:xfrm>
              <a:off x="9946297" y="57749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t5014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t5015"/>
            <p:cNvSpPr/>
            <p:nvPr/>
          </p:nvSpPr>
          <p:spPr>
            <a:xfrm>
              <a:off x="11152158" y="59013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t5016"/>
            <p:cNvSpPr/>
            <p:nvPr/>
          </p:nvSpPr>
          <p:spPr>
            <a:xfrm>
              <a:off x="11152158" y="53565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t5017"/>
            <p:cNvSpPr/>
            <p:nvPr/>
          </p:nvSpPr>
          <p:spPr>
            <a:xfrm>
              <a:off x="11152158" y="53565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t5018"/>
            <p:cNvSpPr/>
            <p:nvPr/>
          </p:nvSpPr>
          <p:spPr>
            <a:xfrm>
              <a:off x="10549227" y="53176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t5019"/>
            <p:cNvSpPr/>
            <p:nvPr/>
          </p:nvSpPr>
          <p:spPr>
            <a:xfrm>
              <a:off x="9946297" y="52982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t5020"/>
            <p:cNvSpPr/>
            <p:nvPr/>
          </p:nvSpPr>
          <p:spPr>
            <a:xfrm>
              <a:off x="9946297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t5021"/>
            <p:cNvSpPr/>
            <p:nvPr/>
          </p:nvSpPr>
          <p:spPr>
            <a:xfrm>
              <a:off x="994629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t5022"/>
            <p:cNvSpPr/>
            <p:nvPr/>
          </p:nvSpPr>
          <p:spPr>
            <a:xfrm>
              <a:off x="9946297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t5023"/>
            <p:cNvSpPr/>
            <p:nvPr/>
          </p:nvSpPr>
          <p:spPr>
            <a:xfrm>
              <a:off x="9946297" y="55900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t5024"/>
            <p:cNvSpPr/>
            <p:nvPr/>
          </p:nvSpPr>
          <p:spPr>
            <a:xfrm>
              <a:off x="1054922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t5025"/>
            <p:cNvSpPr/>
            <p:nvPr/>
          </p:nvSpPr>
          <p:spPr>
            <a:xfrm>
              <a:off x="9946297" y="56289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t5026"/>
            <p:cNvSpPr/>
            <p:nvPr/>
          </p:nvSpPr>
          <p:spPr>
            <a:xfrm>
              <a:off x="10549227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t5027"/>
            <p:cNvSpPr/>
            <p:nvPr/>
          </p:nvSpPr>
          <p:spPr>
            <a:xfrm>
              <a:off x="994629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t5028"/>
            <p:cNvSpPr/>
            <p:nvPr/>
          </p:nvSpPr>
          <p:spPr>
            <a:xfrm>
              <a:off x="1054922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t5029"/>
            <p:cNvSpPr/>
            <p:nvPr/>
          </p:nvSpPr>
          <p:spPr>
            <a:xfrm>
              <a:off x="9946297" y="53954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t5030"/>
            <p:cNvSpPr/>
            <p:nvPr/>
          </p:nvSpPr>
          <p:spPr>
            <a:xfrm>
              <a:off x="9946297" y="55122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t5031"/>
            <p:cNvSpPr/>
            <p:nvPr/>
          </p:nvSpPr>
          <p:spPr>
            <a:xfrm>
              <a:off x="9946297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t5032"/>
            <p:cNvSpPr/>
            <p:nvPr/>
          </p:nvSpPr>
          <p:spPr>
            <a:xfrm>
              <a:off x="9946297" y="56387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t5033"/>
            <p:cNvSpPr/>
            <p:nvPr/>
          </p:nvSpPr>
          <p:spPr>
            <a:xfrm>
              <a:off x="1054922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t5034"/>
            <p:cNvSpPr/>
            <p:nvPr/>
          </p:nvSpPr>
          <p:spPr>
            <a:xfrm>
              <a:off x="1054922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t5035"/>
            <p:cNvSpPr/>
            <p:nvPr/>
          </p:nvSpPr>
          <p:spPr>
            <a:xfrm>
              <a:off x="1054922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t5036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t5037"/>
            <p:cNvSpPr/>
            <p:nvPr/>
          </p:nvSpPr>
          <p:spPr>
            <a:xfrm>
              <a:off x="9946297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t5038"/>
            <p:cNvSpPr/>
            <p:nvPr/>
          </p:nvSpPr>
          <p:spPr>
            <a:xfrm>
              <a:off x="9946297" y="56192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t5039"/>
            <p:cNvSpPr/>
            <p:nvPr/>
          </p:nvSpPr>
          <p:spPr>
            <a:xfrm>
              <a:off x="9946297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t5040"/>
            <p:cNvSpPr/>
            <p:nvPr/>
          </p:nvSpPr>
          <p:spPr>
            <a:xfrm>
              <a:off x="9946297" y="55997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t5041"/>
            <p:cNvSpPr/>
            <p:nvPr/>
          </p:nvSpPr>
          <p:spPr>
            <a:xfrm>
              <a:off x="9946297" y="56484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t5042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t5043"/>
            <p:cNvSpPr/>
            <p:nvPr/>
          </p:nvSpPr>
          <p:spPr>
            <a:xfrm>
              <a:off x="9946297" y="55900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t5044"/>
            <p:cNvSpPr/>
            <p:nvPr/>
          </p:nvSpPr>
          <p:spPr>
            <a:xfrm>
              <a:off x="10549227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t5045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t5046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t5047"/>
            <p:cNvSpPr/>
            <p:nvPr/>
          </p:nvSpPr>
          <p:spPr>
            <a:xfrm>
              <a:off x="9946297" y="56387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t5048"/>
            <p:cNvSpPr/>
            <p:nvPr/>
          </p:nvSpPr>
          <p:spPr>
            <a:xfrm>
              <a:off x="994629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t5049"/>
            <p:cNvSpPr/>
            <p:nvPr/>
          </p:nvSpPr>
          <p:spPr>
            <a:xfrm>
              <a:off x="9946297" y="57359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t5050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t5051"/>
            <p:cNvSpPr/>
            <p:nvPr/>
          </p:nvSpPr>
          <p:spPr>
            <a:xfrm>
              <a:off x="9946297" y="57068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t5052"/>
            <p:cNvSpPr/>
            <p:nvPr/>
          </p:nvSpPr>
          <p:spPr>
            <a:xfrm>
              <a:off x="10549227" y="55219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t5053"/>
            <p:cNvSpPr/>
            <p:nvPr/>
          </p:nvSpPr>
          <p:spPr>
            <a:xfrm>
              <a:off x="9946297" y="60764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t5054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t5055"/>
            <p:cNvSpPr/>
            <p:nvPr/>
          </p:nvSpPr>
          <p:spPr>
            <a:xfrm>
              <a:off x="9946297" y="53273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t5056"/>
            <p:cNvSpPr/>
            <p:nvPr/>
          </p:nvSpPr>
          <p:spPr>
            <a:xfrm>
              <a:off x="9946297" y="55706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t5057"/>
            <p:cNvSpPr/>
            <p:nvPr/>
          </p:nvSpPr>
          <p:spPr>
            <a:xfrm>
              <a:off x="9946297" y="54733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t5058"/>
            <p:cNvSpPr/>
            <p:nvPr/>
          </p:nvSpPr>
          <p:spPr>
            <a:xfrm>
              <a:off x="9946297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t5059"/>
            <p:cNvSpPr/>
            <p:nvPr/>
          </p:nvSpPr>
          <p:spPr>
            <a:xfrm>
              <a:off x="9946297" y="52690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t5060"/>
            <p:cNvSpPr/>
            <p:nvPr/>
          </p:nvSpPr>
          <p:spPr>
            <a:xfrm>
              <a:off x="11152158" y="53760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t5061"/>
            <p:cNvSpPr/>
            <p:nvPr/>
          </p:nvSpPr>
          <p:spPr>
            <a:xfrm>
              <a:off x="9946297" y="57651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t5062"/>
            <p:cNvSpPr/>
            <p:nvPr/>
          </p:nvSpPr>
          <p:spPr>
            <a:xfrm>
              <a:off x="10549227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t5063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t5064"/>
            <p:cNvSpPr/>
            <p:nvPr/>
          </p:nvSpPr>
          <p:spPr>
            <a:xfrm>
              <a:off x="9946297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t5065"/>
            <p:cNvSpPr/>
            <p:nvPr/>
          </p:nvSpPr>
          <p:spPr>
            <a:xfrm>
              <a:off x="9946297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t5066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t5067"/>
            <p:cNvSpPr/>
            <p:nvPr/>
          </p:nvSpPr>
          <p:spPr>
            <a:xfrm>
              <a:off x="9946297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t5068"/>
            <p:cNvSpPr/>
            <p:nvPr/>
          </p:nvSpPr>
          <p:spPr>
            <a:xfrm>
              <a:off x="9946297" y="60083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t5069"/>
            <p:cNvSpPr/>
            <p:nvPr/>
          </p:nvSpPr>
          <p:spPr>
            <a:xfrm>
              <a:off x="10549227" y="54538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t5070"/>
            <p:cNvSpPr/>
            <p:nvPr/>
          </p:nvSpPr>
          <p:spPr>
            <a:xfrm>
              <a:off x="9946297" y="52592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t5071"/>
            <p:cNvSpPr/>
            <p:nvPr/>
          </p:nvSpPr>
          <p:spPr>
            <a:xfrm>
              <a:off x="9946297" y="56484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t5072"/>
            <p:cNvSpPr/>
            <p:nvPr/>
          </p:nvSpPr>
          <p:spPr>
            <a:xfrm>
              <a:off x="9946297" y="5706810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t5073"/>
            <p:cNvSpPr/>
            <p:nvPr/>
          </p:nvSpPr>
          <p:spPr>
            <a:xfrm>
              <a:off x="9946297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t5074"/>
            <p:cNvSpPr/>
            <p:nvPr/>
          </p:nvSpPr>
          <p:spPr>
            <a:xfrm>
              <a:off x="10549227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t5075"/>
            <p:cNvSpPr/>
            <p:nvPr/>
          </p:nvSpPr>
          <p:spPr>
            <a:xfrm>
              <a:off x="10549227" y="54927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t5076"/>
            <p:cNvSpPr/>
            <p:nvPr/>
          </p:nvSpPr>
          <p:spPr>
            <a:xfrm>
              <a:off x="10549227" y="52690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t5077"/>
            <p:cNvSpPr/>
            <p:nvPr/>
          </p:nvSpPr>
          <p:spPr>
            <a:xfrm>
              <a:off x="994629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t5078"/>
            <p:cNvSpPr/>
            <p:nvPr/>
          </p:nvSpPr>
          <p:spPr>
            <a:xfrm>
              <a:off x="1054922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t5079"/>
            <p:cNvSpPr/>
            <p:nvPr/>
          </p:nvSpPr>
          <p:spPr>
            <a:xfrm>
              <a:off x="11152158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t5080"/>
            <p:cNvSpPr/>
            <p:nvPr/>
          </p:nvSpPr>
          <p:spPr>
            <a:xfrm>
              <a:off x="10549227" y="5590068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t5081"/>
            <p:cNvSpPr/>
            <p:nvPr/>
          </p:nvSpPr>
          <p:spPr>
            <a:xfrm>
              <a:off x="9946297" y="57359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t5082"/>
            <p:cNvSpPr/>
            <p:nvPr/>
          </p:nvSpPr>
          <p:spPr>
            <a:xfrm>
              <a:off x="10549227" y="56095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t5083"/>
            <p:cNvSpPr/>
            <p:nvPr/>
          </p:nvSpPr>
          <p:spPr>
            <a:xfrm>
              <a:off x="9946297" y="53468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t5084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t5085"/>
            <p:cNvSpPr/>
            <p:nvPr/>
          </p:nvSpPr>
          <p:spPr>
            <a:xfrm>
              <a:off x="10549227" y="56678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t5086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t5087"/>
            <p:cNvSpPr/>
            <p:nvPr/>
          </p:nvSpPr>
          <p:spPr>
            <a:xfrm>
              <a:off x="9946297" y="57651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t5088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t5089"/>
            <p:cNvSpPr/>
            <p:nvPr/>
          </p:nvSpPr>
          <p:spPr>
            <a:xfrm>
              <a:off x="9946297" y="58040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t5090"/>
            <p:cNvSpPr/>
            <p:nvPr/>
          </p:nvSpPr>
          <p:spPr>
            <a:xfrm>
              <a:off x="9946297" y="5833282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t5091"/>
            <p:cNvSpPr/>
            <p:nvPr/>
          </p:nvSpPr>
          <p:spPr>
            <a:xfrm>
              <a:off x="10549227" y="52009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t5092"/>
            <p:cNvSpPr/>
            <p:nvPr/>
          </p:nvSpPr>
          <p:spPr>
            <a:xfrm>
              <a:off x="9946297" y="57554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t5093"/>
            <p:cNvSpPr/>
            <p:nvPr/>
          </p:nvSpPr>
          <p:spPr>
            <a:xfrm>
              <a:off x="9946297" y="5998667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t5094"/>
            <p:cNvSpPr/>
            <p:nvPr/>
          </p:nvSpPr>
          <p:spPr>
            <a:xfrm>
              <a:off x="10549227" y="53273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t5095"/>
            <p:cNvSpPr/>
            <p:nvPr/>
          </p:nvSpPr>
          <p:spPr>
            <a:xfrm>
              <a:off x="10549227" y="54733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t5096"/>
            <p:cNvSpPr/>
            <p:nvPr/>
          </p:nvSpPr>
          <p:spPr>
            <a:xfrm>
              <a:off x="10549227" y="5551153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t5097"/>
            <p:cNvSpPr/>
            <p:nvPr/>
          </p:nvSpPr>
          <p:spPr>
            <a:xfrm>
              <a:off x="9946297" y="57457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t5098"/>
            <p:cNvSpPr/>
            <p:nvPr/>
          </p:nvSpPr>
          <p:spPr>
            <a:xfrm>
              <a:off x="10549227" y="5405225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t5099"/>
            <p:cNvSpPr/>
            <p:nvPr/>
          </p:nvSpPr>
          <p:spPr>
            <a:xfrm>
              <a:off x="9946297" y="53273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t5100"/>
            <p:cNvSpPr/>
            <p:nvPr/>
          </p:nvSpPr>
          <p:spPr>
            <a:xfrm>
              <a:off x="9946297" y="55803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t5101"/>
            <p:cNvSpPr/>
            <p:nvPr/>
          </p:nvSpPr>
          <p:spPr>
            <a:xfrm>
              <a:off x="9946297" y="54635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t5102"/>
            <p:cNvSpPr/>
            <p:nvPr/>
          </p:nvSpPr>
          <p:spPr>
            <a:xfrm>
              <a:off x="9946297" y="5395496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t5103"/>
            <p:cNvSpPr/>
            <p:nvPr/>
          </p:nvSpPr>
          <p:spPr>
            <a:xfrm>
              <a:off x="10549227" y="5988939"/>
              <a:ext cx="38555" cy="38555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t5104"/>
            <p:cNvSpPr/>
            <p:nvPr/>
          </p:nvSpPr>
          <p:spPr>
            <a:xfrm>
              <a:off x="11755089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t5105"/>
            <p:cNvSpPr/>
            <p:nvPr/>
          </p:nvSpPr>
          <p:spPr>
            <a:xfrm>
              <a:off x="10549227" y="51717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t5106"/>
            <p:cNvSpPr/>
            <p:nvPr/>
          </p:nvSpPr>
          <p:spPr>
            <a:xfrm>
              <a:off x="11152158" y="53954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t5107"/>
            <p:cNvSpPr/>
            <p:nvPr/>
          </p:nvSpPr>
          <p:spPr>
            <a:xfrm>
              <a:off x="9946297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t5108"/>
            <p:cNvSpPr/>
            <p:nvPr/>
          </p:nvSpPr>
          <p:spPr>
            <a:xfrm>
              <a:off x="9946297" y="55608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t5109"/>
            <p:cNvSpPr/>
            <p:nvPr/>
          </p:nvSpPr>
          <p:spPr>
            <a:xfrm>
              <a:off x="10549227" y="5940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t5110"/>
            <p:cNvSpPr/>
            <p:nvPr/>
          </p:nvSpPr>
          <p:spPr>
            <a:xfrm>
              <a:off x="10549227" y="56581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t5111"/>
            <p:cNvSpPr/>
            <p:nvPr/>
          </p:nvSpPr>
          <p:spPr>
            <a:xfrm>
              <a:off x="11152158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t5112"/>
            <p:cNvSpPr/>
            <p:nvPr/>
          </p:nvSpPr>
          <p:spPr>
            <a:xfrm>
              <a:off x="10549227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t5113"/>
            <p:cNvSpPr/>
            <p:nvPr/>
          </p:nvSpPr>
          <p:spPr>
            <a:xfrm>
              <a:off x="10549227" y="54635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t5114"/>
            <p:cNvSpPr/>
            <p:nvPr/>
          </p:nvSpPr>
          <p:spPr>
            <a:xfrm>
              <a:off x="10549227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t5115"/>
            <p:cNvSpPr/>
            <p:nvPr/>
          </p:nvSpPr>
          <p:spPr>
            <a:xfrm>
              <a:off x="9946297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t5116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t5117"/>
            <p:cNvSpPr/>
            <p:nvPr/>
          </p:nvSpPr>
          <p:spPr>
            <a:xfrm>
              <a:off x="11152158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t5118"/>
            <p:cNvSpPr/>
            <p:nvPr/>
          </p:nvSpPr>
          <p:spPr>
            <a:xfrm>
              <a:off x="11755089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t5119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t5120"/>
            <p:cNvSpPr/>
            <p:nvPr/>
          </p:nvSpPr>
          <p:spPr>
            <a:xfrm>
              <a:off x="9946297" y="6086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t5121"/>
            <p:cNvSpPr/>
            <p:nvPr/>
          </p:nvSpPr>
          <p:spPr>
            <a:xfrm>
              <a:off x="9946297" y="54635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t5122"/>
            <p:cNvSpPr/>
            <p:nvPr/>
          </p:nvSpPr>
          <p:spPr>
            <a:xfrm>
              <a:off x="9946297" y="58624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t5123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t5124"/>
            <p:cNvSpPr/>
            <p:nvPr/>
          </p:nvSpPr>
          <p:spPr>
            <a:xfrm>
              <a:off x="10549227" y="5920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t5125"/>
            <p:cNvSpPr/>
            <p:nvPr/>
          </p:nvSpPr>
          <p:spPr>
            <a:xfrm>
              <a:off x="1054922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t5126"/>
            <p:cNvSpPr/>
            <p:nvPr/>
          </p:nvSpPr>
          <p:spPr>
            <a:xfrm>
              <a:off x="11755089" y="5239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t5127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t5128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t5129"/>
            <p:cNvSpPr/>
            <p:nvPr/>
          </p:nvSpPr>
          <p:spPr>
            <a:xfrm>
              <a:off x="10549227" y="57359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t5130"/>
            <p:cNvSpPr/>
            <p:nvPr/>
          </p:nvSpPr>
          <p:spPr>
            <a:xfrm>
              <a:off x="9946297" y="5988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t5131"/>
            <p:cNvSpPr/>
            <p:nvPr/>
          </p:nvSpPr>
          <p:spPr>
            <a:xfrm>
              <a:off x="10549227" y="5288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t5132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t5133"/>
            <p:cNvSpPr/>
            <p:nvPr/>
          </p:nvSpPr>
          <p:spPr>
            <a:xfrm>
              <a:off x="10549227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t5134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t5135"/>
            <p:cNvSpPr/>
            <p:nvPr/>
          </p:nvSpPr>
          <p:spPr>
            <a:xfrm>
              <a:off x="9946297" y="57651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t5136"/>
            <p:cNvSpPr/>
            <p:nvPr/>
          </p:nvSpPr>
          <p:spPr>
            <a:xfrm>
              <a:off x="9946297" y="61348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t5137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t5138"/>
            <p:cNvSpPr/>
            <p:nvPr/>
          </p:nvSpPr>
          <p:spPr>
            <a:xfrm>
              <a:off x="9946297" y="60764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t5139"/>
            <p:cNvSpPr/>
            <p:nvPr/>
          </p:nvSpPr>
          <p:spPr>
            <a:xfrm>
              <a:off x="10549227" y="56776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t5140"/>
            <p:cNvSpPr/>
            <p:nvPr/>
          </p:nvSpPr>
          <p:spPr>
            <a:xfrm>
              <a:off x="9946297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t5141"/>
            <p:cNvSpPr/>
            <p:nvPr/>
          </p:nvSpPr>
          <p:spPr>
            <a:xfrm>
              <a:off x="10549227" y="5483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t5142"/>
            <p:cNvSpPr/>
            <p:nvPr/>
          </p:nvSpPr>
          <p:spPr>
            <a:xfrm>
              <a:off x="10549227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t5143"/>
            <p:cNvSpPr/>
            <p:nvPr/>
          </p:nvSpPr>
          <p:spPr>
            <a:xfrm>
              <a:off x="10549227" y="56581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t5144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t5145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t5146"/>
            <p:cNvSpPr/>
            <p:nvPr/>
          </p:nvSpPr>
          <p:spPr>
            <a:xfrm>
              <a:off x="10549227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t5147"/>
            <p:cNvSpPr/>
            <p:nvPr/>
          </p:nvSpPr>
          <p:spPr>
            <a:xfrm>
              <a:off x="9946297" y="58721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t5148"/>
            <p:cNvSpPr/>
            <p:nvPr/>
          </p:nvSpPr>
          <p:spPr>
            <a:xfrm>
              <a:off x="9946297" y="56484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t5149"/>
            <p:cNvSpPr/>
            <p:nvPr/>
          </p:nvSpPr>
          <p:spPr>
            <a:xfrm>
              <a:off x="10549227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t5150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t5151"/>
            <p:cNvSpPr/>
            <p:nvPr/>
          </p:nvSpPr>
          <p:spPr>
            <a:xfrm>
              <a:off x="11152158" y="5239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t5152"/>
            <p:cNvSpPr/>
            <p:nvPr/>
          </p:nvSpPr>
          <p:spPr>
            <a:xfrm>
              <a:off x="11152158" y="57359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t5153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t5154"/>
            <p:cNvSpPr/>
            <p:nvPr/>
          </p:nvSpPr>
          <p:spPr>
            <a:xfrm>
              <a:off x="9946297" y="5920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t5155"/>
            <p:cNvSpPr/>
            <p:nvPr/>
          </p:nvSpPr>
          <p:spPr>
            <a:xfrm>
              <a:off x="9946297" y="56873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t5156"/>
            <p:cNvSpPr/>
            <p:nvPr/>
          </p:nvSpPr>
          <p:spPr>
            <a:xfrm>
              <a:off x="10549227" y="5200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t5157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t5158"/>
            <p:cNvSpPr/>
            <p:nvPr/>
          </p:nvSpPr>
          <p:spPr>
            <a:xfrm>
              <a:off x="10549227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t5159"/>
            <p:cNvSpPr/>
            <p:nvPr/>
          </p:nvSpPr>
          <p:spPr>
            <a:xfrm>
              <a:off x="11152158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t5160"/>
            <p:cNvSpPr/>
            <p:nvPr/>
          </p:nvSpPr>
          <p:spPr>
            <a:xfrm>
              <a:off x="9946297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t5161"/>
            <p:cNvSpPr/>
            <p:nvPr/>
          </p:nvSpPr>
          <p:spPr>
            <a:xfrm>
              <a:off x="11755089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t5162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t5163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t5164"/>
            <p:cNvSpPr/>
            <p:nvPr/>
          </p:nvSpPr>
          <p:spPr>
            <a:xfrm>
              <a:off x="9946297" y="6057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t5165"/>
            <p:cNvSpPr/>
            <p:nvPr/>
          </p:nvSpPr>
          <p:spPr>
            <a:xfrm>
              <a:off x="9946297" y="57165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t5166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t5167"/>
            <p:cNvSpPr/>
            <p:nvPr/>
          </p:nvSpPr>
          <p:spPr>
            <a:xfrm>
              <a:off x="10549227" y="56873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t5168"/>
            <p:cNvSpPr/>
            <p:nvPr/>
          </p:nvSpPr>
          <p:spPr>
            <a:xfrm>
              <a:off x="10549227" y="55414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t5169"/>
            <p:cNvSpPr/>
            <p:nvPr/>
          </p:nvSpPr>
          <p:spPr>
            <a:xfrm>
              <a:off x="994629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t5170"/>
            <p:cNvSpPr/>
            <p:nvPr/>
          </p:nvSpPr>
          <p:spPr>
            <a:xfrm>
              <a:off x="9946297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t5171"/>
            <p:cNvSpPr/>
            <p:nvPr/>
          </p:nvSpPr>
          <p:spPr>
            <a:xfrm>
              <a:off x="9946297" y="58916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t5172"/>
            <p:cNvSpPr/>
            <p:nvPr/>
          </p:nvSpPr>
          <p:spPr>
            <a:xfrm>
              <a:off x="10549227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t5173"/>
            <p:cNvSpPr/>
            <p:nvPr/>
          </p:nvSpPr>
          <p:spPr>
            <a:xfrm>
              <a:off x="9946297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t5174"/>
            <p:cNvSpPr/>
            <p:nvPr/>
          </p:nvSpPr>
          <p:spPr>
            <a:xfrm>
              <a:off x="9946297" y="56581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t5175"/>
            <p:cNvSpPr/>
            <p:nvPr/>
          </p:nvSpPr>
          <p:spPr>
            <a:xfrm>
              <a:off x="9946297" y="58040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t5176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t5177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t5178"/>
            <p:cNvSpPr/>
            <p:nvPr/>
          </p:nvSpPr>
          <p:spPr>
            <a:xfrm>
              <a:off x="11152158" y="5307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t5179"/>
            <p:cNvSpPr/>
            <p:nvPr/>
          </p:nvSpPr>
          <p:spPr>
            <a:xfrm>
              <a:off x="11152158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t5180"/>
            <p:cNvSpPr/>
            <p:nvPr/>
          </p:nvSpPr>
          <p:spPr>
            <a:xfrm>
              <a:off x="10549227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t5181"/>
            <p:cNvSpPr/>
            <p:nvPr/>
          </p:nvSpPr>
          <p:spPr>
            <a:xfrm>
              <a:off x="9946297" y="58332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t5182"/>
            <p:cNvSpPr/>
            <p:nvPr/>
          </p:nvSpPr>
          <p:spPr>
            <a:xfrm>
              <a:off x="9946297" y="5920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t5183"/>
            <p:cNvSpPr/>
            <p:nvPr/>
          </p:nvSpPr>
          <p:spPr>
            <a:xfrm>
              <a:off x="9946297" y="61251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t5184"/>
            <p:cNvSpPr/>
            <p:nvPr/>
          </p:nvSpPr>
          <p:spPr>
            <a:xfrm>
              <a:off x="1054922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t5185"/>
            <p:cNvSpPr/>
            <p:nvPr/>
          </p:nvSpPr>
          <p:spPr>
            <a:xfrm>
              <a:off x="9946297" y="61348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t5186"/>
            <p:cNvSpPr/>
            <p:nvPr/>
          </p:nvSpPr>
          <p:spPr>
            <a:xfrm>
              <a:off x="9946297" y="5969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t5187"/>
            <p:cNvSpPr/>
            <p:nvPr/>
          </p:nvSpPr>
          <p:spPr>
            <a:xfrm>
              <a:off x="10549227" y="53273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t5188"/>
            <p:cNvSpPr/>
            <p:nvPr/>
          </p:nvSpPr>
          <p:spPr>
            <a:xfrm>
              <a:off x="10549227" y="55900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t5189"/>
            <p:cNvSpPr/>
            <p:nvPr/>
          </p:nvSpPr>
          <p:spPr>
            <a:xfrm>
              <a:off x="11152158" y="52982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t5190"/>
            <p:cNvSpPr/>
            <p:nvPr/>
          </p:nvSpPr>
          <p:spPr>
            <a:xfrm>
              <a:off x="11152158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t5191"/>
            <p:cNvSpPr/>
            <p:nvPr/>
          </p:nvSpPr>
          <p:spPr>
            <a:xfrm>
              <a:off x="10549227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t5192"/>
            <p:cNvSpPr/>
            <p:nvPr/>
          </p:nvSpPr>
          <p:spPr>
            <a:xfrm>
              <a:off x="994629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t5193"/>
            <p:cNvSpPr/>
            <p:nvPr/>
          </p:nvSpPr>
          <p:spPr>
            <a:xfrm>
              <a:off x="10549227" y="56289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t5194"/>
            <p:cNvSpPr/>
            <p:nvPr/>
          </p:nvSpPr>
          <p:spPr>
            <a:xfrm>
              <a:off x="11152158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t5195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t5196"/>
            <p:cNvSpPr/>
            <p:nvPr/>
          </p:nvSpPr>
          <p:spPr>
            <a:xfrm>
              <a:off x="9946297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t5197"/>
            <p:cNvSpPr/>
            <p:nvPr/>
          </p:nvSpPr>
          <p:spPr>
            <a:xfrm>
              <a:off x="9946297" y="6027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t5198"/>
            <p:cNvSpPr/>
            <p:nvPr/>
          </p:nvSpPr>
          <p:spPr>
            <a:xfrm>
              <a:off x="10549227" y="5200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t5199"/>
            <p:cNvSpPr/>
            <p:nvPr/>
          </p:nvSpPr>
          <p:spPr>
            <a:xfrm>
              <a:off x="10549227" y="53954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t5200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t5201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t5202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t5203"/>
            <p:cNvSpPr/>
            <p:nvPr/>
          </p:nvSpPr>
          <p:spPr>
            <a:xfrm>
              <a:off x="9946297" y="5969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t5204"/>
            <p:cNvSpPr/>
            <p:nvPr/>
          </p:nvSpPr>
          <p:spPr>
            <a:xfrm>
              <a:off x="10549227" y="57359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t5205"/>
            <p:cNvSpPr/>
            <p:nvPr/>
          </p:nvSpPr>
          <p:spPr>
            <a:xfrm>
              <a:off x="9946297" y="58235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t5206"/>
            <p:cNvSpPr/>
            <p:nvPr/>
          </p:nvSpPr>
          <p:spPr>
            <a:xfrm>
              <a:off x="9946297" y="54149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t5207"/>
            <p:cNvSpPr/>
            <p:nvPr/>
          </p:nvSpPr>
          <p:spPr>
            <a:xfrm>
              <a:off x="11152158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t5208"/>
            <p:cNvSpPr/>
            <p:nvPr/>
          </p:nvSpPr>
          <p:spPr>
            <a:xfrm>
              <a:off x="9946297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t5209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t5210"/>
            <p:cNvSpPr/>
            <p:nvPr/>
          </p:nvSpPr>
          <p:spPr>
            <a:xfrm>
              <a:off x="11152158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t5211"/>
            <p:cNvSpPr/>
            <p:nvPr/>
          </p:nvSpPr>
          <p:spPr>
            <a:xfrm>
              <a:off x="9946297" y="55900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t5212"/>
            <p:cNvSpPr/>
            <p:nvPr/>
          </p:nvSpPr>
          <p:spPr>
            <a:xfrm>
              <a:off x="9946297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t5213"/>
            <p:cNvSpPr/>
            <p:nvPr/>
          </p:nvSpPr>
          <p:spPr>
            <a:xfrm>
              <a:off x="9946297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t5214"/>
            <p:cNvSpPr/>
            <p:nvPr/>
          </p:nvSpPr>
          <p:spPr>
            <a:xfrm>
              <a:off x="10549227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t5215"/>
            <p:cNvSpPr/>
            <p:nvPr/>
          </p:nvSpPr>
          <p:spPr>
            <a:xfrm>
              <a:off x="10549227" y="5200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t5216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t5217"/>
            <p:cNvSpPr/>
            <p:nvPr/>
          </p:nvSpPr>
          <p:spPr>
            <a:xfrm>
              <a:off x="11152158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t5218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t5219"/>
            <p:cNvSpPr/>
            <p:nvPr/>
          </p:nvSpPr>
          <p:spPr>
            <a:xfrm>
              <a:off x="9946297" y="60181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t5220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t5221"/>
            <p:cNvSpPr/>
            <p:nvPr/>
          </p:nvSpPr>
          <p:spPr>
            <a:xfrm>
              <a:off x="9946297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t5222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t5223"/>
            <p:cNvSpPr/>
            <p:nvPr/>
          </p:nvSpPr>
          <p:spPr>
            <a:xfrm>
              <a:off x="10549227" y="54635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t5224"/>
            <p:cNvSpPr/>
            <p:nvPr/>
          </p:nvSpPr>
          <p:spPr>
            <a:xfrm>
              <a:off x="9946297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t5225"/>
            <p:cNvSpPr/>
            <p:nvPr/>
          </p:nvSpPr>
          <p:spPr>
            <a:xfrm>
              <a:off x="9946297" y="5988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t5226"/>
            <p:cNvSpPr/>
            <p:nvPr/>
          </p:nvSpPr>
          <p:spPr>
            <a:xfrm>
              <a:off x="10549227" y="55219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t5227"/>
            <p:cNvSpPr/>
            <p:nvPr/>
          </p:nvSpPr>
          <p:spPr>
            <a:xfrm>
              <a:off x="10549227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t5228"/>
            <p:cNvSpPr/>
            <p:nvPr/>
          </p:nvSpPr>
          <p:spPr>
            <a:xfrm>
              <a:off x="9946297" y="60181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t5229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t5230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t5231"/>
            <p:cNvSpPr/>
            <p:nvPr/>
          </p:nvSpPr>
          <p:spPr>
            <a:xfrm>
              <a:off x="10549227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t5232"/>
            <p:cNvSpPr/>
            <p:nvPr/>
          </p:nvSpPr>
          <p:spPr>
            <a:xfrm>
              <a:off x="10549227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t5233"/>
            <p:cNvSpPr/>
            <p:nvPr/>
          </p:nvSpPr>
          <p:spPr>
            <a:xfrm>
              <a:off x="9946297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t5234"/>
            <p:cNvSpPr/>
            <p:nvPr/>
          </p:nvSpPr>
          <p:spPr>
            <a:xfrm>
              <a:off x="9946297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t5235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t5236"/>
            <p:cNvSpPr/>
            <p:nvPr/>
          </p:nvSpPr>
          <p:spPr>
            <a:xfrm>
              <a:off x="11152158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t5237"/>
            <p:cNvSpPr/>
            <p:nvPr/>
          </p:nvSpPr>
          <p:spPr>
            <a:xfrm>
              <a:off x="994629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t5238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t5239"/>
            <p:cNvSpPr/>
            <p:nvPr/>
          </p:nvSpPr>
          <p:spPr>
            <a:xfrm>
              <a:off x="10549227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t5240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t5241"/>
            <p:cNvSpPr/>
            <p:nvPr/>
          </p:nvSpPr>
          <p:spPr>
            <a:xfrm>
              <a:off x="9946297" y="60181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t5242"/>
            <p:cNvSpPr/>
            <p:nvPr/>
          </p:nvSpPr>
          <p:spPr>
            <a:xfrm>
              <a:off x="10549227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t5243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t5244"/>
            <p:cNvSpPr/>
            <p:nvPr/>
          </p:nvSpPr>
          <p:spPr>
            <a:xfrm>
              <a:off x="9946297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t5245"/>
            <p:cNvSpPr/>
            <p:nvPr/>
          </p:nvSpPr>
          <p:spPr>
            <a:xfrm>
              <a:off x="10549227" y="53176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t5246"/>
            <p:cNvSpPr/>
            <p:nvPr/>
          </p:nvSpPr>
          <p:spPr>
            <a:xfrm>
              <a:off x="10549227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t5247"/>
            <p:cNvSpPr/>
            <p:nvPr/>
          </p:nvSpPr>
          <p:spPr>
            <a:xfrm>
              <a:off x="9946297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t5248"/>
            <p:cNvSpPr/>
            <p:nvPr/>
          </p:nvSpPr>
          <p:spPr>
            <a:xfrm>
              <a:off x="9946297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t5249"/>
            <p:cNvSpPr/>
            <p:nvPr/>
          </p:nvSpPr>
          <p:spPr>
            <a:xfrm>
              <a:off x="10549227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t5250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t5251"/>
            <p:cNvSpPr/>
            <p:nvPr/>
          </p:nvSpPr>
          <p:spPr>
            <a:xfrm>
              <a:off x="9946297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t5252"/>
            <p:cNvSpPr/>
            <p:nvPr/>
          </p:nvSpPr>
          <p:spPr>
            <a:xfrm>
              <a:off x="11152158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t5253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t5254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t5255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t5256"/>
            <p:cNvSpPr/>
            <p:nvPr/>
          </p:nvSpPr>
          <p:spPr>
            <a:xfrm>
              <a:off x="994629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t5257"/>
            <p:cNvSpPr/>
            <p:nvPr/>
          </p:nvSpPr>
          <p:spPr>
            <a:xfrm>
              <a:off x="9946297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t5258"/>
            <p:cNvSpPr/>
            <p:nvPr/>
          </p:nvSpPr>
          <p:spPr>
            <a:xfrm>
              <a:off x="11755089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t5259"/>
            <p:cNvSpPr/>
            <p:nvPr/>
          </p:nvSpPr>
          <p:spPr>
            <a:xfrm>
              <a:off x="10549227" y="5288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t5260"/>
            <p:cNvSpPr/>
            <p:nvPr/>
          </p:nvSpPr>
          <p:spPr>
            <a:xfrm>
              <a:off x="11152158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t5261"/>
            <p:cNvSpPr/>
            <p:nvPr/>
          </p:nvSpPr>
          <p:spPr>
            <a:xfrm>
              <a:off x="9946297" y="54635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t5262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t5263"/>
            <p:cNvSpPr/>
            <p:nvPr/>
          </p:nvSpPr>
          <p:spPr>
            <a:xfrm>
              <a:off x="10549227" y="5434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t5264"/>
            <p:cNvSpPr/>
            <p:nvPr/>
          </p:nvSpPr>
          <p:spPr>
            <a:xfrm>
              <a:off x="10549227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t5265"/>
            <p:cNvSpPr/>
            <p:nvPr/>
          </p:nvSpPr>
          <p:spPr>
            <a:xfrm>
              <a:off x="9946297" y="57943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t5266"/>
            <p:cNvSpPr/>
            <p:nvPr/>
          </p:nvSpPr>
          <p:spPr>
            <a:xfrm>
              <a:off x="10549227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t5267"/>
            <p:cNvSpPr/>
            <p:nvPr/>
          </p:nvSpPr>
          <p:spPr>
            <a:xfrm>
              <a:off x="9946297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t5268"/>
            <p:cNvSpPr/>
            <p:nvPr/>
          </p:nvSpPr>
          <p:spPr>
            <a:xfrm>
              <a:off x="9946297" y="6057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t5269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t5270"/>
            <p:cNvSpPr/>
            <p:nvPr/>
          </p:nvSpPr>
          <p:spPr>
            <a:xfrm>
              <a:off x="11152158" y="51717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t5271"/>
            <p:cNvSpPr/>
            <p:nvPr/>
          </p:nvSpPr>
          <p:spPr>
            <a:xfrm>
              <a:off x="10549227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t5272"/>
            <p:cNvSpPr/>
            <p:nvPr/>
          </p:nvSpPr>
          <p:spPr>
            <a:xfrm>
              <a:off x="9946297" y="57457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t5273"/>
            <p:cNvSpPr/>
            <p:nvPr/>
          </p:nvSpPr>
          <p:spPr>
            <a:xfrm>
              <a:off x="9946297" y="61251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t5274"/>
            <p:cNvSpPr/>
            <p:nvPr/>
          </p:nvSpPr>
          <p:spPr>
            <a:xfrm>
              <a:off x="9946297" y="60667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t5275"/>
            <p:cNvSpPr/>
            <p:nvPr/>
          </p:nvSpPr>
          <p:spPr>
            <a:xfrm>
              <a:off x="1054922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t5276"/>
            <p:cNvSpPr/>
            <p:nvPr/>
          </p:nvSpPr>
          <p:spPr>
            <a:xfrm>
              <a:off x="10549227" y="58721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t5277"/>
            <p:cNvSpPr/>
            <p:nvPr/>
          </p:nvSpPr>
          <p:spPr>
            <a:xfrm>
              <a:off x="10549227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t5278"/>
            <p:cNvSpPr/>
            <p:nvPr/>
          </p:nvSpPr>
          <p:spPr>
            <a:xfrm>
              <a:off x="9946297" y="60473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t5279"/>
            <p:cNvSpPr/>
            <p:nvPr/>
          </p:nvSpPr>
          <p:spPr>
            <a:xfrm>
              <a:off x="11755089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t5280"/>
            <p:cNvSpPr/>
            <p:nvPr/>
          </p:nvSpPr>
          <p:spPr>
            <a:xfrm>
              <a:off x="10549227" y="54733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t5281"/>
            <p:cNvSpPr/>
            <p:nvPr/>
          </p:nvSpPr>
          <p:spPr>
            <a:xfrm>
              <a:off x="10549227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t5282"/>
            <p:cNvSpPr/>
            <p:nvPr/>
          </p:nvSpPr>
          <p:spPr>
            <a:xfrm>
              <a:off x="9946297" y="56581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t5283"/>
            <p:cNvSpPr/>
            <p:nvPr/>
          </p:nvSpPr>
          <p:spPr>
            <a:xfrm>
              <a:off x="1054922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t5284"/>
            <p:cNvSpPr/>
            <p:nvPr/>
          </p:nvSpPr>
          <p:spPr>
            <a:xfrm>
              <a:off x="9946297" y="60473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t5285"/>
            <p:cNvSpPr/>
            <p:nvPr/>
          </p:nvSpPr>
          <p:spPr>
            <a:xfrm>
              <a:off x="9946297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t5286"/>
            <p:cNvSpPr/>
            <p:nvPr/>
          </p:nvSpPr>
          <p:spPr>
            <a:xfrm>
              <a:off x="9946297" y="57943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t5287"/>
            <p:cNvSpPr/>
            <p:nvPr/>
          </p:nvSpPr>
          <p:spPr>
            <a:xfrm>
              <a:off x="9946297" y="57068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t5288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t5289"/>
            <p:cNvSpPr/>
            <p:nvPr/>
          </p:nvSpPr>
          <p:spPr>
            <a:xfrm>
              <a:off x="9946297" y="53176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t5290"/>
            <p:cNvSpPr/>
            <p:nvPr/>
          </p:nvSpPr>
          <p:spPr>
            <a:xfrm>
              <a:off x="9946297" y="54927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t5291"/>
            <p:cNvSpPr/>
            <p:nvPr/>
          </p:nvSpPr>
          <p:spPr>
            <a:xfrm>
              <a:off x="10549227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t5292"/>
            <p:cNvSpPr/>
            <p:nvPr/>
          </p:nvSpPr>
          <p:spPr>
            <a:xfrm>
              <a:off x="9946297" y="60959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t5293"/>
            <p:cNvSpPr/>
            <p:nvPr/>
          </p:nvSpPr>
          <p:spPr>
            <a:xfrm>
              <a:off x="9946297" y="60473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t5294"/>
            <p:cNvSpPr/>
            <p:nvPr/>
          </p:nvSpPr>
          <p:spPr>
            <a:xfrm>
              <a:off x="10549227" y="5356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t5295"/>
            <p:cNvSpPr/>
            <p:nvPr/>
          </p:nvSpPr>
          <p:spPr>
            <a:xfrm>
              <a:off x="9946297" y="59597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t5296"/>
            <p:cNvSpPr/>
            <p:nvPr/>
          </p:nvSpPr>
          <p:spPr>
            <a:xfrm>
              <a:off x="10549227" y="58235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t5297"/>
            <p:cNvSpPr/>
            <p:nvPr/>
          </p:nvSpPr>
          <p:spPr>
            <a:xfrm>
              <a:off x="10549227" y="55316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t5298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t5299"/>
            <p:cNvSpPr/>
            <p:nvPr/>
          </p:nvSpPr>
          <p:spPr>
            <a:xfrm>
              <a:off x="10549227" y="5356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t5300"/>
            <p:cNvSpPr/>
            <p:nvPr/>
          </p:nvSpPr>
          <p:spPr>
            <a:xfrm>
              <a:off x="9946297" y="6037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t5301"/>
            <p:cNvSpPr/>
            <p:nvPr/>
          </p:nvSpPr>
          <p:spPr>
            <a:xfrm>
              <a:off x="9946297" y="5988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t5302"/>
            <p:cNvSpPr/>
            <p:nvPr/>
          </p:nvSpPr>
          <p:spPr>
            <a:xfrm>
              <a:off x="9946297" y="58040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t5303"/>
            <p:cNvSpPr/>
            <p:nvPr/>
          </p:nvSpPr>
          <p:spPr>
            <a:xfrm>
              <a:off x="9946297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t5304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t5305"/>
            <p:cNvSpPr/>
            <p:nvPr/>
          </p:nvSpPr>
          <p:spPr>
            <a:xfrm>
              <a:off x="9946297" y="57068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t5306"/>
            <p:cNvSpPr/>
            <p:nvPr/>
          </p:nvSpPr>
          <p:spPr>
            <a:xfrm>
              <a:off x="10549227" y="56581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t5307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t5308"/>
            <p:cNvSpPr/>
            <p:nvPr/>
          </p:nvSpPr>
          <p:spPr>
            <a:xfrm>
              <a:off x="9946297" y="5881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t5309"/>
            <p:cNvSpPr/>
            <p:nvPr/>
          </p:nvSpPr>
          <p:spPr>
            <a:xfrm>
              <a:off x="11152158" y="5200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t5310"/>
            <p:cNvSpPr/>
            <p:nvPr/>
          </p:nvSpPr>
          <p:spPr>
            <a:xfrm>
              <a:off x="11152158" y="5239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t5311"/>
            <p:cNvSpPr/>
            <p:nvPr/>
          </p:nvSpPr>
          <p:spPr>
            <a:xfrm>
              <a:off x="10549227" y="55997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t5312"/>
            <p:cNvSpPr/>
            <p:nvPr/>
          </p:nvSpPr>
          <p:spPr>
            <a:xfrm>
              <a:off x="11152158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t5313"/>
            <p:cNvSpPr/>
            <p:nvPr/>
          </p:nvSpPr>
          <p:spPr>
            <a:xfrm>
              <a:off x="10549227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t5314"/>
            <p:cNvSpPr/>
            <p:nvPr/>
          </p:nvSpPr>
          <p:spPr>
            <a:xfrm>
              <a:off x="10549227" y="54149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t5315"/>
            <p:cNvSpPr/>
            <p:nvPr/>
          </p:nvSpPr>
          <p:spPr>
            <a:xfrm>
              <a:off x="10549227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t5316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t5317"/>
            <p:cNvSpPr/>
            <p:nvPr/>
          </p:nvSpPr>
          <p:spPr>
            <a:xfrm>
              <a:off x="9946297" y="59305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t5318"/>
            <p:cNvSpPr/>
            <p:nvPr/>
          </p:nvSpPr>
          <p:spPr>
            <a:xfrm>
              <a:off x="10549227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t5319"/>
            <p:cNvSpPr/>
            <p:nvPr/>
          </p:nvSpPr>
          <p:spPr>
            <a:xfrm>
              <a:off x="11755089" y="54733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t5320"/>
            <p:cNvSpPr/>
            <p:nvPr/>
          </p:nvSpPr>
          <p:spPr>
            <a:xfrm>
              <a:off x="10549227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t5321"/>
            <p:cNvSpPr/>
            <p:nvPr/>
          </p:nvSpPr>
          <p:spPr>
            <a:xfrm>
              <a:off x="1054922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t5322"/>
            <p:cNvSpPr/>
            <p:nvPr/>
          </p:nvSpPr>
          <p:spPr>
            <a:xfrm>
              <a:off x="10549227" y="55997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t5323"/>
            <p:cNvSpPr/>
            <p:nvPr/>
          </p:nvSpPr>
          <p:spPr>
            <a:xfrm>
              <a:off x="994629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t5324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t5325"/>
            <p:cNvSpPr/>
            <p:nvPr/>
          </p:nvSpPr>
          <p:spPr>
            <a:xfrm>
              <a:off x="10549227" y="56289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t5326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t5327"/>
            <p:cNvSpPr/>
            <p:nvPr/>
          </p:nvSpPr>
          <p:spPr>
            <a:xfrm>
              <a:off x="11152158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t5328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t5329"/>
            <p:cNvSpPr/>
            <p:nvPr/>
          </p:nvSpPr>
          <p:spPr>
            <a:xfrm>
              <a:off x="9946297" y="5881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t5330"/>
            <p:cNvSpPr/>
            <p:nvPr/>
          </p:nvSpPr>
          <p:spPr>
            <a:xfrm>
              <a:off x="10549227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t5331"/>
            <p:cNvSpPr/>
            <p:nvPr/>
          </p:nvSpPr>
          <p:spPr>
            <a:xfrm>
              <a:off x="1054922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t5332"/>
            <p:cNvSpPr/>
            <p:nvPr/>
          </p:nvSpPr>
          <p:spPr>
            <a:xfrm>
              <a:off x="9946297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t5333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t5334"/>
            <p:cNvSpPr/>
            <p:nvPr/>
          </p:nvSpPr>
          <p:spPr>
            <a:xfrm>
              <a:off x="9946297" y="59597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t5335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t5336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t5337"/>
            <p:cNvSpPr/>
            <p:nvPr/>
          </p:nvSpPr>
          <p:spPr>
            <a:xfrm>
              <a:off x="9946297" y="56095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t5338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t5339"/>
            <p:cNvSpPr/>
            <p:nvPr/>
          </p:nvSpPr>
          <p:spPr>
            <a:xfrm>
              <a:off x="10549227" y="59111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t5340"/>
            <p:cNvSpPr/>
            <p:nvPr/>
          </p:nvSpPr>
          <p:spPr>
            <a:xfrm>
              <a:off x="1054922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t5341"/>
            <p:cNvSpPr/>
            <p:nvPr/>
          </p:nvSpPr>
          <p:spPr>
            <a:xfrm>
              <a:off x="10549227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t5342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t5343"/>
            <p:cNvSpPr/>
            <p:nvPr/>
          </p:nvSpPr>
          <p:spPr>
            <a:xfrm>
              <a:off x="10549227" y="5483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t5344"/>
            <p:cNvSpPr/>
            <p:nvPr/>
          </p:nvSpPr>
          <p:spPr>
            <a:xfrm>
              <a:off x="1054922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t5345"/>
            <p:cNvSpPr/>
            <p:nvPr/>
          </p:nvSpPr>
          <p:spPr>
            <a:xfrm>
              <a:off x="10549227" y="54149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t5346"/>
            <p:cNvSpPr/>
            <p:nvPr/>
          </p:nvSpPr>
          <p:spPr>
            <a:xfrm>
              <a:off x="9946297" y="57749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t5347"/>
            <p:cNvSpPr/>
            <p:nvPr/>
          </p:nvSpPr>
          <p:spPr>
            <a:xfrm>
              <a:off x="11755089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t5348"/>
            <p:cNvSpPr/>
            <p:nvPr/>
          </p:nvSpPr>
          <p:spPr>
            <a:xfrm>
              <a:off x="10549227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t5349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t5350"/>
            <p:cNvSpPr/>
            <p:nvPr/>
          </p:nvSpPr>
          <p:spPr>
            <a:xfrm>
              <a:off x="10549227" y="58624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t5351"/>
            <p:cNvSpPr/>
            <p:nvPr/>
          </p:nvSpPr>
          <p:spPr>
            <a:xfrm>
              <a:off x="1054922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t5352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t5353"/>
            <p:cNvSpPr/>
            <p:nvPr/>
          </p:nvSpPr>
          <p:spPr>
            <a:xfrm>
              <a:off x="10549227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t5354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t5355"/>
            <p:cNvSpPr/>
            <p:nvPr/>
          </p:nvSpPr>
          <p:spPr>
            <a:xfrm>
              <a:off x="9946297" y="59111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t5356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t5357"/>
            <p:cNvSpPr/>
            <p:nvPr/>
          </p:nvSpPr>
          <p:spPr>
            <a:xfrm>
              <a:off x="9946297" y="58332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t5358"/>
            <p:cNvSpPr/>
            <p:nvPr/>
          </p:nvSpPr>
          <p:spPr>
            <a:xfrm>
              <a:off x="11152158" y="52592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t5359"/>
            <p:cNvSpPr/>
            <p:nvPr/>
          </p:nvSpPr>
          <p:spPr>
            <a:xfrm>
              <a:off x="10549227" y="55706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t5360"/>
            <p:cNvSpPr/>
            <p:nvPr/>
          </p:nvSpPr>
          <p:spPr>
            <a:xfrm>
              <a:off x="9946297" y="60083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t5361"/>
            <p:cNvSpPr/>
            <p:nvPr/>
          </p:nvSpPr>
          <p:spPr>
            <a:xfrm>
              <a:off x="9946297" y="5988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t5362"/>
            <p:cNvSpPr/>
            <p:nvPr/>
          </p:nvSpPr>
          <p:spPr>
            <a:xfrm>
              <a:off x="9946297" y="60764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t5363"/>
            <p:cNvSpPr/>
            <p:nvPr/>
          </p:nvSpPr>
          <p:spPr>
            <a:xfrm>
              <a:off x="1054922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t5364"/>
            <p:cNvSpPr/>
            <p:nvPr/>
          </p:nvSpPr>
          <p:spPr>
            <a:xfrm>
              <a:off x="11755089" y="55025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t5365"/>
            <p:cNvSpPr/>
            <p:nvPr/>
          </p:nvSpPr>
          <p:spPr>
            <a:xfrm>
              <a:off x="9946297" y="59111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t5366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t5367"/>
            <p:cNvSpPr/>
            <p:nvPr/>
          </p:nvSpPr>
          <p:spPr>
            <a:xfrm>
              <a:off x="9946297" y="6037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t5368"/>
            <p:cNvSpPr/>
            <p:nvPr/>
          </p:nvSpPr>
          <p:spPr>
            <a:xfrm>
              <a:off x="9946297" y="61348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t5369"/>
            <p:cNvSpPr/>
            <p:nvPr/>
          </p:nvSpPr>
          <p:spPr>
            <a:xfrm>
              <a:off x="10549227" y="59597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t5370"/>
            <p:cNvSpPr/>
            <p:nvPr/>
          </p:nvSpPr>
          <p:spPr>
            <a:xfrm>
              <a:off x="10549227" y="57068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t5371"/>
            <p:cNvSpPr/>
            <p:nvPr/>
          </p:nvSpPr>
          <p:spPr>
            <a:xfrm>
              <a:off x="9946297" y="59013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t5372"/>
            <p:cNvSpPr/>
            <p:nvPr/>
          </p:nvSpPr>
          <p:spPr>
            <a:xfrm>
              <a:off x="9946297" y="60083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t5373"/>
            <p:cNvSpPr/>
            <p:nvPr/>
          </p:nvSpPr>
          <p:spPr>
            <a:xfrm>
              <a:off x="9946297" y="55025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t5374"/>
            <p:cNvSpPr/>
            <p:nvPr/>
          </p:nvSpPr>
          <p:spPr>
            <a:xfrm>
              <a:off x="11755089" y="51717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t5375"/>
            <p:cNvSpPr/>
            <p:nvPr/>
          </p:nvSpPr>
          <p:spPr>
            <a:xfrm>
              <a:off x="9946297" y="53857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t5376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t5377"/>
            <p:cNvSpPr/>
            <p:nvPr/>
          </p:nvSpPr>
          <p:spPr>
            <a:xfrm>
              <a:off x="9946297" y="6027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t5378"/>
            <p:cNvSpPr/>
            <p:nvPr/>
          </p:nvSpPr>
          <p:spPr>
            <a:xfrm>
              <a:off x="11152158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t5379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t5380"/>
            <p:cNvSpPr/>
            <p:nvPr/>
          </p:nvSpPr>
          <p:spPr>
            <a:xfrm>
              <a:off x="9946297" y="55706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t5381"/>
            <p:cNvSpPr/>
            <p:nvPr/>
          </p:nvSpPr>
          <p:spPr>
            <a:xfrm>
              <a:off x="11152158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t5382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t5383"/>
            <p:cNvSpPr/>
            <p:nvPr/>
          </p:nvSpPr>
          <p:spPr>
            <a:xfrm>
              <a:off x="9946297" y="59111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t5384"/>
            <p:cNvSpPr/>
            <p:nvPr/>
          </p:nvSpPr>
          <p:spPr>
            <a:xfrm>
              <a:off x="10549227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t5385"/>
            <p:cNvSpPr/>
            <p:nvPr/>
          </p:nvSpPr>
          <p:spPr>
            <a:xfrm>
              <a:off x="11152158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t5386"/>
            <p:cNvSpPr/>
            <p:nvPr/>
          </p:nvSpPr>
          <p:spPr>
            <a:xfrm>
              <a:off x="10549227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t5387"/>
            <p:cNvSpPr/>
            <p:nvPr/>
          </p:nvSpPr>
          <p:spPr>
            <a:xfrm>
              <a:off x="10549227" y="55025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t5388"/>
            <p:cNvSpPr/>
            <p:nvPr/>
          </p:nvSpPr>
          <p:spPr>
            <a:xfrm>
              <a:off x="11152158" y="54635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t5389"/>
            <p:cNvSpPr/>
            <p:nvPr/>
          </p:nvSpPr>
          <p:spPr>
            <a:xfrm>
              <a:off x="10549227" y="5969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t5390"/>
            <p:cNvSpPr/>
            <p:nvPr/>
          </p:nvSpPr>
          <p:spPr>
            <a:xfrm>
              <a:off x="9946297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t5391"/>
            <p:cNvSpPr/>
            <p:nvPr/>
          </p:nvSpPr>
          <p:spPr>
            <a:xfrm>
              <a:off x="1054922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t5392"/>
            <p:cNvSpPr/>
            <p:nvPr/>
          </p:nvSpPr>
          <p:spPr>
            <a:xfrm>
              <a:off x="10549227" y="5307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t5393"/>
            <p:cNvSpPr/>
            <p:nvPr/>
          </p:nvSpPr>
          <p:spPr>
            <a:xfrm>
              <a:off x="10549227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t5394"/>
            <p:cNvSpPr/>
            <p:nvPr/>
          </p:nvSpPr>
          <p:spPr>
            <a:xfrm>
              <a:off x="9946297" y="57749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t5395"/>
            <p:cNvSpPr/>
            <p:nvPr/>
          </p:nvSpPr>
          <p:spPr>
            <a:xfrm>
              <a:off x="11755089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t5396"/>
            <p:cNvSpPr/>
            <p:nvPr/>
          </p:nvSpPr>
          <p:spPr>
            <a:xfrm>
              <a:off x="9946297" y="58527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t5397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t5398"/>
            <p:cNvSpPr/>
            <p:nvPr/>
          </p:nvSpPr>
          <p:spPr>
            <a:xfrm>
              <a:off x="11152158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t5399"/>
            <p:cNvSpPr/>
            <p:nvPr/>
          </p:nvSpPr>
          <p:spPr>
            <a:xfrm>
              <a:off x="9946297" y="58430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t5400"/>
            <p:cNvSpPr/>
            <p:nvPr/>
          </p:nvSpPr>
          <p:spPr>
            <a:xfrm>
              <a:off x="10549227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t5401"/>
            <p:cNvSpPr/>
            <p:nvPr/>
          </p:nvSpPr>
          <p:spPr>
            <a:xfrm>
              <a:off x="9946297" y="59694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t5402"/>
            <p:cNvSpPr/>
            <p:nvPr/>
          </p:nvSpPr>
          <p:spPr>
            <a:xfrm>
              <a:off x="9946297" y="60083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t5403"/>
            <p:cNvSpPr/>
            <p:nvPr/>
          </p:nvSpPr>
          <p:spPr>
            <a:xfrm>
              <a:off x="9946297" y="61154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t5404"/>
            <p:cNvSpPr/>
            <p:nvPr/>
          </p:nvSpPr>
          <p:spPr>
            <a:xfrm>
              <a:off x="9946297" y="61056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t5405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t5406"/>
            <p:cNvSpPr/>
            <p:nvPr/>
          </p:nvSpPr>
          <p:spPr>
            <a:xfrm>
              <a:off x="10549227" y="56484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t5407"/>
            <p:cNvSpPr/>
            <p:nvPr/>
          </p:nvSpPr>
          <p:spPr>
            <a:xfrm>
              <a:off x="9946297" y="5405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t5408"/>
            <p:cNvSpPr/>
            <p:nvPr/>
          </p:nvSpPr>
          <p:spPr>
            <a:xfrm>
              <a:off x="9946297" y="58527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t5409"/>
            <p:cNvSpPr/>
            <p:nvPr/>
          </p:nvSpPr>
          <p:spPr>
            <a:xfrm>
              <a:off x="10549227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t5410"/>
            <p:cNvSpPr/>
            <p:nvPr/>
          </p:nvSpPr>
          <p:spPr>
            <a:xfrm>
              <a:off x="9946297" y="55219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t5411"/>
            <p:cNvSpPr/>
            <p:nvPr/>
          </p:nvSpPr>
          <p:spPr>
            <a:xfrm>
              <a:off x="9946297" y="59889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t5412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t5413"/>
            <p:cNvSpPr/>
            <p:nvPr/>
          </p:nvSpPr>
          <p:spPr>
            <a:xfrm>
              <a:off x="9946297" y="5726268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t5414"/>
            <p:cNvSpPr/>
            <p:nvPr/>
          </p:nvSpPr>
          <p:spPr>
            <a:xfrm>
              <a:off x="10549227" y="55803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t5415"/>
            <p:cNvSpPr/>
            <p:nvPr/>
          </p:nvSpPr>
          <p:spPr>
            <a:xfrm>
              <a:off x="9946297" y="6154324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t5416"/>
            <p:cNvSpPr/>
            <p:nvPr/>
          </p:nvSpPr>
          <p:spPr>
            <a:xfrm>
              <a:off x="9946297" y="55608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t5417"/>
            <p:cNvSpPr/>
            <p:nvPr/>
          </p:nvSpPr>
          <p:spPr>
            <a:xfrm>
              <a:off x="9946297" y="58138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t5418"/>
            <p:cNvSpPr/>
            <p:nvPr/>
          </p:nvSpPr>
          <p:spPr>
            <a:xfrm>
              <a:off x="9946297" y="56776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t5419"/>
            <p:cNvSpPr/>
            <p:nvPr/>
          </p:nvSpPr>
          <p:spPr>
            <a:xfrm>
              <a:off x="9946297" y="57846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t5420"/>
            <p:cNvSpPr/>
            <p:nvPr/>
          </p:nvSpPr>
          <p:spPr>
            <a:xfrm>
              <a:off x="9946297" y="58721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t5421"/>
            <p:cNvSpPr/>
            <p:nvPr/>
          </p:nvSpPr>
          <p:spPr>
            <a:xfrm>
              <a:off x="10549227" y="55511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t5422"/>
            <p:cNvSpPr/>
            <p:nvPr/>
          </p:nvSpPr>
          <p:spPr>
            <a:xfrm>
              <a:off x="11152158" y="52398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t5423"/>
            <p:cNvSpPr/>
            <p:nvPr/>
          </p:nvSpPr>
          <p:spPr>
            <a:xfrm>
              <a:off x="11152158" y="5230111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t5424"/>
            <p:cNvSpPr/>
            <p:nvPr/>
          </p:nvSpPr>
          <p:spPr>
            <a:xfrm>
              <a:off x="10549227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t5425"/>
            <p:cNvSpPr/>
            <p:nvPr/>
          </p:nvSpPr>
          <p:spPr>
            <a:xfrm>
              <a:off x="11755089" y="5376039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t5426"/>
            <p:cNvSpPr/>
            <p:nvPr/>
          </p:nvSpPr>
          <p:spPr>
            <a:xfrm>
              <a:off x="11152158" y="54733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t5427"/>
            <p:cNvSpPr/>
            <p:nvPr/>
          </p:nvSpPr>
          <p:spPr>
            <a:xfrm>
              <a:off x="9946297" y="6134867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t5428"/>
            <p:cNvSpPr/>
            <p:nvPr/>
          </p:nvSpPr>
          <p:spPr>
            <a:xfrm>
              <a:off x="10549227" y="57554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t5429"/>
            <p:cNvSpPr/>
            <p:nvPr/>
          </p:nvSpPr>
          <p:spPr>
            <a:xfrm>
              <a:off x="11152158" y="5638710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t5430"/>
            <p:cNvSpPr/>
            <p:nvPr/>
          </p:nvSpPr>
          <p:spPr>
            <a:xfrm>
              <a:off x="9946297" y="56970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t5431"/>
            <p:cNvSpPr/>
            <p:nvPr/>
          </p:nvSpPr>
          <p:spPr>
            <a:xfrm>
              <a:off x="9946297" y="57651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t5432"/>
            <p:cNvSpPr/>
            <p:nvPr/>
          </p:nvSpPr>
          <p:spPr>
            <a:xfrm>
              <a:off x="9946297" y="61640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t5433"/>
            <p:cNvSpPr/>
            <p:nvPr/>
          </p:nvSpPr>
          <p:spPr>
            <a:xfrm>
              <a:off x="9946297" y="58819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t5434"/>
            <p:cNvSpPr/>
            <p:nvPr/>
          </p:nvSpPr>
          <p:spPr>
            <a:xfrm>
              <a:off x="9946297" y="6086225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t5435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t5436"/>
            <p:cNvSpPr/>
            <p:nvPr/>
          </p:nvSpPr>
          <p:spPr>
            <a:xfrm>
              <a:off x="9946297" y="5667896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t5437"/>
            <p:cNvSpPr/>
            <p:nvPr/>
          </p:nvSpPr>
          <p:spPr>
            <a:xfrm>
              <a:off x="9946297" y="6037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t5438"/>
            <p:cNvSpPr/>
            <p:nvPr/>
          </p:nvSpPr>
          <p:spPr>
            <a:xfrm>
              <a:off x="9946297" y="53468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t5439"/>
            <p:cNvSpPr/>
            <p:nvPr/>
          </p:nvSpPr>
          <p:spPr>
            <a:xfrm>
              <a:off x="9946297" y="6037582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t5440"/>
            <p:cNvSpPr/>
            <p:nvPr/>
          </p:nvSpPr>
          <p:spPr>
            <a:xfrm>
              <a:off x="9946297" y="5823553"/>
              <a:ext cx="38555" cy="385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g5441"/>
            <p:cNvSpPr/>
            <p:nvPr/>
          </p:nvSpPr>
          <p:spPr>
            <a:xfrm>
              <a:off x="9965574" y="5246135"/>
              <a:ext cx="1808792" cy="630064"/>
            </a:xfrm>
            <a:custGeom>
              <a:avLst/>
              <a:pathLst>
                <a:path w="1808792" h="630064">
                  <a:moveTo>
                    <a:pt x="0" y="569581"/>
                  </a:moveTo>
                  <a:lnTo>
                    <a:pt x="22896" y="560086"/>
                  </a:lnTo>
                  <a:lnTo>
                    <a:pt x="45792" y="550491"/>
                  </a:lnTo>
                  <a:lnTo>
                    <a:pt x="68688" y="540794"/>
                  </a:lnTo>
                  <a:lnTo>
                    <a:pt x="91584" y="530993"/>
                  </a:lnTo>
                  <a:lnTo>
                    <a:pt x="114480" y="521095"/>
                  </a:lnTo>
                  <a:lnTo>
                    <a:pt x="137376" y="511111"/>
                  </a:lnTo>
                  <a:lnTo>
                    <a:pt x="160272" y="501055"/>
                  </a:lnTo>
                  <a:lnTo>
                    <a:pt x="183168" y="490946"/>
                  </a:lnTo>
                  <a:lnTo>
                    <a:pt x="206064" y="480806"/>
                  </a:lnTo>
                  <a:lnTo>
                    <a:pt x="228961" y="470656"/>
                  </a:lnTo>
                  <a:lnTo>
                    <a:pt x="251857" y="460520"/>
                  </a:lnTo>
                  <a:lnTo>
                    <a:pt x="274753" y="450419"/>
                  </a:lnTo>
                  <a:lnTo>
                    <a:pt x="297649" y="440371"/>
                  </a:lnTo>
                  <a:lnTo>
                    <a:pt x="320545" y="430396"/>
                  </a:lnTo>
                  <a:lnTo>
                    <a:pt x="343441" y="420507"/>
                  </a:lnTo>
                  <a:lnTo>
                    <a:pt x="366337" y="410720"/>
                  </a:lnTo>
                  <a:lnTo>
                    <a:pt x="389233" y="401044"/>
                  </a:lnTo>
                  <a:lnTo>
                    <a:pt x="412129" y="391490"/>
                  </a:lnTo>
                  <a:lnTo>
                    <a:pt x="435026" y="382066"/>
                  </a:lnTo>
                  <a:lnTo>
                    <a:pt x="457922" y="372778"/>
                  </a:lnTo>
                  <a:lnTo>
                    <a:pt x="480818" y="363633"/>
                  </a:lnTo>
                  <a:lnTo>
                    <a:pt x="503714" y="354633"/>
                  </a:lnTo>
                  <a:lnTo>
                    <a:pt x="526610" y="345784"/>
                  </a:lnTo>
                  <a:lnTo>
                    <a:pt x="549506" y="337087"/>
                  </a:lnTo>
                  <a:lnTo>
                    <a:pt x="572402" y="328544"/>
                  </a:lnTo>
                  <a:lnTo>
                    <a:pt x="595298" y="320157"/>
                  </a:lnTo>
                  <a:lnTo>
                    <a:pt x="618194" y="311926"/>
                  </a:lnTo>
                  <a:lnTo>
                    <a:pt x="641091" y="303852"/>
                  </a:lnTo>
                  <a:lnTo>
                    <a:pt x="663987" y="295935"/>
                  </a:lnTo>
                  <a:lnTo>
                    <a:pt x="686883" y="288173"/>
                  </a:lnTo>
                  <a:lnTo>
                    <a:pt x="709779" y="280565"/>
                  </a:lnTo>
                  <a:lnTo>
                    <a:pt x="732675" y="273110"/>
                  </a:lnTo>
                  <a:lnTo>
                    <a:pt x="755571" y="265806"/>
                  </a:lnTo>
                  <a:lnTo>
                    <a:pt x="778467" y="258649"/>
                  </a:lnTo>
                  <a:lnTo>
                    <a:pt x="801363" y="251638"/>
                  </a:lnTo>
                  <a:lnTo>
                    <a:pt x="824259" y="244767"/>
                  </a:lnTo>
                  <a:lnTo>
                    <a:pt x="847156" y="238034"/>
                  </a:lnTo>
                  <a:lnTo>
                    <a:pt x="870052" y="231434"/>
                  </a:lnTo>
                  <a:lnTo>
                    <a:pt x="892948" y="224962"/>
                  </a:lnTo>
                  <a:lnTo>
                    <a:pt x="915844" y="218612"/>
                  </a:lnTo>
                  <a:lnTo>
                    <a:pt x="938740" y="212378"/>
                  </a:lnTo>
                  <a:lnTo>
                    <a:pt x="961636" y="206255"/>
                  </a:lnTo>
                  <a:lnTo>
                    <a:pt x="984532" y="200234"/>
                  </a:lnTo>
                  <a:lnTo>
                    <a:pt x="1007428" y="194308"/>
                  </a:lnTo>
                  <a:lnTo>
                    <a:pt x="1030324" y="188469"/>
                  </a:lnTo>
                  <a:lnTo>
                    <a:pt x="1053221" y="182710"/>
                  </a:lnTo>
                  <a:lnTo>
                    <a:pt x="1076117" y="177021"/>
                  </a:lnTo>
                  <a:lnTo>
                    <a:pt x="1099013" y="171394"/>
                  </a:lnTo>
                  <a:lnTo>
                    <a:pt x="1121909" y="165820"/>
                  </a:lnTo>
                  <a:lnTo>
                    <a:pt x="1144805" y="160290"/>
                  </a:lnTo>
                  <a:lnTo>
                    <a:pt x="1167701" y="154796"/>
                  </a:lnTo>
                  <a:lnTo>
                    <a:pt x="1190597" y="149329"/>
                  </a:lnTo>
                  <a:lnTo>
                    <a:pt x="1213493" y="143881"/>
                  </a:lnTo>
                  <a:lnTo>
                    <a:pt x="1236389" y="138446"/>
                  </a:lnTo>
                  <a:lnTo>
                    <a:pt x="1259285" y="133017"/>
                  </a:lnTo>
                  <a:lnTo>
                    <a:pt x="1282182" y="127588"/>
                  </a:lnTo>
                  <a:lnTo>
                    <a:pt x="1305078" y="122155"/>
                  </a:lnTo>
                  <a:lnTo>
                    <a:pt x="1327974" y="116713"/>
                  </a:lnTo>
                  <a:lnTo>
                    <a:pt x="1350870" y="111260"/>
                  </a:lnTo>
                  <a:lnTo>
                    <a:pt x="1373766" y="105794"/>
                  </a:lnTo>
                  <a:lnTo>
                    <a:pt x="1396662" y="100312"/>
                  </a:lnTo>
                  <a:lnTo>
                    <a:pt x="1419558" y="94815"/>
                  </a:lnTo>
                  <a:lnTo>
                    <a:pt x="1442454" y="89302"/>
                  </a:lnTo>
                  <a:lnTo>
                    <a:pt x="1465350" y="83773"/>
                  </a:lnTo>
                  <a:lnTo>
                    <a:pt x="1488247" y="78230"/>
                  </a:lnTo>
                  <a:lnTo>
                    <a:pt x="1511143" y="72674"/>
                  </a:lnTo>
                  <a:lnTo>
                    <a:pt x="1534039" y="67105"/>
                  </a:lnTo>
                  <a:lnTo>
                    <a:pt x="1556935" y="61527"/>
                  </a:lnTo>
                  <a:lnTo>
                    <a:pt x="1579831" y="55939"/>
                  </a:lnTo>
                  <a:lnTo>
                    <a:pt x="1602727" y="50346"/>
                  </a:lnTo>
                  <a:lnTo>
                    <a:pt x="1625623" y="44747"/>
                  </a:lnTo>
                  <a:lnTo>
                    <a:pt x="1648519" y="39145"/>
                  </a:lnTo>
                  <a:lnTo>
                    <a:pt x="1671415" y="33543"/>
                  </a:lnTo>
                  <a:lnTo>
                    <a:pt x="1694312" y="27941"/>
                  </a:lnTo>
                  <a:lnTo>
                    <a:pt x="1717208" y="22341"/>
                  </a:lnTo>
                  <a:lnTo>
                    <a:pt x="1740104" y="16746"/>
                  </a:lnTo>
                  <a:lnTo>
                    <a:pt x="1763000" y="11156"/>
                  </a:lnTo>
                  <a:lnTo>
                    <a:pt x="1785896" y="5573"/>
                  </a:lnTo>
                  <a:lnTo>
                    <a:pt x="1808792" y="0"/>
                  </a:lnTo>
                  <a:lnTo>
                    <a:pt x="1808792" y="213301"/>
                  </a:lnTo>
                  <a:lnTo>
                    <a:pt x="1785896" y="211034"/>
                  </a:lnTo>
                  <a:lnTo>
                    <a:pt x="1763000" y="208993"/>
                  </a:lnTo>
                  <a:lnTo>
                    <a:pt x="1740104" y="207181"/>
                  </a:lnTo>
                  <a:lnTo>
                    <a:pt x="1717208" y="205598"/>
                  </a:lnTo>
                  <a:lnTo>
                    <a:pt x="1694312" y="204247"/>
                  </a:lnTo>
                  <a:lnTo>
                    <a:pt x="1671415" y="203128"/>
                  </a:lnTo>
                  <a:lnTo>
                    <a:pt x="1648519" y="202244"/>
                  </a:lnTo>
                  <a:lnTo>
                    <a:pt x="1625623" y="201596"/>
                  </a:lnTo>
                  <a:lnTo>
                    <a:pt x="1602727" y="201187"/>
                  </a:lnTo>
                  <a:lnTo>
                    <a:pt x="1579831" y="201018"/>
                  </a:lnTo>
                  <a:lnTo>
                    <a:pt x="1556935" y="201091"/>
                  </a:lnTo>
                  <a:lnTo>
                    <a:pt x="1534039" y="201408"/>
                  </a:lnTo>
                  <a:lnTo>
                    <a:pt x="1511143" y="201970"/>
                  </a:lnTo>
                  <a:lnTo>
                    <a:pt x="1488247" y="202780"/>
                  </a:lnTo>
                  <a:lnTo>
                    <a:pt x="1465350" y="203838"/>
                  </a:lnTo>
                  <a:lnTo>
                    <a:pt x="1442454" y="205147"/>
                  </a:lnTo>
                  <a:lnTo>
                    <a:pt x="1419558" y="206706"/>
                  </a:lnTo>
                  <a:lnTo>
                    <a:pt x="1396662" y="208516"/>
                  </a:lnTo>
                  <a:lnTo>
                    <a:pt x="1373766" y="210578"/>
                  </a:lnTo>
                  <a:lnTo>
                    <a:pt x="1350870" y="212889"/>
                  </a:lnTo>
                  <a:lnTo>
                    <a:pt x="1327974" y="215450"/>
                  </a:lnTo>
                  <a:lnTo>
                    <a:pt x="1305078" y="218258"/>
                  </a:lnTo>
                  <a:lnTo>
                    <a:pt x="1282182" y="221309"/>
                  </a:lnTo>
                  <a:lnTo>
                    <a:pt x="1259285" y="224600"/>
                  </a:lnTo>
                  <a:lnTo>
                    <a:pt x="1236389" y="228126"/>
                  </a:lnTo>
                  <a:lnTo>
                    <a:pt x="1213493" y="231881"/>
                  </a:lnTo>
                  <a:lnTo>
                    <a:pt x="1190597" y="235859"/>
                  </a:lnTo>
                  <a:lnTo>
                    <a:pt x="1167701" y="240053"/>
                  </a:lnTo>
                  <a:lnTo>
                    <a:pt x="1144805" y="244455"/>
                  </a:lnTo>
                  <a:lnTo>
                    <a:pt x="1121909" y="249057"/>
                  </a:lnTo>
                  <a:lnTo>
                    <a:pt x="1099013" y="253850"/>
                  </a:lnTo>
                  <a:lnTo>
                    <a:pt x="1076117" y="258826"/>
                  </a:lnTo>
                  <a:lnTo>
                    <a:pt x="1053221" y="263975"/>
                  </a:lnTo>
                  <a:lnTo>
                    <a:pt x="1030324" y="269289"/>
                  </a:lnTo>
                  <a:lnTo>
                    <a:pt x="1007428" y="274759"/>
                  </a:lnTo>
                  <a:lnTo>
                    <a:pt x="984532" y="280377"/>
                  </a:lnTo>
                  <a:lnTo>
                    <a:pt x="961636" y="286135"/>
                  </a:lnTo>
                  <a:lnTo>
                    <a:pt x="938740" y="292026"/>
                  </a:lnTo>
                  <a:lnTo>
                    <a:pt x="915844" y="298043"/>
                  </a:lnTo>
                  <a:lnTo>
                    <a:pt x="892948" y="304178"/>
                  </a:lnTo>
                  <a:lnTo>
                    <a:pt x="870052" y="310427"/>
                  </a:lnTo>
                  <a:lnTo>
                    <a:pt x="847156" y="316783"/>
                  </a:lnTo>
                  <a:lnTo>
                    <a:pt x="824259" y="323241"/>
                  </a:lnTo>
                  <a:lnTo>
                    <a:pt x="801363" y="329797"/>
                  </a:lnTo>
                  <a:lnTo>
                    <a:pt x="778467" y="336448"/>
                  </a:lnTo>
                  <a:lnTo>
                    <a:pt x="755571" y="343189"/>
                  </a:lnTo>
                  <a:lnTo>
                    <a:pt x="732675" y="350017"/>
                  </a:lnTo>
                  <a:lnTo>
                    <a:pt x="709779" y="356930"/>
                  </a:lnTo>
                  <a:lnTo>
                    <a:pt x="686883" y="363926"/>
                  </a:lnTo>
                  <a:lnTo>
                    <a:pt x="663987" y="371003"/>
                  </a:lnTo>
                  <a:lnTo>
                    <a:pt x="641091" y="378160"/>
                  </a:lnTo>
                  <a:lnTo>
                    <a:pt x="618194" y="385396"/>
                  </a:lnTo>
                  <a:lnTo>
                    <a:pt x="595298" y="392710"/>
                  </a:lnTo>
                  <a:lnTo>
                    <a:pt x="572402" y="400104"/>
                  </a:lnTo>
                  <a:lnTo>
                    <a:pt x="549506" y="407577"/>
                  </a:lnTo>
                  <a:lnTo>
                    <a:pt x="526610" y="415130"/>
                  </a:lnTo>
                  <a:lnTo>
                    <a:pt x="503714" y="422767"/>
                  </a:lnTo>
                  <a:lnTo>
                    <a:pt x="480818" y="430490"/>
                  </a:lnTo>
                  <a:lnTo>
                    <a:pt x="457922" y="438301"/>
                  </a:lnTo>
                  <a:lnTo>
                    <a:pt x="435026" y="446206"/>
                  </a:lnTo>
                  <a:lnTo>
                    <a:pt x="412129" y="454209"/>
                  </a:lnTo>
                  <a:lnTo>
                    <a:pt x="389233" y="462319"/>
                  </a:lnTo>
                  <a:lnTo>
                    <a:pt x="366337" y="470542"/>
                  </a:lnTo>
                  <a:lnTo>
                    <a:pt x="343441" y="478888"/>
                  </a:lnTo>
                  <a:lnTo>
                    <a:pt x="320545" y="487368"/>
                  </a:lnTo>
                  <a:lnTo>
                    <a:pt x="297649" y="495997"/>
                  </a:lnTo>
                  <a:lnTo>
                    <a:pt x="274753" y="504790"/>
                  </a:lnTo>
                  <a:lnTo>
                    <a:pt x="251857" y="513764"/>
                  </a:lnTo>
                  <a:lnTo>
                    <a:pt x="228961" y="522938"/>
                  </a:lnTo>
                  <a:lnTo>
                    <a:pt x="206064" y="532335"/>
                  </a:lnTo>
                  <a:lnTo>
                    <a:pt x="183168" y="541976"/>
                  </a:lnTo>
                  <a:lnTo>
                    <a:pt x="160272" y="551884"/>
                  </a:lnTo>
                  <a:lnTo>
                    <a:pt x="137376" y="562080"/>
                  </a:lnTo>
                  <a:lnTo>
                    <a:pt x="114480" y="572583"/>
                  </a:lnTo>
                  <a:lnTo>
                    <a:pt x="91584" y="583408"/>
                  </a:lnTo>
                  <a:lnTo>
                    <a:pt x="68688" y="594565"/>
                  </a:lnTo>
                  <a:lnTo>
                    <a:pt x="45792" y="606061"/>
                  </a:lnTo>
                  <a:lnTo>
                    <a:pt x="22896" y="617895"/>
                  </a:lnTo>
                  <a:lnTo>
                    <a:pt x="0" y="63006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42" name="pl5442"/>
            <p:cNvSpPr/>
            <p:nvPr/>
          </p:nvSpPr>
          <p:spPr>
            <a:xfrm>
              <a:off x="9965574" y="5246135"/>
              <a:ext cx="1808792" cy="569581"/>
            </a:xfrm>
            <a:custGeom>
              <a:avLst/>
              <a:pathLst>
                <a:path w="1808792" h="569581">
                  <a:moveTo>
                    <a:pt x="0" y="569581"/>
                  </a:moveTo>
                  <a:lnTo>
                    <a:pt x="22896" y="560086"/>
                  </a:lnTo>
                  <a:lnTo>
                    <a:pt x="45792" y="550491"/>
                  </a:lnTo>
                  <a:lnTo>
                    <a:pt x="68688" y="540794"/>
                  </a:lnTo>
                  <a:lnTo>
                    <a:pt x="91584" y="530993"/>
                  </a:lnTo>
                  <a:lnTo>
                    <a:pt x="114480" y="521095"/>
                  </a:lnTo>
                  <a:lnTo>
                    <a:pt x="137376" y="511111"/>
                  </a:lnTo>
                  <a:lnTo>
                    <a:pt x="160272" y="501055"/>
                  </a:lnTo>
                  <a:lnTo>
                    <a:pt x="183168" y="490946"/>
                  </a:lnTo>
                  <a:lnTo>
                    <a:pt x="206064" y="480806"/>
                  </a:lnTo>
                  <a:lnTo>
                    <a:pt x="228961" y="470656"/>
                  </a:lnTo>
                  <a:lnTo>
                    <a:pt x="251857" y="460520"/>
                  </a:lnTo>
                  <a:lnTo>
                    <a:pt x="274753" y="450419"/>
                  </a:lnTo>
                  <a:lnTo>
                    <a:pt x="297649" y="440371"/>
                  </a:lnTo>
                  <a:lnTo>
                    <a:pt x="320545" y="430396"/>
                  </a:lnTo>
                  <a:lnTo>
                    <a:pt x="343441" y="420507"/>
                  </a:lnTo>
                  <a:lnTo>
                    <a:pt x="366337" y="410720"/>
                  </a:lnTo>
                  <a:lnTo>
                    <a:pt x="389233" y="401044"/>
                  </a:lnTo>
                  <a:lnTo>
                    <a:pt x="412129" y="391490"/>
                  </a:lnTo>
                  <a:lnTo>
                    <a:pt x="435026" y="382066"/>
                  </a:lnTo>
                  <a:lnTo>
                    <a:pt x="457922" y="372778"/>
                  </a:lnTo>
                  <a:lnTo>
                    <a:pt x="480818" y="363633"/>
                  </a:lnTo>
                  <a:lnTo>
                    <a:pt x="503714" y="354633"/>
                  </a:lnTo>
                  <a:lnTo>
                    <a:pt x="526610" y="345784"/>
                  </a:lnTo>
                  <a:lnTo>
                    <a:pt x="549506" y="337087"/>
                  </a:lnTo>
                  <a:lnTo>
                    <a:pt x="572402" y="328544"/>
                  </a:lnTo>
                  <a:lnTo>
                    <a:pt x="595298" y="320157"/>
                  </a:lnTo>
                  <a:lnTo>
                    <a:pt x="618194" y="311926"/>
                  </a:lnTo>
                  <a:lnTo>
                    <a:pt x="641091" y="303852"/>
                  </a:lnTo>
                  <a:lnTo>
                    <a:pt x="663987" y="295935"/>
                  </a:lnTo>
                  <a:lnTo>
                    <a:pt x="686883" y="288173"/>
                  </a:lnTo>
                  <a:lnTo>
                    <a:pt x="709779" y="280565"/>
                  </a:lnTo>
                  <a:lnTo>
                    <a:pt x="732675" y="273110"/>
                  </a:lnTo>
                  <a:lnTo>
                    <a:pt x="755571" y="265806"/>
                  </a:lnTo>
                  <a:lnTo>
                    <a:pt x="778467" y="258649"/>
                  </a:lnTo>
                  <a:lnTo>
                    <a:pt x="801363" y="251638"/>
                  </a:lnTo>
                  <a:lnTo>
                    <a:pt x="824259" y="244767"/>
                  </a:lnTo>
                  <a:lnTo>
                    <a:pt x="847156" y="238034"/>
                  </a:lnTo>
                  <a:lnTo>
                    <a:pt x="870052" y="231434"/>
                  </a:lnTo>
                  <a:lnTo>
                    <a:pt x="892948" y="224962"/>
                  </a:lnTo>
                  <a:lnTo>
                    <a:pt x="915844" y="218612"/>
                  </a:lnTo>
                  <a:lnTo>
                    <a:pt x="938740" y="212378"/>
                  </a:lnTo>
                  <a:lnTo>
                    <a:pt x="961636" y="206255"/>
                  </a:lnTo>
                  <a:lnTo>
                    <a:pt x="984532" y="200234"/>
                  </a:lnTo>
                  <a:lnTo>
                    <a:pt x="1007428" y="194308"/>
                  </a:lnTo>
                  <a:lnTo>
                    <a:pt x="1030324" y="188469"/>
                  </a:lnTo>
                  <a:lnTo>
                    <a:pt x="1053221" y="182710"/>
                  </a:lnTo>
                  <a:lnTo>
                    <a:pt x="1076117" y="177021"/>
                  </a:lnTo>
                  <a:lnTo>
                    <a:pt x="1099013" y="171394"/>
                  </a:lnTo>
                  <a:lnTo>
                    <a:pt x="1121909" y="165820"/>
                  </a:lnTo>
                  <a:lnTo>
                    <a:pt x="1144805" y="160290"/>
                  </a:lnTo>
                  <a:lnTo>
                    <a:pt x="1167701" y="154796"/>
                  </a:lnTo>
                  <a:lnTo>
                    <a:pt x="1190597" y="149329"/>
                  </a:lnTo>
                  <a:lnTo>
                    <a:pt x="1213493" y="143881"/>
                  </a:lnTo>
                  <a:lnTo>
                    <a:pt x="1236389" y="138446"/>
                  </a:lnTo>
                  <a:lnTo>
                    <a:pt x="1259285" y="133017"/>
                  </a:lnTo>
                  <a:lnTo>
                    <a:pt x="1282182" y="127588"/>
                  </a:lnTo>
                  <a:lnTo>
                    <a:pt x="1305078" y="122155"/>
                  </a:lnTo>
                  <a:lnTo>
                    <a:pt x="1327974" y="116713"/>
                  </a:lnTo>
                  <a:lnTo>
                    <a:pt x="1350870" y="111260"/>
                  </a:lnTo>
                  <a:lnTo>
                    <a:pt x="1373766" y="105794"/>
                  </a:lnTo>
                  <a:lnTo>
                    <a:pt x="1396662" y="100312"/>
                  </a:lnTo>
                  <a:lnTo>
                    <a:pt x="1419558" y="94815"/>
                  </a:lnTo>
                  <a:lnTo>
                    <a:pt x="1442454" y="89302"/>
                  </a:lnTo>
                  <a:lnTo>
                    <a:pt x="1465350" y="83773"/>
                  </a:lnTo>
                  <a:lnTo>
                    <a:pt x="1488247" y="78230"/>
                  </a:lnTo>
                  <a:lnTo>
                    <a:pt x="1511143" y="72674"/>
                  </a:lnTo>
                  <a:lnTo>
                    <a:pt x="1534039" y="67105"/>
                  </a:lnTo>
                  <a:lnTo>
                    <a:pt x="1556935" y="61527"/>
                  </a:lnTo>
                  <a:lnTo>
                    <a:pt x="1579831" y="55939"/>
                  </a:lnTo>
                  <a:lnTo>
                    <a:pt x="1602727" y="50346"/>
                  </a:lnTo>
                  <a:lnTo>
                    <a:pt x="1625623" y="44747"/>
                  </a:lnTo>
                  <a:lnTo>
                    <a:pt x="1648519" y="39145"/>
                  </a:lnTo>
                  <a:lnTo>
                    <a:pt x="1671415" y="33543"/>
                  </a:lnTo>
                  <a:lnTo>
                    <a:pt x="1694312" y="27941"/>
                  </a:lnTo>
                  <a:lnTo>
                    <a:pt x="1717208" y="22341"/>
                  </a:lnTo>
                  <a:lnTo>
                    <a:pt x="1740104" y="16746"/>
                  </a:lnTo>
                  <a:lnTo>
                    <a:pt x="1763000" y="11156"/>
                  </a:lnTo>
                  <a:lnTo>
                    <a:pt x="1785896" y="5573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443" name="pl5443"/>
            <p:cNvSpPr/>
            <p:nvPr/>
          </p:nvSpPr>
          <p:spPr>
            <a:xfrm>
              <a:off x="9965574" y="5447153"/>
              <a:ext cx="1808792" cy="429046"/>
            </a:xfrm>
            <a:custGeom>
              <a:avLst/>
              <a:pathLst>
                <a:path w="1808792" h="429046">
                  <a:moveTo>
                    <a:pt x="1808792" y="12282"/>
                  </a:moveTo>
                  <a:lnTo>
                    <a:pt x="1785896" y="10015"/>
                  </a:lnTo>
                  <a:lnTo>
                    <a:pt x="1763000" y="7975"/>
                  </a:lnTo>
                  <a:lnTo>
                    <a:pt x="1740104" y="6162"/>
                  </a:lnTo>
                  <a:lnTo>
                    <a:pt x="1717208" y="4580"/>
                  </a:lnTo>
                  <a:lnTo>
                    <a:pt x="1694312" y="3228"/>
                  </a:lnTo>
                  <a:lnTo>
                    <a:pt x="1671415" y="2109"/>
                  </a:lnTo>
                  <a:lnTo>
                    <a:pt x="1648519" y="1225"/>
                  </a:lnTo>
                  <a:lnTo>
                    <a:pt x="1625623" y="578"/>
                  </a:lnTo>
                  <a:lnTo>
                    <a:pt x="1602727" y="169"/>
                  </a:lnTo>
                  <a:lnTo>
                    <a:pt x="1579831" y="0"/>
                  </a:lnTo>
                  <a:lnTo>
                    <a:pt x="1556935" y="72"/>
                  </a:lnTo>
                  <a:lnTo>
                    <a:pt x="1534039" y="389"/>
                  </a:lnTo>
                  <a:lnTo>
                    <a:pt x="1511143" y="952"/>
                  </a:lnTo>
                  <a:lnTo>
                    <a:pt x="1488247" y="1761"/>
                  </a:lnTo>
                  <a:lnTo>
                    <a:pt x="1465350" y="2820"/>
                  </a:lnTo>
                  <a:lnTo>
                    <a:pt x="1442454" y="4128"/>
                  </a:lnTo>
                  <a:lnTo>
                    <a:pt x="1419558" y="5687"/>
                  </a:lnTo>
                  <a:lnTo>
                    <a:pt x="1396662" y="7498"/>
                  </a:lnTo>
                  <a:lnTo>
                    <a:pt x="1373766" y="9559"/>
                  </a:lnTo>
                  <a:lnTo>
                    <a:pt x="1350870" y="11871"/>
                  </a:lnTo>
                  <a:lnTo>
                    <a:pt x="1327974" y="14432"/>
                  </a:lnTo>
                  <a:lnTo>
                    <a:pt x="1305078" y="17239"/>
                  </a:lnTo>
                  <a:lnTo>
                    <a:pt x="1282182" y="20290"/>
                  </a:lnTo>
                  <a:lnTo>
                    <a:pt x="1259285" y="23581"/>
                  </a:lnTo>
                  <a:lnTo>
                    <a:pt x="1236389" y="27107"/>
                  </a:lnTo>
                  <a:lnTo>
                    <a:pt x="1213493" y="30862"/>
                  </a:lnTo>
                  <a:lnTo>
                    <a:pt x="1190597" y="34841"/>
                  </a:lnTo>
                  <a:lnTo>
                    <a:pt x="1167701" y="39035"/>
                  </a:lnTo>
                  <a:lnTo>
                    <a:pt x="1144805" y="43437"/>
                  </a:lnTo>
                  <a:lnTo>
                    <a:pt x="1121909" y="48039"/>
                  </a:lnTo>
                  <a:lnTo>
                    <a:pt x="1099013" y="52832"/>
                  </a:lnTo>
                  <a:lnTo>
                    <a:pt x="1076117" y="57807"/>
                  </a:lnTo>
                  <a:lnTo>
                    <a:pt x="1053221" y="62956"/>
                  </a:lnTo>
                  <a:lnTo>
                    <a:pt x="1030324" y="68270"/>
                  </a:lnTo>
                  <a:lnTo>
                    <a:pt x="1007428" y="73741"/>
                  </a:lnTo>
                  <a:lnTo>
                    <a:pt x="984532" y="79359"/>
                  </a:lnTo>
                  <a:lnTo>
                    <a:pt x="961636" y="85117"/>
                  </a:lnTo>
                  <a:lnTo>
                    <a:pt x="938740" y="91008"/>
                  </a:lnTo>
                  <a:lnTo>
                    <a:pt x="915844" y="97024"/>
                  </a:lnTo>
                  <a:lnTo>
                    <a:pt x="892948" y="103160"/>
                  </a:lnTo>
                  <a:lnTo>
                    <a:pt x="870052" y="109408"/>
                  </a:lnTo>
                  <a:lnTo>
                    <a:pt x="847156" y="115764"/>
                  </a:lnTo>
                  <a:lnTo>
                    <a:pt x="824259" y="122222"/>
                  </a:lnTo>
                  <a:lnTo>
                    <a:pt x="801363" y="128779"/>
                  </a:lnTo>
                  <a:lnTo>
                    <a:pt x="778467" y="135429"/>
                  </a:lnTo>
                  <a:lnTo>
                    <a:pt x="755571" y="142170"/>
                  </a:lnTo>
                  <a:lnTo>
                    <a:pt x="732675" y="148999"/>
                  </a:lnTo>
                  <a:lnTo>
                    <a:pt x="709779" y="155912"/>
                  </a:lnTo>
                  <a:lnTo>
                    <a:pt x="686883" y="162908"/>
                  </a:lnTo>
                  <a:lnTo>
                    <a:pt x="663987" y="169985"/>
                  </a:lnTo>
                  <a:lnTo>
                    <a:pt x="641091" y="177142"/>
                  </a:lnTo>
                  <a:lnTo>
                    <a:pt x="618194" y="184377"/>
                  </a:lnTo>
                  <a:lnTo>
                    <a:pt x="595298" y="191692"/>
                  </a:lnTo>
                  <a:lnTo>
                    <a:pt x="572402" y="199085"/>
                  </a:lnTo>
                  <a:lnTo>
                    <a:pt x="549506" y="206558"/>
                  </a:lnTo>
                  <a:lnTo>
                    <a:pt x="526610" y="214112"/>
                  </a:lnTo>
                  <a:lnTo>
                    <a:pt x="503714" y="221749"/>
                  </a:lnTo>
                  <a:lnTo>
                    <a:pt x="480818" y="229471"/>
                  </a:lnTo>
                  <a:lnTo>
                    <a:pt x="457922" y="237282"/>
                  </a:lnTo>
                  <a:lnTo>
                    <a:pt x="435026" y="245187"/>
                  </a:lnTo>
                  <a:lnTo>
                    <a:pt x="412129" y="253191"/>
                  </a:lnTo>
                  <a:lnTo>
                    <a:pt x="389233" y="261300"/>
                  </a:lnTo>
                  <a:lnTo>
                    <a:pt x="366337" y="269523"/>
                  </a:lnTo>
                  <a:lnTo>
                    <a:pt x="343441" y="277869"/>
                  </a:lnTo>
                  <a:lnTo>
                    <a:pt x="320545" y="286350"/>
                  </a:lnTo>
                  <a:lnTo>
                    <a:pt x="297649" y="294979"/>
                  </a:lnTo>
                  <a:lnTo>
                    <a:pt x="274753" y="303771"/>
                  </a:lnTo>
                  <a:lnTo>
                    <a:pt x="251857" y="312745"/>
                  </a:lnTo>
                  <a:lnTo>
                    <a:pt x="228961" y="321920"/>
                  </a:lnTo>
                  <a:lnTo>
                    <a:pt x="206064" y="331316"/>
                  </a:lnTo>
                  <a:lnTo>
                    <a:pt x="183168" y="340957"/>
                  </a:lnTo>
                  <a:lnTo>
                    <a:pt x="160272" y="350865"/>
                  </a:lnTo>
                  <a:lnTo>
                    <a:pt x="137376" y="361061"/>
                  </a:lnTo>
                  <a:lnTo>
                    <a:pt x="114480" y="371564"/>
                  </a:lnTo>
                  <a:lnTo>
                    <a:pt x="91584" y="382389"/>
                  </a:lnTo>
                  <a:lnTo>
                    <a:pt x="68688" y="393547"/>
                  </a:lnTo>
                  <a:lnTo>
                    <a:pt x="45792" y="405042"/>
                  </a:lnTo>
                  <a:lnTo>
                    <a:pt x="22896" y="416876"/>
                  </a:lnTo>
                  <a:lnTo>
                    <a:pt x="0" y="4290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444" name="pl5444"/>
            <p:cNvSpPr/>
            <p:nvPr/>
          </p:nvSpPr>
          <p:spPr>
            <a:xfrm>
              <a:off x="9965574" y="5352786"/>
              <a:ext cx="1808792" cy="493172"/>
            </a:xfrm>
            <a:custGeom>
              <a:avLst/>
              <a:pathLst>
                <a:path w="1808792" h="493172">
                  <a:moveTo>
                    <a:pt x="0" y="493172"/>
                  </a:moveTo>
                  <a:lnTo>
                    <a:pt x="22896" y="482340"/>
                  </a:lnTo>
                  <a:lnTo>
                    <a:pt x="45792" y="471625"/>
                  </a:lnTo>
                  <a:lnTo>
                    <a:pt x="68688" y="461029"/>
                  </a:lnTo>
                  <a:lnTo>
                    <a:pt x="91584" y="450550"/>
                  </a:lnTo>
                  <a:lnTo>
                    <a:pt x="114480" y="440188"/>
                  </a:lnTo>
                  <a:lnTo>
                    <a:pt x="137376" y="429944"/>
                  </a:lnTo>
                  <a:lnTo>
                    <a:pt x="160272" y="419818"/>
                  </a:lnTo>
                  <a:lnTo>
                    <a:pt x="183168" y="409810"/>
                  </a:lnTo>
                  <a:lnTo>
                    <a:pt x="206064" y="399919"/>
                  </a:lnTo>
                  <a:lnTo>
                    <a:pt x="228961" y="390147"/>
                  </a:lnTo>
                  <a:lnTo>
                    <a:pt x="251857" y="380491"/>
                  </a:lnTo>
                  <a:lnTo>
                    <a:pt x="274753" y="370954"/>
                  </a:lnTo>
                  <a:lnTo>
                    <a:pt x="297649" y="361534"/>
                  </a:lnTo>
                  <a:lnTo>
                    <a:pt x="320545" y="352231"/>
                  </a:lnTo>
                  <a:lnTo>
                    <a:pt x="343441" y="343047"/>
                  </a:lnTo>
                  <a:lnTo>
                    <a:pt x="366337" y="333980"/>
                  </a:lnTo>
                  <a:lnTo>
                    <a:pt x="389233" y="325031"/>
                  </a:lnTo>
                  <a:lnTo>
                    <a:pt x="412129" y="316199"/>
                  </a:lnTo>
                  <a:lnTo>
                    <a:pt x="435026" y="307485"/>
                  </a:lnTo>
                  <a:lnTo>
                    <a:pt x="457922" y="298889"/>
                  </a:lnTo>
                  <a:lnTo>
                    <a:pt x="480818" y="290410"/>
                  </a:lnTo>
                  <a:lnTo>
                    <a:pt x="503714" y="282050"/>
                  </a:lnTo>
                  <a:lnTo>
                    <a:pt x="526610" y="273806"/>
                  </a:lnTo>
                  <a:lnTo>
                    <a:pt x="549506" y="265681"/>
                  </a:lnTo>
                  <a:lnTo>
                    <a:pt x="572402" y="257673"/>
                  </a:lnTo>
                  <a:lnTo>
                    <a:pt x="595298" y="249783"/>
                  </a:lnTo>
                  <a:lnTo>
                    <a:pt x="618194" y="242010"/>
                  </a:lnTo>
                  <a:lnTo>
                    <a:pt x="641091" y="234356"/>
                  </a:lnTo>
                  <a:lnTo>
                    <a:pt x="663987" y="226818"/>
                  </a:lnTo>
                  <a:lnTo>
                    <a:pt x="686883" y="219399"/>
                  </a:lnTo>
                  <a:lnTo>
                    <a:pt x="709779" y="212097"/>
                  </a:lnTo>
                  <a:lnTo>
                    <a:pt x="732675" y="204913"/>
                  </a:lnTo>
                  <a:lnTo>
                    <a:pt x="755571" y="197847"/>
                  </a:lnTo>
                  <a:lnTo>
                    <a:pt x="778467" y="190898"/>
                  </a:lnTo>
                  <a:lnTo>
                    <a:pt x="801363" y="184067"/>
                  </a:lnTo>
                  <a:lnTo>
                    <a:pt x="824259" y="177353"/>
                  </a:lnTo>
                  <a:lnTo>
                    <a:pt x="847156" y="170758"/>
                  </a:lnTo>
                  <a:lnTo>
                    <a:pt x="870052" y="164280"/>
                  </a:lnTo>
                  <a:lnTo>
                    <a:pt x="892948" y="157919"/>
                  </a:lnTo>
                  <a:lnTo>
                    <a:pt x="915844" y="151677"/>
                  </a:lnTo>
                  <a:lnTo>
                    <a:pt x="938740" y="145552"/>
                  </a:lnTo>
                  <a:lnTo>
                    <a:pt x="961636" y="139544"/>
                  </a:lnTo>
                  <a:lnTo>
                    <a:pt x="984532" y="133655"/>
                  </a:lnTo>
                  <a:lnTo>
                    <a:pt x="1007428" y="127883"/>
                  </a:lnTo>
                  <a:lnTo>
                    <a:pt x="1030324" y="122228"/>
                  </a:lnTo>
                  <a:lnTo>
                    <a:pt x="1053221" y="116692"/>
                  </a:lnTo>
                  <a:lnTo>
                    <a:pt x="1076117" y="111273"/>
                  </a:lnTo>
                  <a:lnTo>
                    <a:pt x="1099013" y="105972"/>
                  </a:lnTo>
                  <a:lnTo>
                    <a:pt x="1121909" y="100788"/>
                  </a:lnTo>
                  <a:lnTo>
                    <a:pt x="1144805" y="95722"/>
                  </a:lnTo>
                  <a:lnTo>
                    <a:pt x="1167701" y="90774"/>
                  </a:lnTo>
                  <a:lnTo>
                    <a:pt x="1190597" y="85943"/>
                  </a:lnTo>
                  <a:lnTo>
                    <a:pt x="1213493" y="81230"/>
                  </a:lnTo>
                  <a:lnTo>
                    <a:pt x="1236389" y="76635"/>
                  </a:lnTo>
                  <a:lnTo>
                    <a:pt x="1259285" y="72158"/>
                  </a:lnTo>
                  <a:lnTo>
                    <a:pt x="1282182" y="67798"/>
                  </a:lnTo>
                  <a:lnTo>
                    <a:pt x="1305078" y="63555"/>
                  </a:lnTo>
                  <a:lnTo>
                    <a:pt x="1327974" y="59431"/>
                  </a:lnTo>
                  <a:lnTo>
                    <a:pt x="1350870" y="55424"/>
                  </a:lnTo>
                  <a:lnTo>
                    <a:pt x="1373766" y="51535"/>
                  </a:lnTo>
                  <a:lnTo>
                    <a:pt x="1396662" y="47763"/>
                  </a:lnTo>
                  <a:lnTo>
                    <a:pt x="1419558" y="44110"/>
                  </a:lnTo>
                  <a:lnTo>
                    <a:pt x="1442454" y="40574"/>
                  </a:lnTo>
                  <a:lnTo>
                    <a:pt x="1465350" y="37155"/>
                  </a:lnTo>
                  <a:lnTo>
                    <a:pt x="1488247" y="33854"/>
                  </a:lnTo>
                  <a:lnTo>
                    <a:pt x="1511143" y="30671"/>
                  </a:lnTo>
                  <a:lnTo>
                    <a:pt x="1534039" y="27606"/>
                  </a:lnTo>
                  <a:lnTo>
                    <a:pt x="1556935" y="24658"/>
                  </a:lnTo>
                  <a:lnTo>
                    <a:pt x="1579831" y="21828"/>
                  </a:lnTo>
                  <a:lnTo>
                    <a:pt x="1602727" y="19116"/>
                  </a:lnTo>
                  <a:lnTo>
                    <a:pt x="1625623" y="16521"/>
                  </a:lnTo>
                  <a:lnTo>
                    <a:pt x="1648519" y="14044"/>
                  </a:lnTo>
                  <a:lnTo>
                    <a:pt x="1671415" y="11684"/>
                  </a:lnTo>
                  <a:lnTo>
                    <a:pt x="1694312" y="9443"/>
                  </a:lnTo>
                  <a:lnTo>
                    <a:pt x="1717208" y="7319"/>
                  </a:lnTo>
                  <a:lnTo>
                    <a:pt x="1740104" y="5312"/>
                  </a:lnTo>
                  <a:lnTo>
                    <a:pt x="1763000" y="3424"/>
                  </a:lnTo>
                  <a:lnTo>
                    <a:pt x="1785896" y="1653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g5445"/>
            <p:cNvSpPr/>
            <p:nvPr/>
          </p:nvSpPr>
          <p:spPr>
            <a:xfrm>
              <a:off x="9965574" y="5164467"/>
              <a:ext cx="1808792" cy="466149"/>
            </a:xfrm>
            <a:custGeom>
              <a:avLst/>
              <a:pathLst>
                <a:path w="1808792" h="466149">
                  <a:moveTo>
                    <a:pt x="0" y="408078"/>
                  </a:moveTo>
                  <a:lnTo>
                    <a:pt x="22896" y="402410"/>
                  </a:lnTo>
                  <a:lnTo>
                    <a:pt x="45792" y="396573"/>
                  </a:lnTo>
                  <a:lnTo>
                    <a:pt x="68688" y="390566"/>
                  </a:lnTo>
                  <a:lnTo>
                    <a:pt x="91584" y="384394"/>
                  </a:lnTo>
                  <a:lnTo>
                    <a:pt x="114480" y="378070"/>
                  </a:lnTo>
                  <a:lnTo>
                    <a:pt x="137376" y="371613"/>
                  </a:lnTo>
                  <a:lnTo>
                    <a:pt x="160272" y="365046"/>
                  </a:lnTo>
                  <a:lnTo>
                    <a:pt x="183168" y="358397"/>
                  </a:lnTo>
                  <a:lnTo>
                    <a:pt x="206064" y="351694"/>
                  </a:lnTo>
                  <a:lnTo>
                    <a:pt x="228961" y="344967"/>
                  </a:lnTo>
                  <a:lnTo>
                    <a:pt x="251857" y="338241"/>
                  </a:lnTo>
                  <a:lnTo>
                    <a:pt x="274753" y="331540"/>
                  </a:lnTo>
                  <a:lnTo>
                    <a:pt x="297649" y="324885"/>
                  </a:lnTo>
                  <a:lnTo>
                    <a:pt x="320545" y="318295"/>
                  </a:lnTo>
                  <a:lnTo>
                    <a:pt x="343441" y="311784"/>
                  </a:lnTo>
                  <a:lnTo>
                    <a:pt x="366337" y="305364"/>
                  </a:lnTo>
                  <a:lnTo>
                    <a:pt x="389233" y="299046"/>
                  </a:lnTo>
                  <a:lnTo>
                    <a:pt x="412129" y="292838"/>
                  </a:lnTo>
                  <a:lnTo>
                    <a:pt x="435026" y="286746"/>
                  </a:lnTo>
                  <a:lnTo>
                    <a:pt x="457922" y="280775"/>
                  </a:lnTo>
                  <a:lnTo>
                    <a:pt x="480818" y="274928"/>
                  </a:lnTo>
                  <a:lnTo>
                    <a:pt x="503714" y="269208"/>
                  </a:lnTo>
                  <a:lnTo>
                    <a:pt x="526610" y="263616"/>
                  </a:lnTo>
                  <a:lnTo>
                    <a:pt x="549506" y="258152"/>
                  </a:lnTo>
                  <a:lnTo>
                    <a:pt x="572402" y="252817"/>
                  </a:lnTo>
                  <a:lnTo>
                    <a:pt x="595298" y="247607"/>
                  </a:lnTo>
                  <a:lnTo>
                    <a:pt x="618194" y="242522"/>
                  </a:lnTo>
                  <a:lnTo>
                    <a:pt x="641091" y="237558"/>
                  </a:lnTo>
                  <a:lnTo>
                    <a:pt x="663987" y="232713"/>
                  </a:lnTo>
                  <a:lnTo>
                    <a:pt x="686883" y="227981"/>
                  </a:lnTo>
                  <a:lnTo>
                    <a:pt x="709779" y="223357"/>
                  </a:lnTo>
                  <a:lnTo>
                    <a:pt x="732675" y="218837"/>
                  </a:lnTo>
                  <a:lnTo>
                    <a:pt x="755571" y="214413"/>
                  </a:lnTo>
                  <a:lnTo>
                    <a:pt x="778467" y="210078"/>
                  </a:lnTo>
                  <a:lnTo>
                    <a:pt x="801363" y="205825"/>
                  </a:lnTo>
                  <a:lnTo>
                    <a:pt x="824259" y="201644"/>
                  </a:lnTo>
                  <a:lnTo>
                    <a:pt x="847156" y="197527"/>
                  </a:lnTo>
                  <a:lnTo>
                    <a:pt x="870052" y="193464"/>
                  </a:lnTo>
                  <a:lnTo>
                    <a:pt x="892948" y="189444"/>
                  </a:lnTo>
                  <a:lnTo>
                    <a:pt x="915844" y="185459"/>
                  </a:lnTo>
                  <a:lnTo>
                    <a:pt x="938740" y="181495"/>
                  </a:lnTo>
                  <a:lnTo>
                    <a:pt x="961636" y="177544"/>
                  </a:lnTo>
                  <a:lnTo>
                    <a:pt x="984532" y="173595"/>
                  </a:lnTo>
                  <a:lnTo>
                    <a:pt x="1007428" y="169637"/>
                  </a:lnTo>
                  <a:lnTo>
                    <a:pt x="1030324" y="165660"/>
                  </a:lnTo>
                  <a:lnTo>
                    <a:pt x="1053221" y="161657"/>
                  </a:lnTo>
                  <a:lnTo>
                    <a:pt x="1076117" y="157618"/>
                  </a:lnTo>
                  <a:lnTo>
                    <a:pt x="1099013" y="153537"/>
                  </a:lnTo>
                  <a:lnTo>
                    <a:pt x="1121909" y="149407"/>
                  </a:lnTo>
                  <a:lnTo>
                    <a:pt x="1144805" y="145224"/>
                  </a:lnTo>
                  <a:lnTo>
                    <a:pt x="1167701" y="140984"/>
                  </a:lnTo>
                  <a:lnTo>
                    <a:pt x="1190597" y="136683"/>
                  </a:lnTo>
                  <a:lnTo>
                    <a:pt x="1213493" y="132321"/>
                  </a:lnTo>
                  <a:lnTo>
                    <a:pt x="1236389" y="127894"/>
                  </a:lnTo>
                  <a:lnTo>
                    <a:pt x="1259285" y="123404"/>
                  </a:lnTo>
                  <a:lnTo>
                    <a:pt x="1282182" y="118851"/>
                  </a:lnTo>
                  <a:lnTo>
                    <a:pt x="1305078" y="114234"/>
                  </a:lnTo>
                  <a:lnTo>
                    <a:pt x="1327974" y="109556"/>
                  </a:lnTo>
                  <a:lnTo>
                    <a:pt x="1350870" y="104817"/>
                  </a:lnTo>
                  <a:lnTo>
                    <a:pt x="1373766" y="100019"/>
                  </a:lnTo>
                  <a:lnTo>
                    <a:pt x="1396662" y="95165"/>
                  </a:lnTo>
                  <a:lnTo>
                    <a:pt x="1419558" y="90255"/>
                  </a:lnTo>
                  <a:lnTo>
                    <a:pt x="1442454" y="85292"/>
                  </a:lnTo>
                  <a:lnTo>
                    <a:pt x="1465350" y="80277"/>
                  </a:lnTo>
                  <a:lnTo>
                    <a:pt x="1488247" y="75213"/>
                  </a:lnTo>
                  <a:lnTo>
                    <a:pt x="1511143" y="70102"/>
                  </a:lnTo>
                  <a:lnTo>
                    <a:pt x="1534039" y="64944"/>
                  </a:lnTo>
                  <a:lnTo>
                    <a:pt x="1556935" y="59743"/>
                  </a:lnTo>
                  <a:lnTo>
                    <a:pt x="1579831" y="54498"/>
                  </a:lnTo>
                  <a:lnTo>
                    <a:pt x="1602727" y="49213"/>
                  </a:lnTo>
                  <a:lnTo>
                    <a:pt x="1625623" y="43888"/>
                  </a:lnTo>
                  <a:lnTo>
                    <a:pt x="1648519" y="38524"/>
                  </a:lnTo>
                  <a:lnTo>
                    <a:pt x="1671415" y="33124"/>
                  </a:lnTo>
                  <a:lnTo>
                    <a:pt x="1694312" y="27687"/>
                  </a:lnTo>
                  <a:lnTo>
                    <a:pt x="1717208" y="22215"/>
                  </a:lnTo>
                  <a:lnTo>
                    <a:pt x="1740104" y="16710"/>
                  </a:lnTo>
                  <a:lnTo>
                    <a:pt x="1763000" y="11172"/>
                  </a:lnTo>
                  <a:lnTo>
                    <a:pt x="1785896" y="5601"/>
                  </a:lnTo>
                  <a:lnTo>
                    <a:pt x="1808792" y="0"/>
                  </a:lnTo>
                  <a:lnTo>
                    <a:pt x="1808792" y="316099"/>
                  </a:lnTo>
                  <a:lnTo>
                    <a:pt x="1785896" y="310616"/>
                  </a:lnTo>
                  <a:lnTo>
                    <a:pt x="1763000" y="305341"/>
                  </a:lnTo>
                  <a:lnTo>
                    <a:pt x="1740104" y="300278"/>
                  </a:lnTo>
                  <a:lnTo>
                    <a:pt x="1717208" y="295425"/>
                  </a:lnTo>
                  <a:lnTo>
                    <a:pt x="1694312" y="290784"/>
                  </a:lnTo>
                  <a:lnTo>
                    <a:pt x="1671415" y="286356"/>
                  </a:lnTo>
                  <a:lnTo>
                    <a:pt x="1648519" y="282142"/>
                  </a:lnTo>
                  <a:lnTo>
                    <a:pt x="1625623" y="278144"/>
                  </a:lnTo>
                  <a:lnTo>
                    <a:pt x="1602727" y="274362"/>
                  </a:lnTo>
                  <a:lnTo>
                    <a:pt x="1579831" y="270797"/>
                  </a:lnTo>
                  <a:lnTo>
                    <a:pt x="1556935" y="267452"/>
                  </a:lnTo>
                  <a:lnTo>
                    <a:pt x="1534039" y="264328"/>
                  </a:lnTo>
                  <a:lnTo>
                    <a:pt x="1511143" y="261426"/>
                  </a:lnTo>
                  <a:lnTo>
                    <a:pt x="1488247" y="258749"/>
                  </a:lnTo>
                  <a:lnTo>
                    <a:pt x="1465350" y="256297"/>
                  </a:lnTo>
                  <a:lnTo>
                    <a:pt x="1442454" y="254072"/>
                  </a:lnTo>
                  <a:lnTo>
                    <a:pt x="1419558" y="252077"/>
                  </a:lnTo>
                  <a:lnTo>
                    <a:pt x="1396662" y="250314"/>
                  </a:lnTo>
                  <a:lnTo>
                    <a:pt x="1373766" y="248784"/>
                  </a:lnTo>
                  <a:lnTo>
                    <a:pt x="1350870" y="247488"/>
                  </a:lnTo>
                  <a:lnTo>
                    <a:pt x="1327974" y="246430"/>
                  </a:lnTo>
                  <a:lnTo>
                    <a:pt x="1305078" y="245610"/>
                  </a:lnTo>
                  <a:lnTo>
                    <a:pt x="1282182" y="245031"/>
                  </a:lnTo>
                  <a:lnTo>
                    <a:pt x="1259285" y="244692"/>
                  </a:lnTo>
                  <a:lnTo>
                    <a:pt x="1236389" y="244595"/>
                  </a:lnTo>
                  <a:lnTo>
                    <a:pt x="1213493" y="244740"/>
                  </a:lnTo>
                  <a:lnTo>
                    <a:pt x="1190597" y="245127"/>
                  </a:lnTo>
                  <a:lnTo>
                    <a:pt x="1167701" y="245753"/>
                  </a:lnTo>
                  <a:lnTo>
                    <a:pt x="1144805" y="246619"/>
                  </a:lnTo>
                  <a:lnTo>
                    <a:pt x="1121909" y="247720"/>
                  </a:lnTo>
                  <a:lnTo>
                    <a:pt x="1099013" y="249052"/>
                  </a:lnTo>
                  <a:lnTo>
                    <a:pt x="1076117" y="250611"/>
                  </a:lnTo>
                  <a:lnTo>
                    <a:pt x="1053221" y="252390"/>
                  </a:lnTo>
                  <a:lnTo>
                    <a:pt x="1030324" y="254383"/>
                  </a:lnTo>
                  <a:lnTo>
                    <a:pt x="1007428" y="256581"/>
                  </a:lnTo>
                  <a:lnTo>
                    <a:pt x="984532" y="258975"/>
                  </a:lnTo>
                  <a:lnTo>
                    <a:pt x="961636" y="261556"/>
                  </a:lnTo>
                  <a:lnTo>
                    <a:pt x="938740" y="264313"/>
                  </a:lnTo>
                  <a:lnTo>
                    <a:pt x="915844" y="267237"/>
                  </a:lnTo>
                  <a:lnTo>
                    <a:pt x="892948" y="270316"/>
                  </a:lnTo>
                  <a:lnTo>
                    <a:pt x="870052" y="273540"/>
                  </a:lnTo>
                  <a:lnTo>
                    <a:pt x="847156" y="276898"/>
                  </a:lnTo>
                  <a:lnTo>
                    <a:pt x="824259" y="280380"/>
                  </a:lnTo>
                  <a:lnTo>
                    <a:pt x="801363" y="283977"/>
                  </a:lnTo>
                  <a:lnTo>
                    <a:pt x="778467" y="287679"/>
                  </a:lnTo>
                  <a:lnTo>
                    <a:pt x="755571" y="291478"/>
                  </a:lnTo>
                  <a:lnTo>
                    <a:pt x="732675" y="295365"/>
                  </a:lnTo>
                  <a:lnTo>
                    <a:pt x="709779" y="299335"/>
                  </a:lnTo>
                  <a:lnTo>
                    <a:pt x="686883" y="303379"/>
                  </a:lnTo>
                  <a:lnTo>
                    <a:pt x="663987" y="307494"/>
                  </a:lnTo>
                  <a:lnTo>
                    <a:pt x="641091" y="311672"/>
                  </a:lnTo>
                  <a:lnTo>
                    <a:pt x="618194" y="315911"/>
                  </a:lnTo>
                  <a:lnTo>
                    <a:pt x="595298" y="320206"/>
                  </a:lnTo>
                  <a:lnTo>
                    <a:pt x="572402" y="324556"/>
                  </a:lnTo>
                  <a:lnTo>
                    <a:pt x="549506" y="328956"/>
                  </a:lnTo>
                  <a:lnTo>
                    <a:pt x="526610" y="333408"/>
                  </a:lnTo>
                  <a:lnTo>
                    <a:pt x="503714" y="337908"/>
                  </a:lnTo>
                  <a:lnTo>
                    <a:pt x="480818" y="342460"/>
                  </a:lnTo>
                  <a:lnTo>
                    <a:pt x="457922" y="347062"/>
                  </a:lnTo>
                  <a:lnTo>
                    <a:pt x="435026" y="351718"/>
                  </a:lnTo>
                  <a:lnTo>
                    <a:pt x="412129" y="356432"/>
                  </a:lnTo>
                  <a:lnTo>
                    <a:pt x="389233" y="361207"/>
                  </a:lnTo>
                  <a:lnTo>
                    <a:pt x="366337" y="366051"/>
                  </a:lnTo>
                  <a:lnTo>
                    <a:pt x="343441" y="370971"/>
                  </a:lnTo>
                  <a:lnTo>
                    <a:pt x="320545" y="375978"/>
                  </a:lnTo>
                  <a:lnTo>
                    <a:pt x="297649" y="381084"/>
                  </a:lnTo>
                  <a:lnTo>
                    <a:pt x="274753" y="386303"/>
                  </a:lnTo>
                  <a:lnTo>
                    <a:pt x="251857" y="391655"/>
                  </a:lnTo>
                  <a:lnTo>
                    <a:pt x="228961" y="397159"/>
                  </a:lnTo>
                  <a:lnTo>
                    <a:pt x="206064" y="402840"/>
                  </a:lnTo>
                  <a:lnTo>
                    <a:pt x="183168" y="408724"/>
                  </a:lnTo>
                  <a:lnTo>
                    <a:pt x="160272" y="414840"/>
                  </a:lnTo>
                  <a:lnTo>
                    <a:pt x="137376" y="421216"/>
                  </a:lnTo>
                  <a:lnTo>
                    <a:pt x="114480" y="427879"/>
                  </a:lnTo>
                  <a:lnTo>
                    <a:pt x="91584" y="434855"/>
                  </a:lnTo>
                  <a:lnTo>
                    <a:pt x="68688" y="442160"/>
                  </a:lnTo>
                  <a:lnTo>
                    <a:pt x="45792" y="449809"/>
                  </a:lnTo>
                  <a:lnTo>
                    <a:pt x="22896" y="457806"/>
                  </a:lnTo>
                  <a:lnTo>
                    <a:pt x="0" y="46614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46" name="pl5446"/>
            <p:cNvSpPr/>
            <p:nvPr/>
          </p:nvSpPr>
          <p:spPr>
            <a:xfrm>
              <a:off x="9965574" y="5164467"/>
              <a:ext cx="1808792" cy="408078"/>
            </a:xfrm>
            <a:custGeom>
              <a:avLst/>
              <a:pathLst>
                <a:path w="1808792" h="408078">
                  <a:moveTo>
                    <a:pt x="0" y="408078"/>
                  </a:moveTo>
                  <a:lnTo>
                    <a:pt x="22896" y="402410"/>
                  </a:lnTo>
                  <a:lnTo>
                    <a:pt x="45792" y="396573"/>
                  </a:lnTo>
                  <a:lnTo>
                    <a:pt x="68688" y="390566"/>
                  </a:lnTo>
                  <a:lnTo>
                    <a:pt x="91584" y="384394"/>
                  </a:lnTo>
                  <a:lnTo>
                    <a:pt x="114480" y="378070"/>
                  </a:lnTo>
                  <a:lnTo>
                    <a:pt x="137376" y="371613"/>
                  </a:lnTo>
                  <a:lnTo>
                    <a:pt x="160272" y="365046"/>
                  </a:lnTo>
                  <a:lnTo>
                    <a:pt x="183168" y="358397"/>
                  </a:lnTo>
                  <a:lnTo>
                    <a:pt x="206064" y="351694"/>
                  </a:lnTo>
                  <a:lnTo>
                    <a:pt x="228961" y="344967"/>
                  </a:lnTo>
                  <a:lnTo>
                    <a:pt x="251857" y="338241"/>
                  </a:lnTo>
                  <a:lnTo>
                    <a:pt x="274753" y="331540"/>
                  </a:lnTo>
                  <a:lnTo>
                    <a:pt x="297649" y="324885"/>
                  </a:lnTo>
                  <a:lnTo>
                    <a:pt x="320545" y="318295"/>
                  </a:lnTo>
                  <a:lnTo>
                    <a:pt x="343441" y="311784"/>
                  </a:lnTo>
                  <a:lnTo>
                    <a:pt x="366337" y="305364"/>
                  </a:lnTo>
                  <a:lnTo>
                    <a:pt x="389233" y="299046"/>
                  </a:lnTo>
                  <a:lnTo>
                    <a:pt x="412129" y="292838"/>
                  </a:lnTo>
                  <a:lnTo>
                    <a:pt x="435026" y="286746"/>
                  </a:lnTo>
                  <a:lnTo>
                    <a:pt x="457922" y="280775"/>
                  </a:lnTo>
                  <a:lnTo>
                    <a:pt x="480818" y="274928"/>
                  </a:lnTo>
                  <a:lnTo>
                    <a:pt x="503714" y="269208"/>
                  </a:lnTo>
                  <a:lnTo>
                    <a:pt x="526610" y="263616"/>
                  </a:lnTo>
                  <a:lnTo>
                    <a:pt x="549506" y="258152"/>
                  </a:lnTo>
                  <a:lnTo>
                    <a:pt x="572402" y="252817"/>
                  </a:lnTo>
                  <a:lnTo>
                    <a:pt x="595298" y="247607"/>
                  </a:lnTo>
                  <a:lnTo>
                    <a:pt x="618194" y="242522"/>
                  </a:lnTo>
                  <a:lnTo>
                    <a:pt x="641091" y="237558"/>
                  </a:lnTo>
                  <a:lnTo>
                    <a:pt x="663987" y="232713"/>
                  </a:lnTo>
                  <a:lnTo>
                    <a:pt x="686883" y="227981"/>
                  </a:lnTo>
                  <a:lnTo>
                    <a:pt x="709779" y="223357"/>
                  </a:lnTo>
                  <a:lnTo>
                    <a:pt x="732675" y="218837"/>
                  </a:lnTo>
                  <a:lnTo>
                    <a:pt x="755571" y="214413"/>
                  </a:lnTo>
                  <a:lnTo>
                    <a:pt x="778467" y="210078"/>
                  </a:lnTo>
                  <a:lnTo>
                    <a:pt x="801363" y="205825"/>
                  </a:lnTo>
                  <a:lnTo>
                    <a:pt x="824259" y="201644"/>
                  </a:lnTo>
                  <a:lnTo>
                    <a:pt x="847156" y="197527"/>
                  </a:lnTo>
                  <a:lnTo>
                    <a:pt x="870052" y="193464"/>
                  </a:lnTo>
                  <a:lnTo>
                    <a:pt x="892948" y="189444"/>
                  </a:lnTo>
                  <a:lnTo>
                    <a:pt x="915844" y="185459"/>
                  </a:lnTo>
                  <a:lnTo>
                    <a:pt x="938740" y="181495"/>
                  </a:lnTo>
                  <a:lnTo>
                    <a:pt x="961636" y="177544"/>
                  </a:lnTo>
                  <a:lnTo>
                    <a:pt x="984532" y="173595"/>
                  </a:lnTo>
                  <a:lnTo>
                    <a:pt x="1007428" y="169637"/>
                  </a:lnTo>
                  <a:lnTo>
                    <a:pt x="1030324" y="165660"/>
                  </a:lnTo>
                  <a:lnTo>
                    <a:pt x="1053221" y="161657"/>
                  </a:lnTo>
                  <a:lnTo>
                    <a:pt x="1076117" y="157618"/>
                  </a:lnTo>
                  <a:lnTo>
                    <a:pt x="1099013" y="153537"/>
                  </a:lnTo>
                  <a:lnTo>
                    <a:pt x="1121909" y="149407"/>
                  </a:lnTo>
                  <a:lnTo>
                    <a:pt x="1144805" y="145224"/>
                  </a:lnTo>
                  <a:lnTo>
                    <a:pt x="1167701" y="140984"/>
                  </a:lnTo>
                  <a:lnTo>
                    <a:pt x="1190597" y="136683"/>
                  </a:lnTo>
                  <a:lnTo>
                    <a:pt x="1213493" y="132321"/>
                  </a:lnTo>
                  <a:lnTo>
                    <a:pt x="1236389" y="127894"/>
                  </a:lnTo>
                  <a:lnTo>
                    <a:pt x="1259285" y="123404"/>
                  </a:lnTo>
                  <a:lnTo>
                    <a:pt x="1282182" y="118851"/>
                  </a:lnTo>
                  <a:lnTo>
                    <a:pt x="1305078" y="114234"/>
                  </a:lnTo>
                  <a:lnTo>
                    <a:pt x="1327974" y="109556"/>
                  </a:lnTo>
                  <a:lnTo>
                    <a:pt x="1350870" y="104817"/>
                  </a:lnTo>
                  <a:lnTo>
                    <a:pt x="1373766" y="100019"/>
                  </a:lnTo>
                  <a:lnTo>
                    <a:pt x="1396662" y="95165"/>
                  </a:lnTo>
                  <a:lnTo>
                    <a:pt x="1419558" y="90255"/>
                  </a:lnTo>
                  <a:lnTo>
                    <a:pt x="1442454" y="85292"/>
                  </a:lnTo>
                  <a:lnTo>
                    <a:pt x="1465350" y="80277"/>
                  </a:lnTo>
                  <a:lnTo>
                    <a:pt x="1488247" y="75213"/>
                  </a:lnTo>
                  <a:lnTo>
                    <a:pt x="1511143" y="70102"/>
                  </a:lnTo>
                  <a:lnTo>
                    <a:pt x="1534039" y="64944"/>
                  </a:lnTo>
                  <a:lnTo>
                    <a:pt x="1556935" y="59743"/>
                  </a:lnTo>
                  <a:lnTo>
                    <a:pt x="1579831" y="54498"/>
                  </a:lnTo>
                  <a:lnTo>
                    <a:pt x="1602727" y="49213"/>
                  </a:lnTo>
                  <a:lnTo>
                    <a:pt x="1625623" y="43888"/>
                  </a:lnTo>
                  <a:lnTo>
                    <a:pt x="1648519" y="38524"/>
                  </a:lnTo>
                  <a:lnTo>
                    <a:pt x="1671415" y="33124"/>
                  </a:lnTo>
                  <a:lnTo>
                    <a:pt x="1694312" y="27687"/>
                  </a:lnTo>
                  <a:lnTo>
                    <a:pt x="1717208" y="22215"/>
                  </a:lnTo>
                  <a:lnTo>
                    <a:pt x="1740104" y="16710"/>
                  </a:lnTo>
                  <a:lnTo>
                    <a:pt x="1763000" y="11172"/>
                  </a:lnTo>
                  <a:lnTo>
                    <a:pt x="1785896" y="5601"/>
                  </a:lnTo>
                  <a:lnTo>
                    <a:pt x="18087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447" name="pl5447"/>
            <p:cNvSpPr/>
            <p:nvPr/>
          </p:nvSpPr>
          <p:spPr>
            <a:xfrm>
              <a:off x="9965574" y="5409062"/>
              <a:ext cx="1808792" cy="221554"/>
            </a:xfrm>
            <a:custGeom>
              <a:avLst/>
              <a:pathLst>
                <a:path w="1808792" h="221554">
                  <a:moveTo>
                    <a:pt x="1808792" y="71503"/>
                  </a:moveTo>
                  <a:lnTo>
                    <a:pt x="1785896" y="66020"/>
                  </a:lnTo>
                  <a:lnTo>
                    <a:pt x="1763000" y="60746"/>
                  </a:lnTo>
                  <a:lnTo>
                    <a:pt x="1740104" y="55682"/>
                  </a:lnTo>
                  <a:lnTo>
                    <a:pt x="1717208" y="50829"/>
                  </a:lnTo>
                  <a:lnTo>
                    <a:pt x="1694312" y="46188"/>
                  </a:lnTo>
                  <a:lnTo>
                    <a:pt x="1671415" y="41760"/>
                  </a:lnTo>
                  <a:lnTo>
                    <a:pt x="1648519" y="37547"/>
                  </a:lnTo>
                  <a:lnTo>
                    <a:pt x="1625623" y="33548"/>
                  </a:lnTo>
                  <a:lnTo>
                    <a:pt x="1602727" y="29766"/>
                  </a:lnTo>
                  <a:lnTo>
                    <a:pt x="1579831" y="26202"/>
                  </a:lnTo>
                  <a:lnTo>
                    <a:pt x="1556935" y="22857"/>
                  </a:lnTo>
                  <a:lnTo>
                    <a:pt x="1534039" y="19733"/>
                  </a:lnTo>
                  <a:lnTo>
                    <a:pt x="1511143" y="16831"/>
                  </a:lnTo>
                  <a:lnTo>
                    <a:pt x="1488247" y="14153"/>
                  </a:lnTo>
                  <a:lnTo>
                    <a:pt x="1465350" y="11701"/>
                  </a:lnTo>
                  <a:lnTo>
                    <a:pt x="1442454" y="9477"/>
                  </a:lnTo>
                  <a:lnTo>
                    <a:pt x="1419558" y="7482"/>
                  </a:lnTo>
                  <a:lnTo>
                    <a:pt x="1396662" y="5718"/>
                  </a:lnTo>
                  <a:lnTo>
                    <a:pt x="1373766" y="4188"/>
                  </a:lnTo>
                  <a:lnTo>
                    <a:pt x="1350870" y="2893"/>
                  </a:lnTo>
                  <a:lnTo>
                    <a:pt x="1327974" y="1835"/>
                  </a:lnTo>
                  <a:lnTo>
                    <a:pt x="1305078" y="1015"/>
                  </a:lnTo>
                  <a:lnTo>
                    <a:pt x="1282182" y="435"/>
                  </a:lnTo>
                  <a:lnTo>
                    <a:pt x="1259285" y="96"/>
                  </a:lnTo>
                  <a:lnTo>
                    <a:pt x="1236389" y="0"/>
                  </a:lnTo>
                  <a:lnTo>
                    <a:pt x="1213493" y="145"/>
                  </a:lnTo>
                  <a:lnTo>
                    <a:pt x="1190597" y="531"/>
                  </a:lnTo>
                  <a:lnTo>
                    <a:pt x="1167701" y="1158"/>
                  </a:lnTo>
                  <a:lnTo>
                    <a:pt x="1144805" y="2023"/>
                  </a:lnTo>
                  <a:lnTo>
                    <a:pt x="1121909" y="3124"/>
                  </a:lnTo>
                  <a:lnTo>
                    <a:pt x="1099013" y="4456"/>
                  </a:lnTo>
                  <a:lnTo>
                    <a:pt x="1076117" y="6015"/>
                  </a:lnTo>
                  <a:lnTo>
                    <a:pt x="1053221" y="7794"/>
                  </a:lnTo>
                  <a:lnTo>
                    <a:pt x="1030324" y="9787"/>
                  </a:lnTo>
                  <a:lnTo>
                    <a:pt x="1007428" y="11985"/>
                  </a:lnTo>
                  <a:lnTo>
                    <a:pt x="984532" y="14379"/>
                  </a:lnTo>
                  <a:lnTo>
                    <a:pt x="961636" y="16960"/>
                  </a:lnTo>
                  <a:lnTo>
                    <a:pt x="938740" y="19718"/>
                  </a:lnTo>
                  <a:lnTo>
                    <a:pt x="915844" y="22641"/>
                  </a:lnTo>
                  <a:lnTo>
                    <a:pt x="892948" y="25720"/>
                  </a:lnTo>
                  <a:lnTo>
                    <a:pt x="870052" y="28944"/>
                  </a:lnTo>
                  <a:lnTo>
                    <a:pt x="847156" y="32302"/>
                  </a:lnTo>
                  <a:lnTo>
                    <a:pt x="824259" y="35785"/>
                  </a:lnTo>
                  <a:lnTo>
                    <a:pt x="801363" y="39381"/>
                  </a:lnTo>
                  <a:lnTo>
                    <a:pt x="778467" y="43083"/>
                  </a:lnTo>
                  <a:lnTo>
                    <a:pt x="755571" y="46882"/>
                  </a:lnTo>
                  <a:lnTo>
                    <a:pt x="732675" y="50770"/>
                  </a:lnTo>
                  <a:lnTo>
                    <a:pt x="709779" y="54739"/>
                  </a:lnTo>
                  <a:lnTo>
                    <a:pt x="686883" y="58784"/>
                  </a:lnTo>
                  <a:lnTo>
                    <a:pt x="663987" y="62898"/>
                  </a:lnTo>
                  <a:lnTo>
                    <a:pt x="641091" y="67077"/>
                  </a:lnTo>
                  <a:lnTo>
                    <a:pt x="618194" y="71315"/>
                  </a:lnTo>
                  <a:lnTo>
                    <a:pt x="595298" y="75611"/>
                  </a:lnTo>
                  <a:lnTo>
                    <a:pt x="572402" y="79960"/>
                  </a:lnTo>
                  <a:lnTo>
                    <a:pt x="549506" y="84361"/>
                  </a:lnTo>
                  <a:lnTo>
                    <a:pt x="526610" y="88812"/>
                  </a:lnTo>
                  <a:lnTo>
                    <a:pt x="503714" y="93313"/>
                  </a:lnTo>
                  <a:lnTo>
                    <a:pt x="480818" y="97864"/>
                  </a:lnTo>
                  <a:lnTo>
                    <a:pt x="457922" y="102467"/>
                  </a:lnTo>
                  <a:lnTo>
                    <a:pt x="435026" y="107123"/>
                  </a:lnTo>
                  <a:lnTo>
                    <a:pt x="412129" y="111836"/>
                  </a:lnTo>
                  <a:lnTo>
                    <a:pt x="389233" y="116612"/>
                  </a:lnTo>
                  <a:lnTo>
                    <a:pt x="366337" y="121455"/>
                  </a:lnTo>
                  <a:lnTo>
                    <a:pt x="343441" y="126376"/>
                  </a:lnTo>
                  <a:lnTo>
                    <a:pt x="320545" y="131382"/>
                  </a:lnTo>
                  <a:lnTo>
                    <a:pt x="297649" y="136488"/>
                  </a:lnTo>
                  <a:lnTo>
                    <a:pt x="274753" y="141708"/>
                  </a:lnTo>
                  <a:lnTo>
                    <a:pt x="251857" y="147059"/>
                  </a:lnTo>
                  <a:lnTo>
                    <a:pt x="228961" y="152564"/>
                  </a:lnTo>
                  <a:lnTo>
                    <a:pt x="206064" y="158245"/>
                  </a:lnTo>
                  <a:lnTo>
                    <a:pt x="183168" y="164129"/>
                  </a:lnTo>
                  <a:lnTo>
                    <a:pt x="160272" y="170245"/>
                  </a:lnTo>
                  <a:lnTo>
                    <a:pt x="137376" y="176620"/>
                  </a:lnTo>
                  <a:lnTo>
                    <a:pt x="114480" y="183284"/>
                  </a:lnTo>
                  <a:lnTo>
                    <a:pt x="91584" y="190259"/>
                  </a:lnTo>
                  <a:lnTo>
                    <a:pt x="68688" y="197565"/>
                  </a:lnTo>
                  <a:lnTo>
                    <a:pt x="45792" y="205213"/>
                  </a:lnTo>
                  <a:lnTo>
                    <a:pt x="22896" y="213210"/>
                  </a:lnTo>
                  <a:lnTo>
                    <a:pt x="0" y="2215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448" name="pl5448"/>
            <p:cNvSpPr/>
            <p:nvPr/>
          </p:nvSpPr>
          <p:spPr>
            <a:xfrm>
              <a:off x="9965574" y="5322517"/>
              <a:ext cx="1808792" cy="279064"/>
            </a:xfrm>
            <a:custGeom>
              <a:avLst/>
              <a:pathLst>
                <a:path w="1808792" h="279064">
                  <a:moveTo>
                    <a:pt x="0" y="279064"/>
                  </a:moveTo>
                  <a:lnTo>
                    <a:pt x="22896" y="272058"/>
                  </a:lnTo>
                  <a:lnTo>
                    <a:pt x="45792" y="265141"/>
                  </a:lnTo>
                  <a:lnTo>
                    <a:pt x="68688" y="258313"/>
                  </a:lnTo>
                  <a:lnTo>
                    <a:pt x="91584" y="251575"/>
                  </a:lnTo>
                  <a:lnTo>
                    <a:pt x="114480" y="244925"/>
                  </a:lnTo>
                  <a:lnTo>
                    <a:pt x="137376" y="238365"/>
                  </a:lnTo>
                  <a:lnTo>
                    <a:pt x="160272" y="231893"/>
                  </a:lnTo>
                  <a:lnTo>
                    <a:pt x="183168" y="225511"/>
                  </a:lnTo>
                  <a:lnTo>
                    <a:pt x="206064" y="219218"/>
                  </a:lnTo>
                  <a:lnTo>
                    <a:pt x="228961" y="213013"/>
                  </a:lnTo>
                  <a:lnTo>
                    <a:pt x="251857" y="206898"/>
                  </a:lnTo>
                  <a:lnTo>
                    <a:pt x="274753" y="200872"/>
                  </a:lnTo>
                  <a:lnTo>
                    <a:pt x="297649" y="194935"/>
                  </a:lnTo>
                  <a:lnTo>
                    <a:pt x="320545" y="189087"/>
                  </a:lnTo>
                  <a:lnTo>
                    <a:pt x="343441" y="183328"/>
                  </a:lnTo>
                  <a:lnTo>
                    <a:pt x="366337" y="177658"/>
                  </a:lnTo>
                  <a:lnTo>
                    <a:pt x="389233" y="172077"/>
                  </a:lnTo>
                  <a:lnTo>
                    <a:pt x="412129" y="166585"/>
                  </a:lnTo>
                  <a:lnTo>
                    <a:pt x="435026" y="161182"/>
                  </a:lnTo>
                  <a:lnTo>
                    <a:pt x="457922" y="155869"/>
                  </a:lnTo>
                  <a:lnTo>
                    <a:pt x="480818" y="150644"/>
                  </a:lnTo>
                  <a:lnTo>
                    <a:pt x="503714" y="145509"/>
                  </a:lnTo>
                  <a:lnTo>
                    <a:pt x="526610" y="140462"/>
                  </a:lnTo>
                  <a:lnTo>
                    <a:pt x="549506" y="135505"/>
                  </a:lnTo>
                  <a:lnTo>
                    <a:pt x="572402" y="130636"/>
                  </a:lnTo>
                  <a:lnTo>
                    <a:pt x="595298" y="125857"/>
                  </a:lnTo>
                  <a:lnTo>
                    <a:pt x="618194" y="121167"/>
                  </a:lnTo>
                  <a:lnTo>
                    <a:pt x="641091" y="116566"/>
                  </a:lnTo>
                  <a:lnTo>
                    <a:pt x="663987" y="112053"/>
                  </a:lnTo>
                  <a:lnTo>
                    <a:pt x="686883" y="107630"/>
                  </a:lnTo>
                  <a:lnTo>
                    <a:pt x="709779" y="103296"/>
                  </a:lnTo>
                  <a:lnTo>
                    <a:pt x="732675" y="99051"/>
                  </a:lnTo>
                  <a:lnTo>
                    <a:pt x="755571" y="94896"/>
                  </a:lnTo>
                  <a:lnTo>
                    <a:pt x="778467" y="90829"/>
                  </a:lnTo>
                  <a:lnTo>
                    <a:pt x="801363" y="86851"/>
                  </a:lnTo>
                  <a:lnTo>
                    <a:pt x="824259" y="82962"/>
                  </a:lnTo>
                  <a:lnTo>
                    <a:pt x="847156" y="79163"/>
                  </a:lnTo>
                  <a:lnTo>
                    <a:pt x="870052" y="75452"/>
                  </a:lnTo>
                  <a:lnTo>
                    <a:pt x="892948" y="71831"/>
                  </a:lnTo>
                  <a:lnTo>
                    <a:pt x="915844" y="68298"/>
                  </a:lnTo>
                  <a:lnTo>
                    <a:pt x="938740" y="64855"/>
                  </a:lnTo>
                  <a:lnTo>
                    <a:pt x="961636" y="61500"/>
                  </a:lnTo>
                  <a:lnTo>
                    <a:pt x="984532" y="58235"/>
                  </a:lnTo>
                  <a:lnTo>
                    <a:pt x="1007428" y="55059"/>
                  </a:lnTo>
                  <a:lnTo>
                    <a:pt x="1030324" y="51972"/>
                  </a:lnTo>
                  <a:lnTo>
                    <a:pt x="1053221" y="48974"/>
                  </a:lnTo>
                  <a:lnTo>
                    <a:pt x="1076117" y="46065"/>
                  </a:lnTo>
                  <a:lnTo>
                    <a:pt x="1099013" y="43245"/>
                  </a:lnTo>
                  <a:lnTo>
                    <a:pt x="1121909" y="40514"/>
                  </a:lnTo>
                  <a:lnTo>
                    <a:pt x="1144805" y="37872"/>
                  </a:lnTo>
                  <a:lnTo>
                    <a:pt x="1167701" y="35319"/>
                  </a:lnTo>
                  <a:lnTo>
                    <a:pt x="1190597" y="32855"/>
                  </a:lnTo>
                  <a:lnTo>
                    <a:pt x="1213493" y="30481"/>
                  </a:lnTo>
                  <a:lnTo>
                    <a:pt x="1236389" y="28195"/>
                  </a:lnTo>
                  <a:lnTo>
                    <a:pt x="1259285" y="25998"/>
                  </a:lnTo>
                  <a:lnTo>
                    <a:pt x="1282182" y="23891"/>
                  </a:lnTo>
                  <a:lnTo>
                    <a:pt x="1305078" y="21873"/>
                  </a:lnTo>
                  <a:lnTo>
                    <a:pt x="1327974" y="19943"/>
                  </a:lnTo>
                  <a:lnTo>
                    <a:pt x="1350870" y="18103"/>
                  </a:lnTo>
                  <a:lnTo>
                    <a:pt x="1373766" y="16352"/>
                  </a:lnTo>
                  <a:lnTo>
                    <a:pt x="1396662" y="14689"/>
                  </a:lnTo>
                  <a:lnTo>
                    <a:pt x="1419558" y="13116"/>
                  </a:lnTo>
                  <a:lnTo>
                    <a:pt x="1442454" y="11632"/>
                  </a:lnTo>
                  <a:lnTo>
                    <a:pt x="1465350" y="10237"/>
                  </a:lnTo>
                  <a:lnTo>
                    <a:pt x="1488247" y="8931"/>
                  </a:lnTo>
                  <a:lnTo>
                    <a:pt x="1511143" y="7714"/>
                  </a:lnTo>
                  <a:lnTo>
                    <a:pt x="1534039" y="6587"/>
                  </a:lnTo>
                  <a:lnTo>
                    <a:pt x="1556935" y="5548"/>
                  </a:lnTo>
                  <a:lnTo>
                    <a:pt x="1579831" y="4598"/>
                  </a:lnTo>
                  <a:lnTo>
                    <a:pt x="1602727" y="3738"/>
                  </a:lnTo>
                  <a:lnTo>
                    <a:pt x="1625623" y="2966"/>
                  </a:lnTo>
                  <a:lnTo>
                    <a:pt x="1648519" y="2283"/>
                  </a:lnTo>
                  <a:lnTo>
                    <a:pt x="1671415" y="1690"/>
                  </a:lnTo>
                  <a:lnTo>
                    <a:pt x="1694312" y="1186"/>
                  </a:lnTo>
                  <a:lnTo>
                    <a:pt x="1717208" y="770"/>
                  </a:lnTo>
                  <a:lnTo>
                    <a:pt x="1740104" y="444"/>
                  </a:lnTo>
                  <a:lnTo>
                    <a:pt x="1763000" y="207"/>
                  </a:lnTo>
                  <a:lnTo>
                    <a:pt x="1785896" y="59"/>
                  </a:lnTo>
                  <a:lnTo>
                    <a:pt x="1808792" y="0"/>
                  </a:lnTo>
                </a:path>
              </a:pathLst>
            </a:custGeom>
            <a:ln w="34492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tx5449"/>
            <p:cNvSpPr/>
            <p:nvPr/>
          </p:nvSpPr>
          <p:spPr>
            <a:xfrm>
              <a:off x="9974618" y="4900348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5450" name="tx5450"/>
            <p:cNvSpPr/>
            <p:nvPr/>
          </p:nvSpPr>
          <p:spPr>
            <a:xfrm>
              <a:off x="10048365" y="4875462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451" name="tx5451"/>
            <p:cNvSpPr/>
            <p:nvPr/>
          </p:nvSpPr>
          <p:spPr>
            <a:xfrm>
              <a:off x="10082974" y="49639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452" name="tx5452"/>
            <p:cNvSpPr/>
            <p:nvPr/>
          </p:nvSpPr>
          <p:spPr>
            <a:xfrm>
              <a:off x="10107326" y="4937375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5453" name="tx5453"/>
            <p:cNvSpPr/>
            <p:nvPr/>
          </p:nvSpPr>
          <p:spPr>
            <a:xfrm>
              <a:off x="10159242" y="49639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454" name="tx5454"/>
            <p:cNvSpPr/>
            <p:nvPr/>
          </p:nvSpPr>
          <p:spPr>
            <a:xfrm>
              <a:off x="10183594" y="4898959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5455" name="tx5455"/>
            <p:cNvSpPr/>
            <p:nvPr/>
          </p:nvSpPr>
          <p:spPr>
            <a:xfrm>
              <a:off x="9974618" y="4972642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5456" name="tx5456"/>
            <p:cNvSpPr/>
            <p:nvPr/>
          </p:nvSpPr>
          <p:spPr>
            <a:xfrm>
              <a:off x="10048365" y="4947756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457" name="tx5457"/>
            <p:cNvSpPr/>
            <p:nvPr/>
          </p:nvSpPr>
          <p:spPr>
            <a:xfrm>
              <a:off x="10082974" y="5036279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458" name="tx5458"/>
            <p:cNvSpPr/>
            <p:nvPr/>
          </p:nvSpPr>
          <p:spPr>
            <a:xfrm>
              <a:off x="10107326" y="5009670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5459" name="tx5459"/>
            <p:cNvSpPr/>
            <p:nvPr/>
          </p:nvSpPr>
          <p:spPr>
            <a:xfrm>
              <a:off x="10159242" y="5036279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460" name="tx5460"/>
            <p:cNvSpPr/>
            <p:nvPr/>
          </p:nvSpPr>
          <p:spPr>
            <a:xfrm>
              <a:off x="10183594" y="4971297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0.17</a:t>
              </a:r>
            </a:p>
          </p:txBody>
        </p:sp>
        <p:sp>
          <p:nvSpPr>
            <p:cNvPr id="5461" name="tx5461"/>
            <p:cNvSpPr/>
            <p:nvPr/>
          </p:nvSpPr>
          <p:spPr>
            <a:xfrm>
              <a:off x="6405189" y="4612056"/>
              <a:ext cx="616604" cy="1052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fSARA.ax</a:t>
              </a:r>
            </a:p>
          </p:txBody>
        </p:sp>
        <p:sp>
          <p:nvSpPr>
            <p:cNvPr id="5462" name="tx5462"/>
            <p:cNvSpPr/>
            <p:nvPr/>
          </p:nvSpPr>
          <p:spPr>
            <a:xfrm>
              <a:off x="8558577" y="4585594"/>
              <a:ext cx="466308" cy="131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dummy</a:t>
              </a:r>
            </a:p>
          </p:txBody>
        </p:sp>
        <p:sp>
          <p:nvSpPr>
            <p:cNvPr id="5463" name="tx5463"/>
            <p:cNvSpPr/>
            <p:nvPr/>
          </p:nvSpPr>
          <p:spPr>
            <a:xfrm>
              <a:off x="10526004" y="4585525"/>
              <a:ext cx="687933" cy="1318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s4f.speech</a:t>
              </a:r>
            </a:p>
          </p:txBody>
        </p:sp>
        <p:sp>
          <p:nvSpPr>
            <p:cNvPr id="5464" name="tx5464"/>
            <p:cNvSpPr/>
            <p:nvPr/>
          </p:nvSpPr>
          <p:spPr>
            <a:xfrm>
              <a:off x="6424948" y="2592678"/>
              <a:ext cx="577086" cy="1052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5465" name="tx5465"/>
            <p:cNvSpPr/>
            <p:nvPr/>
          </p:nvSpPr>
          <p:spPr>
            <a:xfrm>
              <a:off x="8526941" y="2592678"/>
              <a:ext cx="529580" cy="1052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5466" name="tx5466"/>
            <p:cNvSpPr/>
            <p:nvPr/>
          </p:nvSpPr>
          <p:spPr>
            <a:xfrm>
              <a:off x="10545764" y="2567883"/>
              <a:ext cx="648414" cy="1300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s4.speech</a:t>
              </a:r>
            </a:p>
          </p:txBody>
        </p:sp>
        <p:sp>
          <p:nvSpPr>
            <p:cNvPr id="5467" name="tx5467"/>
            <p:cNvSpPr/>
            <p:nvPr/>
          </p:nvSpPr>
          <p:spPr>
            <a:xfrm>
              <a:off x="6480268" y="575106"/>
              <a:ext cx="466447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ADL.ax</a:t>
              </a:r>
            </a:p>
          </p:txBody>
        </p:sp>
        <p:sp>
          <p:nvSpPr>
            <p:cNvPr id="5468" name="tx5468"/>
            <p:cNvSpPr/>
            <p:nvPr/>
          </p:nvSpPr>
          <p:spPr>
            <a:xfrm>
              <a:off x="8554514" y="548505"/>
              <a:ext cx="474434" cy="1300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ADL.ap</a:t>
              </a:r>
            </a:p>
          </p:txBody>
        </p:sp>
        <p:sp>
          <p:nvSpPr>
            <p:cNvPr id="5469" name="tx5469"/>
            <p:cNvSpPr/>
            <p:nvPr/>
          </p:nvSpPr>
          <p:spPr>
            <a:xfrm>
              <a:off x="10656507" y="575106"/>
              <a:ext cx="426928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ADL.bl</a:t>
              </a:r>
            </a:p>
          </p:txBody>
        </p:sp>
        <p:sp>
          <p:nvSpPr>
            <p:cNvPr id="5470" name="tx5470"/>
            <p:cNvSpPr/>
            <p:nvPr/>
          </p:nvSpPr>
          <p:spPr>
            <a:xfrm>
              <a:off x="5710228" y="6326611"/>
              <a:ext cx="197733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471" name="tx5471"/>
            <p:cNvSpPr/>
            <p:nvPr/>
          </p:nvSpPr>
          <p:spPr>
            <a:xfrm>
              <a:off x="6087060" y="6326611"/>
              <a:ext cx="197733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5472" name="tx5472"/>
            <p:cNvSpPr/>
            <p:nvPr/>
          </p:nvSpPr>
          <p:spPr>
            <a:xfrm>
              <a:off x="6463892" y="6326611"/>
              <a:ext cx="197733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5473" name="tx5473"/>
            <p:cNvSpPr/>
            <p:nvPr/>
          </p:nvSpPr>
          <p:spPr>
            <a:xfrm>
              <a:off x="6840724" y="6328347"/>
              <a:ext cx="197733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5474" name="tx5474"/>
            <p:cNvSpPr/>
            <p:nvPr/>
          </p:nvSpPr>
          <p:spPr>
            <a:xfrm>
              <a:off x="7178002" y="6326611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5475" name="tx5475"/>
            <p:cNvSpPr/>
            <p:nvPr/>
          </p:nvSpPr>
          <p:spPr>
            <a:xfrm>
              <a:off x="7554834" y="6326611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12.5</a:t>
              </a:r>
            </a:p>
          </p:txBody>
        </p:sp>
        <p:sp>
          <p:nvSpPr>
            <p:cNvPr id="5476" name="tx5476"/>
            <p:cNvSpPr/>
            <p:nvPr/>
          </p:nvSpPr>
          <p:spPr>
            <a:xfrm>
              <a:off x="9926021" y="6326611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477" name="tx5477"/>
            <p:cNvSpPr/>
            <p:nvPr/>
          </p:nvSpPr>
          <p:spPr>
            <a:xfrm>
              <a:off x="10528952" y="6328347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478" name="tx5478"/>
            <p:cNvSpPr/>
            <p:nvPr/>
          </p:nvSpPr>
          <p:spPr>
            <a:xfrm>
              <a:off x="11131883" y="6328347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479" name="tx5479"/>
            <p:cNvSpPr/>
            <p:nvPr/>
          </p:nvSpPr>
          <p:spPr>
            <a:xfrm>
              <a:off x="11734813" y="6326542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480" name="tx5480"/>
            <p:cNvSpPr/>
            <p:nvPr/>
          </p:nvSpPr>
          <p:spPr>
            <a:xfrm>
              <a:off x="5769541" y="4307233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481" name="tx5481"/>
            <p:cNvSpPr/>
            <p:nvPr/>
          </p:nvSpPr>
          <p:spPr>
            <a:xfrm>
              <a:off x="6271984" y="4309039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482" name="tx5482"/>
            <p:cNvSpPr/>
            <p:nvPr/>
          </p:nvSpPr>
          <p:spPr>
            <a:xfrm>
              <a:off x="6734873" y="4307233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483" name="tx5483"/>
            <p:cNvSpPr/>
            <p:nvPr/>
          </p:nvSpPr>
          <p:spPr>
            <a:xfrm>
              <a:off x="7237315" y="4307233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484" name="tx5484"/>
            <p:cNvSpPr/>
            <p:nvPr/>
          </p:nvSpPr>
          <p:spPr>
            <a:xfrm>
              <a:off x="7847781" y="4307233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485" name="tx5485"/>
            <p:cNvSpPr/>
            <p:nvPr/>
          </p:nvSpPr>
          <p:spPr>
            <a:xfrm>
              <a:off x="8413029" y="4309039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486" name="tx5486"/>
            <p:cNvSpPr/>
            <p:nvPr/>
          </p:nvSpPr>
          <p:spPr>
            <a:xfrm>
              <a:off x="8938723" y="4307233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487" name="tx5487"/>
            <p:cNvSpPr/>
            <p:nvPr/>
          </p:nvSpPr>
          <p:spPr>
            <a:xfrm>
              <a:off x="9503971" y="4307233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488" name="tx5488"/>
            <p:cNvSpPr/>
            <p:nvPr/>
          </p:nvSpPr>
          <p:spPr>
            <a:xfrm>
              <a:off x="9926021" y="4307233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489" name="tx5489"/>
            <p:cNvSpPr/>
            <p:nvPr/>
          </p:nvSpPr>
          <p:spPr>
            <a:xfrm>
              <a:off x="10378219" y="4308970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490" name="tx5490"/>
            <p:cNvSpPr/>
            <p:nvPr/>
          </p:nvSpPr>
          <p:spPr>
            <a:xfrm>
              <a:off x="10830417" y="4308970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491" name="tx5491"/>
            <p:cNvSpPr/>
            <p:nvPr/>
          </p:nvSpPr>
          <p:spPr>
            <a:xfrm>
              <a:off x="11282615" y="4307164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492" name="tx5492"/>
            <p:cNvSpPr/>
            <p:nvPr/>
          </p:nvSpPr>
          <p:spPr>
            <a:xfrm>
              <a:off x="11734813" y="4309386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493" name="tx5493"/>
            <p:cNvSpPr/>
            <p:nvPr/>
          </p:nvSpPr>
          <p:spPr>
            <a:xfrm>
              <a:off x="5769541" y="22878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494" name="tx5494"/>
            <p:cNvSpPr/>
            <p:nvPr/>
          </p:nvSpPr>
          <p:spPr>
            <a:xfrm>
              <a:off x="6221740" y="22895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495" name="tx5495"/>
            <p:cNvSpPr/>
            <p:nvPr/>
          </p:nvSpPr>
          <p:spPr>
            <a:xfrm>
              <a:off x="6673938" y="2290009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496" name="tx5496"/>
            <p:cNvSpPr/>
            <p:nvPr/>
          </p:nvSpPr>
          <p:spPr>
            <a:xfrm>
              <a:off x="7126136" y="22878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497" name="tx5497"/>
            <p:cNvSpPr/>
            <p:nvPr/>
          </p:nvSpPr>
          <p:spPr>
            <a:xfrm>
              <a:off x="7578334" y="22878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498" name="tx5498"/>
            <p:cNvSpPr/>
            <p:nvPr/>
          </p:nvSpPr>
          <p:spPr>
            <a:xfrm>
              <a:off x="7788468" y="2287856"/>
              <a:ext cx="197733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499" name="tx5499"/>
            <p:cNvSpPr/>
            <p:nvPr/>
          </p:nvSpPr>
          <p:spPr>
            <a:xfrm>
              <a:off x="8165300" y="2287856"/>
              <a:ext cx="197733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5500" name="tx5500"/>
            <p:cNvSpPr/>
            <p:nvPr/>
          </p:nvSpPr>
          <p:spPr>
            <a:xfrm>
              <a:off x="8542132" y="2287856"/>
              <a:ext cx="197733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5501" name="tx5501"/>
            <p:cNvSpPr/>
            <p:nvPr/>
          </p:nvSpPr>
          <p:spPr>
            <a:xfrm>
              <a:off x="8918964" y="2289592"/>
              <a:ext cx="197733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5502" name="tx5502"/>
            <p:cNvSpPr/>
            <p:nvPr/>
          </p:nvSpPr>
          <p:spPr>
            <a:xfrm>
              <a:off x="9256242" y="228785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5503" name="tx5503"/>
            <p:cNvSpPr/>
            <p:nvPr/>
          </p:nvSpPr>
          <p:spPr>
            <a:xfrm>
              <a:off x="9633074" y="228785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12.5</a:t>
              </a:r>
            </a:p>
          </p:txBody>
        </p:sp>
        <p:sp>
          <p:nvSpPr>
            <p:cNvPr id="5504" name="tx5504"/>
            <p:cNvSpPr/>
            <p:nvPr/>
          </p:nvSpPr>
          <p:spPr>
            <a:xfrm>
              <a:off x="9926021" y="22878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505" name="tx5505"/>
            <p:cNvSpPr/>
            <p:nvPr/>
          </p:nvSpPr>
          <p:spPr>
            <a:xfrm>
              <a:off x="10442819" y="22895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506" name="tx5506"/>
            <p:cNvSpPr/>
            <p:nvPr/>
          </p:nvSpPr>
          <p:spPr>
            <a:xfrm>
              <a:off x="10959617" y="2290009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507" name="tx5507"/>
            <p:cNvSpPr/>
            <p:nvPr/>
          </p:nvSpPr>
          <p:spPr>
            <a:xfrm>
              <a:off x="11476415" y="22878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508" name="tx5508"/>
            <p:cNvSpPr/>
            <p:nvPr/>
          </p:nvSpPr>
          <p:spPr>
            <a:xfrm>
              <a:off x="5559837" y="2091513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509" name="tx5509"/>
            <p:cNvSpPr/>
            <p:nvPr/>
          </p:nvSpPr>
          <p:spPr>
            <a:xfrm>
              <a:off x="5480730" y="17996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510" name="tx5510"/>
            <p:cNvSpPr/>
            <p:nvPr/>
          </p:nvSpPr>
          <p:spPr>
            <a:xfrm>
              <a:off x="5480730" y="1507799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511" name="tx5511"/>
            <p:cNvSpPr/>
            <p:nvPr/>
          </p:nvSpPr>
          <p:spPr>
            <a:xfrm>
              <a:off x="5480730" y="1215873"/>
              <a:ext cx="158214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512" name="tx5512"/>
            <p:cNvSpPr/>
            <p:nvPr/>
          </p:nvSpPr>
          <p:spPr>
            <a:xfrm>
              <a:off x="5480730" y="924085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513" name="tx5513"/>
            <p:cNvSpPr/>
            <p:nvPr/>
          </p:nvSpPr>
          <p:spPr>
            <a:xfrm>
              <a:off x="5559837" y="4110891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514" name="tx5514"/>
            <p:cNvSpPr/>
            <p:nvPr/>
          </p:nvSpPr>
          <p:spPr>
            <a:xfrm>
              <a:off x="5480730" y="3819034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515" name="tx5515"/>
            <p:cNvSpPr/>
            <p:nvPr/>
          </p:nvSpPr>
          <p:spPr>
            <a:xfrm>
              <a:off x="5480730" y="3527177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516" name="tx5516"/>
            <p:cNvSpPr/>
            <p:nvPr/>
          </p:nvSpPr>
          <p:spPr>
            <a:xfrm>
              <a:off x="5480730" y="3235251"/>
              <a:ext cx="158214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517" name="tx5517"/>
            <p:cNvSpPr/>
            <p:nvPr/>
          </p:nvSpPr>
          <p:spPr>
            <a:xfrm>
              <a:off x="5480730" y="2943463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518" name="tx5518"/>
            <p:cNvSpPr/>
            <p:nvPr/>
          </p:nvSpPr>
          <p:spPr>
            <a:xfrm>
              <a:off x="5559837" y="6130269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519" name="tx5519"/>
            <p:cNvSpPr/>
            <p:nvPr/>
          </p:nvSpPr>
          <p:spPr>
            <a:xfrm>
              <a:off x="5480730" y="5838412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520" name="tx5520"/>
            <p:cNvSpPr/>
            <p:nvPr/>
          </p:nvSpPr>
          <p:spPr>
            <a:xfrm>
              <a:off x="5480730" y="5546555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521" name="tx5521"/>
            <p:cNvSpPr/>
            <p:nvPr/>
          </p:nvSpPr>
          <p:spPr>
            <a:xfrm>
              <a:off x="5480730" y="5254628"/>
              <a:ext cx="158214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522" name="tx5522"/>
            <p:cNvSpPr/>
            <p:nvPr/>
          </p:nvSpPr>
          <p:spPr>
            <a:xfrm>
              <a:off x="5480730" y="4962841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523" name="tx5523"/>
            <p:cNvSpPr/>
            <p:nvPr/>
          </p:nvSpPr>
          <p:spPr>
            <a:xfrm rot="-5400000">
              <a:off x="4436104" y="3423302"/>
              <a:ext cx="1758987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Upright Stability Score</a:t>
              </a:r>
            </a:p>
          </p:txBody>
        </p:sp>
      </p:grpSp>
      <p:sp>
        <p:nvSpPr>
          <p:cNvPr id="5524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rPr/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Calibri</vt:lpstr>
      <vt:lpstr>Arial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2025-09-14T14:07:30Z</dcterms:modified>
</cp:coreProperties>
</file>
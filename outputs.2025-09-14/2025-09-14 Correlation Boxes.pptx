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9" r:id="rId2"/>
    <p:sldId id="256" r:id="rId3"/>
    <p:sldId id="257" r:id="rId4"/>
  </p:sldIdLst>
  <p:sldSz cx="12192000" cy="6858000"/>
  <p:notesSz cx="6858000" cy="9144000"/>
  <p:embeddedFontLst>
    <p:embeddedFont>
      <p:font typeface="Tenorite" panose="00000500000000000000" pitchFamily="2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FFFFFF"/>
    <a:srgbClr val="D21145"/>
    <a:srgbClr val="CCCCCC"/>
    <a:srgbClr val="F4A582"/>
    <a:srgbClr val="4A4A4A"/>
    <a:srgbClr val="FFA07A"/>
    <a:srgbClr val="A3B18A"/>
    <a:srgbClr val="FFCC99"/>
    <a:srgbClr val="66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4E7916-0D77-468F-8E39-981533599714}" v="3" dt="2025-09-14T11:25:02.616"/>
    <p1510:client id="{E3D78173-7106-4BEC-BAE7-6CA34785FA16}" v="6" dt="2025-09-14T14:04:33.7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90" autoAdjust="0"/>
    <p:restoredTop sz="95861" autoAdjust="0"/>
  </p:normalViewPr>
  <p:slideViewPr>
    <p:cSldViewPr snapToGrid="0" snapToObjects="1">
      <p:cViewPr>
        <p:scale>
          <a:sx n="100" d="100"/>
          <a:sy n="100" d="100"/>
        </p:scale>
        <p:origin x="548" y="404"/>
      </p:cViewPr>
      <p:guideLst/>
    </p:cSldViewPr>
  </p:slideViewPr>
  <p:outlineViewPr>
    <p:cViewPr>
      <p:scale>
        <a:sx n="33" d="100"/>
        <a:sy n="33" d="100"/>
      </p:scale>
      <p:origin x="0" y="-262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109" d="100"/>
          <a:sy n="109" d="100"/>
        </p:scale>
        <p:origin x="3144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5" Type="http://schemas.microsoft.com/office/2016/11/relationships/changesInfo" Target="changesInfos/changesInfo1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Rummey" userId="1616f22b-5705-4d11-a330-2855031cc605" providerId="ADAL" clId="{A14D9793-A2DD-4368-83B7-2992B2F3B1BA}"/>
    <pc:docChg chg="undo custSel addSld delSld modMainMaster">
      <pc:chgData name="Christian Rummey" userId="1616f22b-5705-4d11-a330-2855031cc605" providerId="ADAL" clId="{A14D9793-A2DD-4368-83B7-2992B2F3B1BA}" dt="2025-06-10T15:20:23.221" v="9" actId="255"/>
      <pc:docMkLst>
        <pc:docMk/>
      </pc:docMkLst>
      <pc:sldChg chg="new del">
        <pc:chgData name="Christian Rummey" userId="1616f22b-5705-4d11-a330-2855031cc605" providerId="ADAL" clId="{A14D9793-A2DD-4368-83B7-2992B2F3B1BA}" dt="2025-06-09T17:30:43.180" v="6" actId="47"/>
        <pc:sldMkLst>
          <pc:docMk/>
          <pc:sldMk cId="1725867823" sldId="256"/>
        </pc:sldMkLst>
      </pc:sldChg>
      <pc:sldMasterChg chg="modSldLayout">
        <pc:chgData name="Christian Rummey" userId="1616f22b-5705-4d11-a330-2855031cc605" providerId="ADAL" clId="{A14D9793-A2DD-4368-83B7-2992B2F3B1BA}" dt="2025-06-10T15:20:23.221" v="9" actId="255"/>
        <pc:sldMasterMkLst>
          <pc:docMk/>
          <pc:sldMasterMk cId="1297349460" sldId="2147483648"/>
        </pc:sldMasterMkLst>
        <pc:sldLayoutChg chg="modSp mod">
          <pc:chgData name="Christian Rummey" userId="1616f22b-5705-4d11-a330-2855031cc605" providerId="ADAL" clId="{A14D9793-A2DD-4368-83B7-2992B2F3B1BA}" dt="2025-06-10T15:20:23.221" v="9" actId="255"/>
          <pc:sldLayoutMkLst>
            <pc:docMk/>
            <pc:sldMasterMk cId="1297349460" sldId="2147483648"/>
            <pc:sldLayoutMk cId="4256017067" sldId="2147483698"/>
          </pc:sldLayoutMkLst>
        </pc:sldLayoutChg>
      </pc:sldMasterChg>
    </pc:docChg>
  </pc:docChgLst>
  <pc:docChgLst>
    <pc:chgData name="Christian Rummey" userId="1616f22b-5705-4d11-a330-2855031cc605" providerId="ADAL" clId="{BA4FE7E3-BE8F-4020-926C-39CDD45D1D87}"/>
    <pc:docChg chg="undo custSel modMainMaster">
      <pc:chgData name="Christian Rummey" userId="1616f22b-5705-4d11-a330-2855031cc605" providerId="ADAL" clId="{BA4FE7E3-BE8F-4020-926C-39CDD45D1D87}" dt="2025-04-22T11:05:18.004" v="6" actId="1076"/>
      <pc:docMkLst>
        <pc:docMk/>
      </pc:docMkLst>
      <pc:sldMasterChg chg="modSldLayout">
        <pc:chgData name="Christian Rummey" userId="1616f22b-5705-4d11-a330-2855031cc605" providerId="ADAL" clId="{BA4FE7E3-BE8F-4020-926C-39CDD45D1D87}" dt="2025-04-22T11:05:18.004" v="6" actId="1076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BA4FE7E3-BE8F-4020-926C-39CDD45D1D87}" dt="2025-04-22T11:05:18.004" v="6" actId="1076"/>
          <pc:sldLayoutMkLst>
            <pc:docMk/>
            <pc:sldMasterMk cId="1297349460" sldId="2147483648"/>
            <pc:sldLayoutMk cId="1779765834" sldId="2147483662"/>
          </pc:sldLayoutMkLst>
        </pc:sldLayoutChg>
      </pc:sldMasterChg>
    </pc:docChg>
  </pc:docChgLst>
  <pc:docChgLst>
    <pc:chgData name="Christian Rummey" userId="1616f22b-5705-4d11-a330-2855031cc605" providerId="ADAL" clId="{5F97B23C-B94D-4912-9497-32CCAC5D690D}"/>
    <pc:docChg chg="undo custSel modMainMaster">
      <pc:chgData name="Christian Rummey" userId="1616f22b-5705-4d11-a330-2855031cc605" providerId="ADAL" clId="{5F97B23C-B94D-4912-9497-32CCAC5D690D}" dt="2025-03-28T11:37:44.999" v="50" actId="108"/>
      <pc:docMkLst>
        <pc:docMk/>
      </pc:docMkLst>
      <pc:sldMasterChg chg="modSldLayout">
        <pc:chgData name="Christian Rummey" userId="1616f22b-5705-4d11-a330-2855031cc605" providerId="ADAL" clId="{5F97B23C-B94D-4912-9497-32CCAC5D690D}" dt="2025-03-28T11:37:44.999" v="50" actId="108"/>
        <pc:sldMasterMkLst>
          <pc:docMk/>
          <pc:sldMasterMk cId="1297349460" sldId="2147483648"/>
        </pc:sldMasterMkLst>
        <pc:sldLayoutChg chg="addSp delSp modSp mod">
          <pc:chgData name="Christian Rummey" userId="1616f22b-5705-4d11-a330-2855031cc605" providerId="ADAL" clId="{5F97B23C-B94D-4912-9497-32CCAC5D690D}" dt="2025-03-26T12:09:58.584" v="33"/>
          <pc:sldLayoutMkLst>
            <pc:docMk/>
            <pc:sldMasterMk cId="1297349460" sldId="2147483648"/>
            <pc:sldLayoutMk cId="1779765834" sldId="2147483662"/>
          </pc:sldLayoutMkLst>
        </pc:sldLayoutChg>
        <pc:sldLayoutChg chg="modSp">
          <pc:chgData name="Christian Rummey" userId="1616f22b-5705-4d11-a330-2855031cc605" providerId="ADAL" clId="{5F97B23C-B94D-4912-9497-32CCAC5D690D}" dt="2025-03-28T11:37:21.372" v="46" actId="108"/>
          <pc:sldLayoutMkLst>
            <pc:docMk/>
            <pc:sldMasterMk cId="1297349460" sldId="2147483648"/>
            <pc:sldLayoutMk cId="3753787485" sldId="2147483675"/>
          </pc:sldLayoutMkLst>
        </pc:sldLayoutChg>
        <pc:sldLayoutChg chg="delSp mod">
          <pc:chgData name="Christian Rummey" userId="1616f22b-5705-4d11-a330-2855031cc605" providerId="ADAL" clId="{5F97B23C-B94D-4912-9497-32CCAC5D690D}" dt="2025-03-26T12:08:15.576" v="21" actId="478"/>
          <pc:sldLayoutMkLst>
            <pc:docMk/>
            <pc:sldMasterMk cId="1297349460" sldId="2147483648"/>
            <pc:sldLayoutMk cId="2951539814" sldId="2147483683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6T12:06:31.871" v="1"/>
          <pc:sldLayoutMkLst>
            <pc:docMk/>
            <pc:sldMasterMk cId="1297349460" sldId="2147483648"/>
            <pc:sldLayoutMk cId="2778995209" sldId="2147483684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41.348" v="49" actId="108"/>
          <pc:sldLayoutMkLst>
            <pc:docMk/>
            <pc:sldMasterMk cId="1297349460" sldId="2147483648"/>
            <pc:sldLayoutMk cId="3487979977" sldId="2147483685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44.999" v="50" actId="108"/>
          <pc:sldLayoutMkLst>
            <pc:docMk/>
            <pc:sldMasterMk cId="1297349460" sldId="2147483648"/>
            <pc:sldLayoutMk cId="1567917209" sldId="2147483686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37.870" v="48" actId="108"/>
          <pc:sldLayoutMkLst>
            <pc:docMk/>
            <pc:sldMasterMk cId="1297349460" sldId="2147483648"/>
            <pc:sldLayoutMk cId="3387880590" sldId="2147483694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17.355" v="45" actId="108"/>
          <pc:sldLayoutMkLst>
            <pc:docMk/>
            <pc:sldMasterMk cId="1297349460" sldId="2147483648"/>
            <pc:sldLayoutMk cId="84449021" sldId="2147483695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7T10:14:21.413" v="43"/>
          <pc:sldLayoutMkLst>
            <pc:docMk/>
            <pc:sldMasterMk cId="1297349460" sldId="2147483648"/>
            <pc:sldLayoutMk cId="775367414" sldId="2147483696"/>
          </pc:sldLayoutMkLst>
        </pc:sldLayoutChg>
      </pc:sldMasterChg>
    </pc:docChg>
  </pc:docChgLst>
  <pc:docChgLst>
    <pc:chgData name="Christian Rummey" userId="1616f22b-5705-4d11-a330-2855031cc605" providerId="ADAL" clId="{15F4C84D-1EF1-4114-9C4D-36D8254AFF84}"/>
    <pc:docChg chg="modMainMaster">
      <pc:chgData name="Christian Rummey" userId="1616f22b-5705-4d11-a330-2855031cc605" providerId="ADAL" clId="{15F4C84D-1EF1-4114-9C4D-36D8254AFF84}" dt="2025-04-14T10:50:14.983" v="3" actId="14100"/>
      <pc:docMkLst>
        <pc:docMk/>
      </pc:docMkLst>
      <pc:sldMasterChg chg="modSldLayout">
        <pc:chgData name="Christian Rummey" userId="1616f22b-5705-4d11-a330-2855031cc605" providerId="ADAL" clId="{15F4C84D-1EF1-4114-9C4D-36D8254AFF84}" dt="2025-04-14T10:50:14.983" v="3" actId="14100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15F4C84D-1EF1-4114-9C4D-36D8254AFF84}" dt="2025-04-14T10:50:14.983" v="3" actId="14100"/>
          <pc:sldLayoutMkLst>
            <pc:docMk/>
            <pc:sldMasterMk cId="1297349460" sldId="2147483648"/>
            <pc:sldLayoutMk cId="775367414" sldId="2147483696"/>
          </pc:sldLayoutMkLst>
        </pc:sldLayoutChg>
      </pc:sldMasterChg>
    </pc:docChg>
  </pc:docChgLst>
  <pc:docChgLst>
    <pc:chgData name="Christian Rummey" userId="1616f22b-5705-4d11-a330-2855031cc605" providerId="ADAL" clId="{8AFA1528-CF22-4F7C-B96F-03281A2A1DDB}"/>
    <pc:docChg chg="custSel addSld delSld modSld modMainMaster">
      <pc:chgData name="Christian Rummey" userId="1616f22b-5705-4d11-a330-2855031cc605" providerId="ADAL" clId="{8AFA1528-CF22-4F7C-B96F-03281A2A1DDB}" dt="2025-09-14T14:04:47.117" v="170" actId="1076"/>
      <pc:docMkLst>
        <pc:docMk/>
      </pc:docMkLst>
      <pc:sldChg chg="new del">
        <pc:chgData name="Christian Rummey" userId="1616f22b-5705-4d11-a330-2855031cc605" providerId="ADAL" clId="{8AFA1528-CF22-4F7C-B96F-03281A2A1DDB}" dt="2025-09-14T11:25:19.975" v="7" actId="47"/>
        <pc:sldMkLst>
          <pc:docMk/>
          <pc:sldMk cId="2061475379" sldId="256"/>
        </pc:sldMkLst>
      </pc:sldChg>
      <pc:sldChg chg="add">
        <pc:chgData name="Christian Rummey" userId="1616f22b-5705-4d11-a330-2855031cc605" providerId="ADAL" clId="{8AFA1528-CF22-4F7C-B96F-03281A2A1DDB}" dt="2025-09-14T13:32:03.426" v="8"/>
        <pc:sldMkLst>
          <pc:docMk/>
          <pc:sldMk cId="0" sldId="257"/>
        </pc:sldMkLst>
      </pc:sldChg>
      <pc:sldChg chg="addSp delSp modSp add del mod">
        <pc:chgData name="Christian Rummey" userId="1616f22b-5705-4d11-a330-2855031cc605" providerId="ADAL" clId="{8AFA1528-CF22-4F7C-B96F-03281A2A1DDB}" dt="2025-09-14T14:03:31.447" v="163" actId="47"/>
        <pc:sldMkLst>
          <pc:docMk/>
          <pc:sldMk cId="1175587395" sldId="258"/>
        </pc:sldMkLst>
        <pc:spChg chg="del mod">
          <ac:chgData name="Christian Rummey" userId="1616f22b-5705-4d11-a330-2855031cc605" providerId="ADAL" clId="{8AFA1528-CF22-4F7C-B96F-03281A2A1DDB}" dt="2025-09-14T13:40:24.670" v="157" actId="478"/>
          <ac:spMkLst>
            <pc:docMk/>
            <pc:sldMk cId="1175587395" sldId="258"/>
            <ac:spMk id="3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4T13:40:51.765" v="161" actId="571"/>
          <ac:spMkLst>
            <pc:docMk/>
            <pc:sldMk cId="1175587395" sldId="258"/>
            <ac:spMk id="15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4T13:40:51.765" v="161" actId="571"/>
          <ac:spMkLst>
            <pc:docMk/>
            <pc:sldMk cId="1175587395" sldId="258"/>
            <ac:spMk id="30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4T13:40:51.765" v="161" actId="571"/>
          <ac:spMkLst>
            <pc:docMk/>
            <pc:sldMk cId="1175587395" sldId="258"/>
            <ac:spMk id="84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4T13:40:51.765" v="161" actId="571"/>
          <ac:spMkLst>
            <pc:docMk/>
            <pc:sldMk cId="1175587395" sldId="258"/>
            <ac:spMk id="104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4T13:40:51.765" v="161" actId="571"/>
          <ac:spMkLst>
            <pc:docMk/>
            <pc:sldMk cId="1175587395" sldId="258"/>
            <ac:spMk id="127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4T13:40:51.765" v="161" actId="571"/>
          <ac:spMkLst>
            <pc:docMk/>
            <pc:sldMk cId="1175587395" sldId="258"/>
            <ac:spMk id="131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4T13:40:51.765" v="161" actId="571"/>
          <ac:spMkLst>
            <pc:docMk/>
            <pc:sldMk cId="1175587395" sldId="258"/>
            <ac:spMk id="134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4T13:40:51.765" v="161" actId="571"/>
          <ac:spMkLst>
            <pc:docMk/>
            <pc:sldMk cId="1175587395" sldId="258"/>
            <ac:spMk id="154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4T13:40:47.414" v="160" actId="571"/>
          <ac:spMkLst>
            <pc:docMk/>
            <pc:sldMk cId="1175587395" sldId="258"/>
            <ac:spMk id="158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4T13:40:21.791" v="155" actId="1076"/>
          <ac:spMkLst>
            <pc:docMk/>
            <pc:sldMk cId="1175587395" sldId="258"/>
            <ac:spMk id="159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4T13:40:21.791" v="155" actId="1076"/>
          <ac:spMkLst>
            <pc:docMk/>
            <pc:sldMk cId="1175587395" sldId="258"/>
            <ac:spMk id="160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4T13:40:21.791" v="155" actId="1076"/>
          <ac:spMkLst>
            <pc:docMk/>
            <pc:sldMk cId="1175587395" sldId="258"/>
            <ac:spMk id="161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4T13:40:21.791" v="155" actId="1076"/>
          <ac:spMkLst>
            <pc:docMk/>
            <pc:sldMk cId="1175587395" sldId="258"/>
            <ac:spMk id="162" creationId="{00000000-0000-0000-0000-000000000000}"/>
          </ac:spMkLst>
        </pc:spChg>
        <pc:spChg chg="del">
          <ac:chgData name="Christian Rummey" userId="1616f22b-5705-4d11-a330-2855031cc605" providerId="ADAL" clId="{8AFA1528-CF22-4F7C-B96F-03281A2A1DDB}" dt="2025-09-14T13:40:33.245" v="158" actId="478"/>
          <ac:spMkLst>
            <pc:docMk/>
            <pc:sldMk cId="1175587395" sldId="258"/>
            <ac:spMk id="163" creationId="{00000000-0000-0000-0000-000000000000}"/>
          </ac:spMkLst>
        </pc:spChg>
        <pc:spChg chg="del">
          <ac:chgData name="Christian Rummey" userId="1616f22b-5705-4d11-a330-2855031cc605" providerId="ADAL" clId="{8AFA1528-CF22-4F7C-B96F-03281A2A1DDB}" dt="2025-09-14T13:40:33.245" v="158" actId="478"/>
          <ac:spMkLst>
            <pc:docMk/>
            <pc:sldMk cId="1175587395" sldId="258"/>
            <ac:spMk id="164" creationId="{00000000-0000-0000-0000-000000000000}"/>
          </ac:spMkLst>
        </pc:spChg>
        <pc:spChg chg="del">
          <ac:chgData name="Christian Rummey" userId="1616f22b-5705-4d11-a330-2855031cc605" providerId="ADAL" clId="{8AFA1528-CF22-4F7C-B96F-03281A2A1DDB}" dt="2025-09-14T13:40:33.245" v="158" actId="478"/>
          <ac:spMkLst>
            <pc:docMk/>
            <pc:sldMk cId="1175587395" sldId="258"/>
            <ac:spMk id="165" creationId="{00000000-0000-0000-0000-000000000000}"/>
          </ac:spMkLst>
        </pc:spChg>
        <pc:spChg chg="del">
          <ac:chgData name="Christian Rummey" userId="1616f22b-5705-4d11-a330-2855031cc605" providerId="ADAL" clId="{8AFA1528-CF22-4F7C-B96F-03281A2A1DDB}" dt="2025-09-14T13:40:33.245" v="158" actId="478"/>
          <ac:spMkLst>
            <pc:docMk/>
            <pc:sldMk cId="1175587395" sldId="258"/>
            <ac:spMk id="166" creationId="{00000000-0000-0000-0000-000000000000}"/>
          </ac:spMkLst>
        </pc:spChg>
        <pc:spChg chg="del">
          <ac:chgData name="Christian Rummey" userId="1616f22b-5705-4d11-a330-2855031cc605" providerId="ADAL" clId="{8AFA1528-CF22-4F7C-B96F-03281A2A1DDB}" dt="2025-09-14T13:40:33.245" v="158" actId="478"/>
          <ac:spMkLst>
            <pc:docMk/>
            <pc:sldMk cId="1175587395" sldId="258"/>
            <ac:spMk id="167" creationId="{00000000-0000-0000-0000-000000000000}"/>
          </ac:spMkLst>
        </pc:spChg>
        <pc:spChg chg="del">
          <ac:chgData name="Christian Rummey" userId="1616f22b-5705-4d11-a330-2855031cc605" providerId="ADAL" clId="{8AFA1528-CF22-4F7C-B96F-03281A2A1DDB}" dt="2025-09-14T13:40:33.245" v="158" actId="478"/>
          <ac:spMkLst>
            <pc:docMk/>
            <pc:sldMk cId="1175587395" sldId="258"/>
            <ac:spMk id="168" creationId="{00000000-0000-0000-0000-000000000000}"/>
          </ac:spMkLst>
        </pc:spChg>
        <pc:spChg chg="del">
          <ac:chgData name="Christian Rummey" userId="1616f22b-5705-4d11-a330-2855031cc605" providerId="ADAL" clId="{8AFA1528-CF22-4F7C-B96F-03281A2A1DDB}" dt="2025-09-14T13:40:33.245" v="158" actId="478"/>
          <ac:spMkLst>
            <pc:docMk/>
            <pc:sldMk cId="1175587395" sldId="258"/>
            <ac:spMk id="169" creationId="{00000000-0000-0000-0000-000000000000}"/>
          </ac:spMkLst>
        </pc:spChg>
        <pc:spChg chg="del">
          <ac:chgData name="Christian Rummey" userId="1616f22b-5705-4d11-a330-2855031cc605" providerId="ADAL" clId="{8AFA1528-CF22-4F7C-B96F-03281A2A1DDB}" dt="2025-09-14T13:40:33.245" v="158" actId="478"/>
          <ac:spMkLst>
            <pc:docMk/>
            <pc:sldMk cId="1175587395" sldId="258"/>
            <ac:spMk id="170" creationId="{00000000-0000-0000-0000-000000000000}"/>
          </ac:spMkLst>
        </pc:spChg>
        <pc:spChg chg="del">
          <ac:chgData name="Christian Rummey" userId="1616f22b-5705-4d11-a330-2855031cc605" providerId="ADAL" clId="{8AFA1528-CF22-4F7C-B96F-03281A2A1DDB}" dt="2025-09-14T13:40:33.245" v="158" actId="478"/>
          <ac:spMkLst>
            <pc:docMk/>
            <pc:sldMk cId="1175587395" sldId="258"/>
            <ac:spMk id="171" creationId="{00000000-0000-0000-0000-000000000000}"/>
          </ac:spMkLst>
        </pc:spChg>
        <pc:spChg chg="del">
          <ac:chgData name="Christian Rummey" userId="1616f22b-5705-4d11-a330-2855031cc605" providerId="ADAL" clId="{8AFA1528-CF22-4F7C-B96F-03281A2A1DDB}" dt="2025-09-14T13:40:37.804" v="159" actId="478"/>
          <ac:spMkLst>
            <pc:docMk/>
            <pc:sldMk cId="1175587395" sldId="258"/>
            <ac:spMk id="172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4T13:36:38.968" v="78" actId="12788"/>
          <ac:spMkLst>
            <pc:docMk/>
            <pc:sldMk cId="1175587395" sldId="258"/>
            <ac:spMk id="173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4T13:36:38.968" v="78" actId="12788"/>
          <ac:spMkLst>
            <pc:docMk/>
            <pc:sldMk cId="1175587395" sldId="258"/>
            <ac:spMk id="174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4T13:36:38.968" v="78" actId="12788"/>
          <ac:spMkLst>
            <pc:docMk/>
            <pc:sldMk cId="1175587395" sldId="258"/>
            <ac:spMk id="175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4T13:36:38.968" v="78" actId="12788"/>
          <ac:spMkLst>
            <pc:docMk/>
            <pc:sldMk cId="1175587395" sldId="258"/>
            <ac:spMk id="176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4T13:40:51.765" v="161" actId="571"/>
          <ac:spMkLst>
            <pc:docMk/>
            <pc:sldMk cId="1175587395" sldId="258"/>
            <ac:spMk id="177" creationId="{00000000-0000-0000-0000-000000000000}"/>
          </ac:spMkLst>
        </pc:spChg>
        <pc:spChg chg="add mod">
          <ac:chgData name="Christian Rummey" userId="1616f22b-5705-4d11-a330-2855031cc605" providerId="ADAL" clId="{8AFA1528-CF22-4F7C-B96F-03281A2A1DDB}" dt="2025-09-14T13:40:51.765" v="161" actId="571"/>
          <ac:spMkLst>
            <pc:docMk/>
            <pc:sldMk cId="1175587395" sldId="258"/>
            <ac:spMk id="199" creationId="{3045083F-9394-A8D1-2BB1-FF187C66CC81}"/>
          </ac:spMkLst>
        </pc:spChg>
      </pc:sldChg>
      <pc:sldChg chg="delSp modSp add mod">
        <pc:chgData name="Christian Rummey" userId="1616f22b-5705-4d11-a330-2855031cc605" providerId="ADAL" clId="{8AFA1528-CF22-4F7C-B96F-03281A2A1DDB}" dt="2025-09-14T14:04:47.117" v="170" actId="1076"/>
        <pc:sldMkLst>
          <pc:docMk/>
          <pc:sldMk cId="0" sldId="259"/>
        </pc:sldMkLst>
        <pc:spChg chg="mod topLvl">
          <ac:chgData name="Christian Rummey" userId="1616f22b-5705-4d11-a330-2855031cc605" providerId="ADAL" clId="{8AFA1528-CF22-4F7C-B96F-03281A2A1DDB}" dt="2025-09-14T14:04:33.736" v="166" actId="165"/>
          <ac:spMkLst>
            <pc:docMk/>
            <pc:sldMk cId="0" sldId="259"/>
            <ac:spMk id="21" creationId="{00000000-0000-0000-0000-000000000000}"/>
          </ac:spMkLst>
        </pc:spChg>
        <pc:spChg chg="mod topLvl">
          <ac:chgData name="Christian Rummey" userId="1616f22b-5705-4d11-a330-2855031cc605" providerId="ADAL" clId="{8AFA1528-CF22-4F7C-B96F-03281A2A1DDB}" dt="2025-09-14T14:04:33.736" v="166" actId="165"/>
          <ac:spMkLst>
            <pc:docMk/>
            <pc:sldMk cId="0" sldId="259"/>
            <ac:spMk id="29" creationId="{00000000-0000-0000-0000-000000000000}"/>
          </ac:spMkLst>
        </pc:spChg>
        <pc:spChg chg="mod topLvl">
          <ac:chgData name="Christian Rummey" userId="1616f22b-5705-4d11-a330-2855031cc605" providerId="ADAL" clId="{8AFA1528-CF22-4F7C-B96F-03281A2A1DDB}" dt="2025-09-14T14:04:33.736" v="166" actId="165"/>
          <ac:spMkLst>
            <pc:docMk/>
            <pc:sldMk cId="0" sldId="259"/>
            <ac:spMk id="72" creationId="{00000000-0000-0000-0000-000000000000}"/>
          </ac:spMkLst>
        </pc:spChg>
        <pc:spChg chg="mod topLvl">
          <ac:chgData name="Christian Rummey" userId="1616f22b-5705-4d11-a330-2855031cc605" providerId="ADAL" clId="{8AFA1528-CF22-4F7C-B96F-03281A2A1DDB}" dt="2025-09-14T14:04:33.736" v="166" actId="165"/>
          <ac:spMkLst>
            <pc:docMk/>
            <pc:sldMk cId="0" sldId="259"/>
            <ac:spMk id="74" creationId="{00000000-0000-0000-0000-000000000000}"/>
          </ac:spMkLst>
        </pc:spChg>
        <pc:spChg chg="mod topLvl">
          <ac:chgData name="Christian Rummey" userId="1616f22b-5705-4d11-a330-2855031cc605" providerId="ADAL" clId="{8AFA1528-CF22-4F7C-B96F-03281A2A1DDB}" dt="2025-09-14T14:04:33.736" v="166" actId="165"/>
          <ac:spMkLst>
            <pc:docMk/>
            <pc:sldMk cId="0" sldId="259"/>
            <ac:spMk id="76" creationId="{00000000-0000-0000-0000-000000000000}"/>
          </ac:spMkLst>
        </pc:spChg>
        <pc:spChg chg="mod topLvl">
          <ac:chgData name="Christian Rummey" userId="1616f22b-5705-4d11-a330-2855031cc605" providerId="ADAL" clId="{8AFA1528-CF22-4F7C-B96F-03281A2A1DDB}" dt="2025-09-14T14:04:33.736" v="166" actId="165"/>
          <ac:spMkLst>
            <pc:docMk/>
            <pc:sldMk cId="0" sldId="259"/>
            <ac:spMk id="127" creationId="{00000000-0000-0000-0000-000000000000}"/>
          </ac:spMkLst>
        </pc:spChg>
        <pc:spChg chg="mod topLvl">
          <ac:chgData name="Christian Rummey" userId="1616f22b-5705-4d11-a330-2855031cc605" providerId="ADAL" clId="{8AFA1528-CF22-4F7C-B96F-03281A2A1DDB}" dt="2025-09-14T14:04:33.736" v="166" actId="165"/>
          <ac:spMkLst>
            <pc:docMk/>
            <pc:sldMk cId="0" sldId="259"/>
            <ac:spMk id="144" creationId="{00000000-0000-0000-0000-000000000000}"/>
          </ac:spMkLst>
        </pc:spChg>
        <pc:spChg chg="mod topLvl">
          <ac:chgData name="Christian Rummey" userId="1616f22b-5705-4d11-a330-2855031cc605" providerId="ADAL" clId="{8AFA1528-CF22-4F7C-B96F-03281A2A1DDB}" dt="2025-09-14T14:04:33.736" v="166" actId="165"/>
          <ac:spMkLst>
            <pc:docMk/>
            <pc:sldMk cId="0" sldId="259"/>
            <ac:spMk id="204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4T14:04:47.117" v="170" actId="1076"/>
          <ac:spMkLst>
            <pc:docMk/>
            <pc:sldMk cId="0" sldId="259"/>
            <ac:spMk id="215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4T14:04:47.117" v="170" actId="1076"/>
          <ac:spMkLst>
            <pc:docMk/>
            <pc:sldMk cId="0" sldId="259"/>
            <ac:spMk id="216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4T14:04:47.117" v="170" actId="1076"/>
          <ac:spMkLst>
            <pc:docMk/>
            <pc:sldMk cId="0" sldId="259"/>
            <ac:spMk id="217" creationId="{00000000-0000-0000-0000-000000000000}"/>
          </ac:spMkLst>
        </pc:spChg>
        <pc:spChg chg="mod topLvl">
          <ac:chgData name="Christian Rummey" userId="1616f22b-5705-4d11-a330-2855031cc605" providerId="ADAL" clId="{8AFA1528-CF22-4F7C-B96F-03281A2A1DDB}" dt="2025-09-14T14:04:47.117" v="170" actId="1076"/>
          <ac:spMkLst>
            <pc:docMk/>
            <pc:sldMk cId="0" sldId="259"/>
            <ac:spMk id="218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4T14:04:47.117" v="170" actId="1076"/>
          <ac:spMkLst>
            <pc:docMk/>
            <pc:sldMk cId="0" sldId="259"/>
            <ac:spMk id="219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4T14:04:47.117" v="170" actId="1076"/>
          <ac:spMkLst>
            <pc:docMk/>
            <pc:sldMk cId="0" sldId="259"/>
            <ac:spMk id="220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4T14:04:47.117" v="170" actId="1076"/>
          <ac:spMkLst>
            <pc:docMk/>
            <pc:sldMk cId="0" sldId="259"/>
            <ac:spMk id="221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4T14:04:47.117" v="170" actId="1076"/>
          <ac:spMkLst>
            <pc:docMk/>
            <pc:sldMk cId="0" sldId="259"/>
            <ac:spMk id="222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4T14:04:47.117" v="170" actId="1076"/>
          <ac:spMkLst>
            <pc:docMk/>
            <pc:sldMk cId="0" sldId="259"/>
            <ac:spMk id="223" creationId="{00000000-0000-0000-0000-000000000000}"/>
          </ac:spMkLst>
        </pc:spChg>
        <pc:spChg chg="mod topLvl">
          <ac:chgData name="Christian Rummey" userId="1616f22b-5705-4d11-a330-2855031cc605" providerId="ADAL" clId="{8AFA1528-CF22-4F7C-B96F-03281A2A1DDB}" dt="2025-09-14T14:04:33.736" v="166" actId="165"/>
          <ac:spMkLst>
            <pc:docMk/>
            <pc:sldMk cId="0" sldId="259"/>
            <ac:spMk id="236" creationId="{00000000-0000-0000-0000-000000000000}"/>
          </ac:spMkLst>
        </pc:spChg>
      </pc:sldChg>
      <pc:sldMasterChg chg="modSldLayout">
        <pc:chgData name="Christian Rummey" userId="1616f22b-5705-4d11-a330-2855031cc605" providerId="ADAL" clId="{8AFA1528-CF22-4F7C-B96F-03281A2A1DDB}" dt="2025-09-14T11:25:02.616" v="5" actId="255"/>
        <pc:sldMasterMkLst>
          <pc:docMk/>
          <pc:sldMasterMk cId="1297349460" sldId="2147483648"/>
        </pc:sldMasterMkLst>
        <pc:sldLayoutChg chg="modSp mod">
          <pc:chgData name="Christian Rummey" userId="1616f22b-5705-4d11-a330-2855031cc605" providerId="ADAL" clId="{8AFA1528-CF22-4F7C-B96F-03281A2A1DDB}" dt="2025-09-14T11:25:02.616" v="5" actId="255"/>
          <pc:sldLayoutMkLst>
            <pc:docMk/>
            <pc:sldMasterMk cId="1297349460" sldId="2147483648"/>
            <pc:sldLayoutMk cId="1779765834" sldId="2147483662"/>
          </pc:sldLayoutMkLst>
          <pc:spChg chg="mod">
            <ac:chgData name="Christian Rummey" userId="1616f22b-5705-4d11-a330-2855031cc605" providerId="ADAL" clId="{8AFA1528-CF22-4F7C-B96F-03281A2A1DDB}" dt="2025-09-14T11:25:02.616" v="5" actId="255"/>
            <ac:spMkLst>
              <pc:docMk/>
              <pc:sldMasterMk cId="1297349460" sldId="2147483648"/>
              <pc:sldLayoutMk cId="1779765834" sldId="2147483662"/>
              <ac:spMk id="2" creationId="{EBBB5403-9242-AA00-FE6E-B41EFCD3044B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A492B1-D0E8-4066-8DC1-F40744AE62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2A53BC-9DD4-4B5D-A18C-F4610F5B99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4B9F4C-C8D0-46E8-90C7-9F3ADA02B81A}" type="datetimeFigureOut">
              <a:rPr lang="en-US" smtClean="0"/>
              <a:t>2025-09-14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8AFA9-FC76-4083-9FF9-28E93E1BD9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EC296C-2E56-4970-8FE6-DA808391A2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C8586-BA3B-4CFE-9E9B-579F1A69C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132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603C9-0024-46CF-87BE-1939A334CBB0}" type="datetimeFigureOut">
              <a:rPr lang="en-US" smtClean="0"/>
              <a:t>2025-09-14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A0F714-9B13-41E9-A60E-D61BD25D5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13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Created at 2025-09-14 16-03-09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Created at 2025-09-14 15-29-51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Created at 2025-09-14 15-31-40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3" y="4643120"/>
            <a:ext cx="10515600" cy="14465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4A4A4A"/>
                </a:solidFill>
                <a:latin typeface="Tenorite" panose="00000500000000000000" pitchFamily="2" charset="0"/>
              </a:defRPr>
            </a:lvl1pPr>
            <a:lvl2pPr marL="4572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3120" y="4599431"/>
            <a:ext cx="10515600" cy="0"/>
          </a:xfrm>
          <a:prstGeom prst="line">
            <a:avLst/>
          </a:prstGeom>
          <a:ln w="38100">
            <a:solidFill>
              <a:srgbClr val="C02F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539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20" y="179883"/>
            <a:ext cx="10515600" cy="305049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1852" y="3288312"/>
            <a:ext cx="10515600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CCC9ECA-AF17-77AA-3FBA-9C2ADA4E93E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4547" y="3359464"/>
            <a:ext cx="10515600" cy="3041334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917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1173175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89450AF-5B3A-1BE3-45D6-60D09985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C33CE-F5D7-114C-2E5F-0BB1D6208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97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_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8666544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070C87E-DFA1-032D-5413-84B5C0EA696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874152" y="1143000"/>
            <a:ext cx="6079222" cy="31627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5367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11731752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66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5867400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78D01E8-C1E8-530B-2B36-96123687E1F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096000" y="1783830"/>
            <a:ext cx="586740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C96B0EB-DC02-C3E4-27BE-B09618C5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53035CB-67F1-9F4F-38E1-119BC05B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88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97" y="142929"/>
            <a:ext cx="4814636" cy="1692275"/>
          </a:xfrm>
        </p:spPr>
        <p:txBody>
          <a:bodyPr anchor="ctr">
            <a:normAutofit/>
          </a:bodyPr>
          <a:lstStyle>
            <a:lvl1pPr>
              <a:defRPr lang="en-US" sz="32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42929"/>
            <a:ext cx="6770187" cy="6606360"/>
          </a:xfrm>
          <a:prstGeom prst="rect">
            <a:avLst/>
          </a:prstGeom>
        </p:spPr>
        <p:txBody>
          <a:bodyPr/>
          <a:lstStyle>
            <a:lvl1pPr marL="274320">
              <a:defRPr sz="2400">
                <a:latin typeface="Tenorite" panose="00000500000000000000" pitchFamily="2" charset="0"/>
              </a:defRPr>
            </a:lvl1pPr>
            <a:lvl2pPr marL="548640">
              <a:buClr>
                <a:srgbClr val="D21145"/>
              </a:buClr>
              <a:defRPr sz="2000">
                <a:latin typeface="Tenorite" panose="00000500000000000000" pitchFamily="2" charset="0"/>
              </a:defRPr>
            </a:lvl2pPr>
            <a:lvl3pPr marL="822960">
              <a:buClr>
                <a:srgbClr val="003366"/>
              </a:buClr>
              <a:defRPr sz="1800">
                <a:latin typeface="Tenorite" panose="00000500000000000000" pitchFamily="2" charset="0"/>
              </a:defRPr>
            </a:lvl3pPr>
            <a:lvl4pPr marL="1097280">
              <a:buClr>
                <a:srgbClr val="D21145"/>
              </a:buClr>
              <a:defRPr sz="1600">
                <a:latin typeface="Tenorite" panose="00000500000000000000" pitchFamily="2" charset="0"/>
              </a:defRPr>
            </a:lvl4pPr>
            <a:lvl5pPr marL="1371600">
              <a:defRPr sz="16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73" y="6492876"/>
            <a:ext cx="3912268" cy="256413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D2F4DEA-5591-BB7D-6249-5D291621BA1D}"/>
              </a:ext>
            </a:extLst>
          </p:cNvPr>
          <p:cNvCxnSpPr>
            <a:cxnSpLocks/>
          </p:cNvCxnSpPr>
          <p:nvPr userDrawn="1"/>
        </p:nvCxnSpPr>
        <p:spPr>
          <a:xfrm>
            <a:off x="1" y="1992643"/>
            <a:ext cx="5074023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F8024D3-1A65-0428-57F2-93033CA6A49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61220" y="2150083"/>
            <a:ext cx="4804612" cy="4222141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Click to 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D894503-3C12-466A-60EE-312759D09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9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"/>
            <a:ext cx="11963400" cy="1033271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rgbClr val="105FAD"/>
                </a:solidFill>
                <a:latin typeface="Tenorite" panose="00000500000000000000" pitchFamily="2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143000"/>
            <a:ext cx="3338065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1pPr>
            <a:lvl2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2pPr>
            <a:lvl3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3pPr>
            <a:lvl4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4pPr>
            <a:lvl5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0CB0027-CAAB-A460-8537-923E442AB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626" y="6490446"/>
            <a:ext cx="3215774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29F14-29DC-E5C7-B871-EFAFD4E6F8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490446"/>
            <a:ext cx="3860800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EB7E8-F4B2-F9B3-0EE7-B55EA21C5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599" y="6490446"/>
            <a:ext cx="3215775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fld id="{C5EF2332-01BF-834F-8236-50238282D5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585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0C1CB3-BE42-6AF9-C031-C43FC50879A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677808" y="1142999"/>
            <a:ext cx="8275567" cy="5257801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Tenorite" panose="00000500000000000000" pitchFamily="2" charset="0"/>
              </a:defRPr>
            </a:lvl1pPr>
            <a:lvl2pPr>
              <a:defRPr sz="2000">
                <a:latin typeface="Tenorite" panose="00000500000000000000" pitchFamily="2" charset="0"/>
              </a:defRPr>
            </a:lvl2pPr>
            <a:lvl3pPr>
              <a:defRPr sz="20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601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2577"/>
            <a:ext cx="2865265" cy="1692274"/>
          </a:xfrm>
        </p:spPr>
        <p:txBody>
          <a:bodyPr anchor="ctr"/>
          <a:lstStyle>
            <a:lvl1pPr>
              <a:defRPr sz="3200">
                <a:latin typeface="Tenorite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9455" y="226437"/>
            <a:ext cx="8823919" cy="6522849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Tenorite" panose="00000500000000000000" pitchFamily="2" charset="0"/>
              </a:defRPr>
            </a:lvl1pPr>
            <a:lvl2pPr>
              <a:defRPr sz="2800">
                <a:latin typeface="Tenorite" panose="00000500000000000000" pitchFamily="2" charset="0"/>
              </a:defRPr>
            </a:lvl2pPr>
            <a:lvl3pPr>
              <a:defRPr sz="24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627" y="2057399"/>
            <a:ext cx="2859298" cy="4307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Tenorite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69" y="6492874"/>
            <a:ext cx="2328252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8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  <a:lvl2pPr>
              <a:defRPr>
                <a:latin typeface="Tenorite" panose="00000500000000000000" pitchFamily="2" charset="0"/>
              </a:defRPr>
            </a:lvl2pPr>
            <a:lvl3pPr>
              <a:defRPr>
                <a:latin typeface="Tenorite" panose="00000500000000000000" pitchFamily="2" charset="0"/>
              </a:defRPr>
            </a:lvl3pPr>
            <a:lvl4pPr>
              <a:defRPr>
                <a:latin typeface="Tenorite" panose="00000500000000000000" pitchFamily="2" charset="0"/>
              </a:defRPr>
            </a:lvl4pPr>
            <a:lvl5pPr>
              <a:defRPr>
                <a:latin typeface="Tenorite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BB5403-9242-AA00-FE6E-B41EFCD30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7379" y="0"/>
            <a:ext cx="2584622" cy="518984"/>
          </a:xfrm>
        </p:spPr>
        <p:txBody>
          <a:bodyPr anchor="ctr">
            <a:noAutofit/>
          </a:bodyPr>
          <a:lstStyle>
            <a:lvl1pPr>
              <a:defRPr lang="en-US" sz="12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9765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8626" y="226438"/>
            <a:ext cx="11724774" cy="909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590020" y="6760161"/>
            <a:ext cx="601980" cy="97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r>
              <a:rPr lang="en-US"/>
              <a:t>8/27/2020 1:52:14 PM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968" y="6492874"/>
            <a:ext cx="10822406" cy="2564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8626" y="6492874"/>
            <a:ext cx="892342" cy="256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34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6" r:id="rId2"/>
    <p:sldLayoutId id="2147483685" r:id="rId3"/>
    <p:sldLayoutId id="2147483696" r:id="rId4"/>
    <p:sldLayoutId id="2147483697" r:id="rId5"/>
    <p:sldLayoutId id="2147483694" r:id="rId6"/>
    <p:sldLayoutId id="2147483695" r:id="rId7"/>
    <p:sldLayoutId id="2147483698" r:id="rId8"/>
    <p:sldLayoutId id="2147483675" r:id="rId9"/>
    <p:sldLayoutId id="2147483662" r:id="rId10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lang="en-US" sz="4400" b="1" kern="1200" dirty="0">
          <a:solidFill>
            <a:srgbClr val="2A3E75"/>
          </a:solidFill>
          <a:latin typeface="Tenorite" panose="00000500000000000000" pitchFamily="2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c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rnd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400"/>
          </a:p>
        </p:txBody>
      </p:sp>
      <p:sp>
        <p:nvSpPr>
          <p:cNvPr id="4" name="rc4"/>
          <p:cNvSpPr/>
          <p:nvPr/>
        </p:nvSpPr>
        <p:spPr>
          <a:xfrm>
            <a:off x="0" y="103137"/>
            <a:ext cx="12191999" cy="6651724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sz="1400"/>
          </a:p>
        </p:txBody>
      </p:sp>
      <p:sp>
        <p:nvSpPr>
          <p:cNvPr id="5" name="rc5"/>
          <p:cNvSpPr/>
          <p:nvPr/>
        </p:nvSpPr>
        <p:spPr>
          <a:xfrm>
            <a:off x="1096255" y="1704315"/>
            <a:ext cx="696263" cy="696263"/>
          </a:xfrm>
          <a:prstGeom prst="rect">
            <a:avLst/>
          </a:prstGeom>
          <a:solidFill>
            <a:srgbClr val="9568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6" name="rc6"/>
          <p:cNvSpPr/>
          <p:nvPr/>
        </p:nvSpPr>
        <p:spPr>
          <a:xfrm>
            <a:off x="1096255" y="2400579"/>
            <a:ext cx="696263" cy="696263"/>
          </a:xfrm>
          <a:prstGeom prst="rect">
            <a:avLst/>
          </a:prstGeom>
          <a:solidFill>
            <a:srgbClr val="9E72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7" name="rc7"/>
          <p:cNvSpPr/>
          <p:nvPr/>
        </p:nvSpPr>
        <p:spPr>
          <a:xfrm>
            <a:off x="1096255" y="3096842"/>
            <a:ext cx="696263" cy="696263"/>
          </a:xfrm>
          <a:prstGeom prst="rect">
            <a:avLst/>
          </a:prstGeom>
          <a:solidFill>
            <a:srgbClr val="8E61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8" name="rc8"/>
          <p:cNvSpPr/>
          <p:nvPr/>
        </p:nvSpPr>
        <p:spPr>
          <a:xfrm>
            <a:off x="1096255" y="3793106"/>
            <a:ext cx="696263" cy="696263"/>
          </a:xfrm>
          <a:prstGeom prst="rect">
            <a:avLst/>
          </a:prstGeom>
          <a:solidFill>
            <a:srgbClr val="9366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9" name="rc9"/>
          <p:cNvSpPr/>
          <p:nvPr/>
        </p:nvSpPr>
        <p:spPr>
          <a:xfrm>
            <a:off x="1096255" y="4489369"/>
            <a:ext cx="696263" cy="696263"/>
          </a:xfrm>
          <a:prstGeom prst="rect">
            <a:avLst/>
          </a:prstGeom>
          <a:solidFill>
            <a:srgbClr val="BE99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10" name="rc10"/>
          <p:cNvSpPr/>
          <p:nvPr/>
        </p:nvSpPr>
        <p:spPr>
          <a:xfrm>
            <a:off x="1096255" y="5185633"/>
            <a:ext cx="696263" cy="696263"/>
          </a:xfrm>
          <a:prstGeom prst="rect">
            <a:avLst/>
          </a:prstGeom>
          <a:solidFill>
            <a:srgbClr val="BD99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11" name="rc11"/>
          <p:cNvSpPr/>
          <p:nvPr/>
        </p:nvSpPr>
        <p:spPr>
          <a:xfrm>
            <a:off x="3185046" y="1704315"/>
            <a:ext cx="696263" cy="696263"/>
          </a:xfrm>
          <a:prstGeom prst="rect">
            <a:avLst/>
          </a:prstGeom>
          <a:solidFill>
            <a:srgbClr val="D3B7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12" name="rc12"/>
          <p:cNvSpPr/>
          <p:nvPr/>
        </p:nvSpPr>
        <p:spPr>
          <a:xfrm>
            <a:off x="3185046" y="2400579"/>
            <a:ext cx="696263" cy="696263"/>
          </a:xfrm>
          <a:prstGeom prst="rect">
            <a:avLst/>
          </a:prstGeom>
          <a:solidFill>
            <a:srgbClr val="E6D5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13" name="rc13"/>
          <p:cNvSpPr/>
          <p:nvPr/>
        </p:nvSpPr>
        <p:spPr>
          <a:xfrm>
            <a:off x="3185046" y="3096842"/>
            <a:ext cx="696263" cy="696263"/>
          </a:xfrm>
          <a:prstGeom prst="rect">
            <a:avLst/>
          </a:prstGeom>
          <a:solidFill>
            <a:srgbClr val="D3B7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14" name="rc14"/>
          <p:cNvSpPr/>
          <p:nvPr/>
        </p:nvSpPr>
        <p:spPr>
          <a:xfrm>
            <a:off x="3185046" y="3793106"/>
            <a:ext cx="696263" cy="696263"/>
          </a:xfrm>
          <a:prstGeom prst="rect">
            <a:avLst/>
          </a:prstGeom>
          <a:solidFill>
            <a:srgbClr val="DFC9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15" name="rc15"/>
          <p:cNvSpPr/>
          <p:nvPr/>
        </p:nvSpPr>
        <p:spPr>
          <a:xfrm>
            <a:off x="3185046" y="4489369"/>
            <a:ext cx="696263" cy="696263"/>
          </a:xfrm>
          <a:prstGeom prst="rect">
            <a:avLst/>
          </a:prstGeom>
          <a:solidFill>
            <a:srgbClr val="E9DA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16" name="rc16"/>
          <p:cNvSpPr/>
          <p:nvPr/>
        </p:nvSpPr>
        <p:spPr>
          <a:xfrm>
            <a:off x="3185046" y="5185633"/>
            <a:ext cx="696263" cy="696263"/>
          </a:xfrm>
          <a:prstGeom prst="rect">
            <a:avLst/>
          </a:prstGeom>
          <a:solidFill>
            <a:srgbClr val="C7A5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17" name="rc17"/>
          <p:cNvSpPr/>
          <p:nvPr/>
        </p:nvSpPr>
        <p:spPr>
          <a:xfrm>
            <a:off x="1792519" y="1704315"/>
            <a:ext cx="696263" cy="696263"/>
          </a:xfrm>
          <a:prstGeom prst="rect">
            <a:avLst/>
          </a:prstGeom>
          <a:solidFill>
            <a:srgbClr val="9063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18" name="rc18"/>
          <p:cNvSpPr/>
          <p:nvPr/>
        </p:nvSpPr>
        <p:spPr>
          <a:xfrm>
            <a:off x="1792519" y="2400579"/>
            <a:ext cx="696263" cy="696263"/>
          </a:xfrm>
          <a:prstGeom prst="rect">
            <a:avLst/>
          </a:prstGeom>
          <a:solidFill>
            <a:srgbClr val="996D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19" name="rc19"/>
          <p:cNvSpPr/>
          <p:nvPr/>
        </p:nvSpPr>
        <p:spPr>
          <a:xfrm>
            <a:off x="1792519" y="3096842"/>
            <a:ext cx="696263" cy="696263"/>
          </a:xfrm>
          <a:prstGeom prst="rect">
            <a:avLst/>
          </a:prstGeom>
          <a:solidFill>
            <a:srgbClr val="9B6F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20" name="rc20"/>
          <p:cNvSpPr/>
          <p:nvPr/>
        </p:nvSpPr>
        <p:spPr>
          <a:xfrm>
            <a:off x="1792519" y="3793106"/>
            <a:ext cx="696263" cy="696263"/>
          </a:xfrm>
          <a:prstGeom prst="rect">
            <a:avLst/>
          </a:prstGeom>
          <a:solidFill>
            <a:srgbClr val="9063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21" name="rc21"/>
          <p:cNvSpPr/>
          <p:nvPr/>
        </p:nvSpPr>
        <p:spPr>
          <a:xfrm>
            <a:off x="1792519" y="4489369"/>
            <a:ext cx="696263" cy="696263"/>
          </a:xfrm>
          <a:prstGeom prst="rect">
            <a:avLst/>
          </a:prstGeom>
          <a:solidFill>
            <a:srgbClr val="D3B7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22" name="rc22"/>
          <p:cNvSpPr/>
          <p:nvPr/>
        </p:nvSpPr>
        <p:spPr>
          <a:xfrm>
            <a:off x="1792519" y="5185633"/>
            <a:ext cx="696263" cy="696263"/>
          </a:xfrm>
          <a:prstGeom prst="rect">
            <a:avLst/>
          </a:prstGeom>
          <a:solidFill>
            <a:srgbClr val="D1B4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23" name="rc23"/>
          <p:cNvSpPr/>
          <p:nvPr/>
        </p:nvSpPr>
        <p:spPr>
          <a:xfrm>
            <a:off x="3881309" y="1704315"/>
            <a:ext cx="696263" cy="696263"/>
          </a:xfrm>
          <a:prstGeom prst="rect">
            <a:avLst/>
          </a:prstGeom>
          <a:solidFill>
            <a:srgbClr val="D7BD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24" name="rc24"/>
          <p:cNvSpPr/>
          <p:nvPr/>
        </p:nvSpPr>
        <p:spPr>
          <a:xfrm>
            <a:off x="3881309" y="2400579"/>
            <a:ext cx="696263" cy="696263"/>
          </a:xfrm>
          <a:prstGeom prst="rect">
            <a:avLst/>
          </a:prstGeom>
          <a:solidFill>
            <a:srgbClr val="E9D9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25" name="rc25"/>
          <p:cNvSpPr/>
          <p:nvPr/>
        </p:nvSpPr>
        <p:spPr>
          <a:xfrm>
            <a:off x="3881309" y="3096842"/>
            <a:ext cx="696263" cy="696263"/>
          </a:xfrm>
          <a:prstGeom prst="rect">
            <a:avLst/>
          </a:prstGeom>
          <a:solidFill>
            <a:srgbClr val="DBC3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26" name="rc26"/>
          <p:cNvSpPr/>
          <p:nvPr/>
        </p:nvSpPr>
        <p:spPr>
          <a:xfrm>
            <a:off x="3881309" y="3793106"/>
            <a:ext cx="696263" cy="696263"/>
          </a:xfrm>
          <a:prstGeom prst="rect">
            <a:avLst/>
          </a:prstGeom>
          <a:solidFill>
            <a:srgbClr val="DBC4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27" name="rc27"/>
          <p:cNvSpPr/>
          <p:nvPr/>
        </p:nvSpPr>
        <p:spPr>
          <a:xfrm>
            <a:off x="3881309" y="4489369"/>
            <a:ext cx="696263" cy="696263"/>
          </a:xfrm>
          <a:prstGeom prst="rect">
            <a:avLst/>
          </a:prstGeom>
          <a:solidFill>
            <a:srgbClr val="F3EB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28" name="rc28"/>
          <p:cNvSpPr/>
          <p:nvPr/>
        </p:nvSpPr>
        <p:spPr>
          <a:xfrm>
            <a:off x="3881309" y="5185633"/>
            <a:ext cx="696263" cy="696263"/>
          </a:xfrm>
          <a:prstGeom prst="rect">
            <a:avLst/>
          </a:prstGeom>
          <a:solidFill>
            <a:srgbClr val="F3EB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29" name="rc29"/>
          <p:cNvSpPr/>
          <p:nvPr/>
        </p:nvSpPr>
        <p:spPr>
          <a:xfrm>
            <a:off x="2488782" y="1704315"/>
            <a:ext cx="696263" cy="696263"/>
          </a:xfrm>
          <a:prstGeom prst="rect">
            <a:avLst/>
          </a:prstGeom>
          <a:solidFill>
            <a:srgbClr val="BE99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30" name="rc30"/>
          <p:cNvSpPr/>
          <p:nvPr/>
        </p:nvSpPr>
        <p:spPr>
          <a:xfrm>
            <a:off x="2488782" y="2400579"/>
            <a:ext cx="696263" cy="696263"/>
          </a:xfrm>
          <a:prstGeom prst="rect">
            <a:avLst/>
          </a:prstGeom>
          <a:solidFill>
            <a:srgbClr val="AF86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31" name="rc31"/>
          <p:cNvSpPr/>
          <p:nvPr/>
        </p:nvSpPr>
        <p:spPr>
          <a:xfrm>
            <a:off x="2488782" y="3096842"/>
            <a:ext cx="696263" cy="696263"/>
          </a:xfrm>
          <a:prstGeom prst="rect">
            <a:avLst/>
          </a:prstGeom>
          <a:solidFill>
            <a:srgbClr val="A378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32" name="rc32"/>
          <p:cNvSpPr/>
          <p:nvPr/>
        </p:nvSpPr>
        <p:spPr>
          <a:xfrm>
            <a:off x="2488782" y="3793106"/>
            <a:ext cx="696263" cy="696263"/>
          </a:xfrm>
          <a:prstGeom prst="rect">
            <a:avLst/>
          </a:prstGeom>
          <a:solidFill>
            <a:srgbClr val="AC83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33" name="rc33"/>
          <p:cNvSpPr/>
          <p:nvPr/>
        </p:nvSpPr>
        <p:spPr>
          <a:xfrm>
            <a:off x="2488782" y="4489369"/>
            <a:ext cx="696263" cy="696263"/>
          </a:xfrm>
          <a:prstGeom prst="rect">
            <a:avLst/>
          </a:prstGeom>
          <a:solidFill>
            <a:srgbClr val="BE9A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34" name="rc34"/>
          <p:cNvSpPr/>
          <p:nvPr/>
        </p:nvSpPr>
        <p:spPr>
          <a:xfrm>
            <a:off x="2488782" y="5185633"/>
            <a:ext cx="696263" cy="696263"/>
          </a:xfrm>
          <a:prstGeom prst="rect">
            <a:avLst/>
          </a:prstGeom>
          <a:solidFill>
            <a:srgbClr val="D8BF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35" name="tx35"/>
          <p:cNvSpPr/>
          <p:nvPr/>
        </p:nvSpPr>
        <p:spPr>
          <a:xfrm>
            <a:off x="1278886" y="1995589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0.76</a:t>
            </a:r>
          </a:p>
        </p:txBody>
      </p:sp>
      <p:sp>
        <p:nvSpPr>
          <p:cNvPr id="36" name="tx36"/>
          <p:cNvSpPr/>
          <p:nvPr/>
        </p:nvSpPr>
        <p:spPr>
          <a:xfrm>
            <a:off x="1278886" y="2691676"/>
            <a:ext cx="331002" cy="11106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0.73</a:t>
            </a:r>
          </a:p>
        </p:txBody>
      </p:sp>
      <p:sp>
        <p:nvSpPr>
          <p:cNvPr id="37" name="tx37"/>
          <p:cNvSpPr/>
          <p:nvPr/>
        </p:nvSpPr>
        <p:spPr>
          <a:xfrm>
            <a:off x="1278886" y="3387940"/>
            <a:ext cx="331002" cy="11106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0.78</a:t>
            </a:r>
          </a:p>
        </p:txBody>
      </p:sp>
      <p:sp>
        <p:nvSpPr>
          <p:cNvPr id="38" name="tx38"/>
          <p:cNvSpPr/>
          <p:nvPr/>
        </p:nvSpPr>
        <p:spPr>
          <a:xfrm>
            <a:off x="1278886" y="4084380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0.76</a:t>
            </a:r>
          </a:p>
        </p:txBody>
      </p:sp>
      <p:sp>
        <p:nvSpPr>
          <p:cNvPr id="39" name="tx39"/>
          <p:cNvSpPr/>
          <p:nvPr/>
        </p:nvSpPr>
        <p:spPr>
          <a:xfrm>
            <a:off x="1278886" y="4780643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0.61</a:t>
            </a:r>
          </a:p>
        </p:txBody>
      </p:sp>
      <p:sp>
        <p:nvSpPr>
          <p:cNvPr id="40" name="tx40"/>
          <p:cNvSpPr/>
          <p:nvPr/>
        </p:nvSpPr>
        <p:spPr>
          <a:xfrm>
            <a:off x="1278886" y="5476906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0.61</a:t>
            </a:r>
          </a:p>
        </p:txBody>
      </p:sp>
      <p:sp>
        <p:nvSpPr>
          <p:cNvPr id="41" name="tx41"/>
          <p:cNvSpPr/>
          <p:nvPr/>
        </p:nvSpPr>
        <p:spPr>
          <a:xfrm>
            <a:off x="3367676" y="1995589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0.52</a:t>
            </a:r>
          </a:p>
        </p:txBody>
      </p:sp>
      <p:sp>
        <p:nvSpPr>
          <p:cNvPr id="42" name="tx42"/>
          <p:cNvSpPr/>
          <p:nvPr/>
        </p:nvSpPr>
        <p:spPr>
          <a:xfrm>
            <a:off x="3367676" y="2691676"/>
            <a:ext cx="331002" cy="11106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0.43</a:t>
            </a:r>
          </a:p>
        </p:txBody>
      </p:sp>
      <p:sp>
        <p:nvSpPr>
          <p:cNvPr id="43" name="tx43"/>
          <p:cNvSpPr/>
          <p:nvPr/>
        </p:nvSpPr>
        <p:spPr>
          <a:xfrm>
            <a:off x="3367676" y="3388116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0.52</a:t>
            </a:r>
          </a:p>
        </p:txBody>
      </p:sp>
      <p:sp>
        <p:nvSpPr>
          <p:cNvPr id="44" name="tx44"/>
          <p:cNvSpPr/>
          <p:nvPr/>
        </p:nvSpPr>
        <p:spPr>
          <a:xfrm>
            <a:off x="3367676" y="4084380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0.46</a:t>
            </a:r>
          </a:p>
        </p:txBody>
      </p:sp>
      <p:sp>
        <p:nvSpPr>
          <p:cNvPr id="45" name="tx45"/>
          <p:cNvSpPr/>
          <p:nvPr/>
        </p:nvSpPr>
        <p:spPr>
          <a:xfrm>
            <a:off x="3367676" y="4780643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0.41</a:t>
            </a:r>
          </a:p>
        </p:txBody>
      </p:sp>
      <p:sp>
        <p:nvSpPr>
          <p:cNvPr id="46" name="tx46"/>
          <p:cNvSpPr/>
          <p:nvPr/>
        </p:nvSpPr>
        <p:spPr>
          <a:xfrm>
            <a:off x="3367676" y="5476906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0.57</a:t>
            </a:r>
          </a:p>
        </p:txBody>
      </p:sp>
      <p:sp>
        <p:nvSpPr>
          <p:cNvPr id="47" name="tx47"/>
          <p:cNvSpPr/>
          <p:nvPr/>
        </p:nvSpPr>
        <p:spPr>
          <a:xfrm>
            <a:off x="1975149" y="1995589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0.77</a:t>
            </a:r>
          </a:p>
        </p:txBody>
      </p:sp>
      <p:sp>
        <p:nvSpPr>
          <p:cNvPr id="48" name="tx48"/>
          <p:cNvSpPr/>
          <p:nvPr/>
        </p:nvSpPr>
        <p:spPr>
          <a:xfrm>
            <a:off x="1975149" y="2691853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0.74</a:t>
            </a:r>
          </a:p>
        </p:txBody>
      </p:sp>
      <p:sp>
        <p:nvSpPr>
          <p:cNvPr id="49" name="tx49"/>
          <p:cNvSpPr/>
          <p:nvPr/>
        </p:nvSpPr>
        <p:spPr>
          <a:xfrm>
            <a:off x="1975149" y="3388116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0.74</a:t>
            </a:r>
          </a:p>
        </p:txBody>
      </p:sp>
      <p:sp>
        <p:nvSpPr>
          <p:cNvPr id="50" name="tx50"/>
          <p:cNvSpPr/>
          <p:nvPr/>
        </p:nvSpPr>
        <p:spPr>
          <a:xfrm>
            <a:off x="1975149" y="4084380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0.77</a:t>
            </a:r>
          </a:p>
        </p:txBody>
      </p:sp>
      <p:sp>
        <p:nvSpPr>
          <p:cNvPr id="51" name="tx51"/>
          <p:cNvSpPr/>
          <p:nvPr/>
        </p:nvSpPr>
        <p:spPr>
          <a:xfrm>
            <a:off x="1975149" y="4780643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0.52</a:t>
            </a:r>
          </a:p>
        </p:txBody>
      </p:sp>
      <p:sp>
        <p:nvSpPr>
          <p:cNvPr id="52" name="tx52"/>
          <p:cNvSpPr/>
          <p:nvPr/>
        </p:nvSpPr>
        <p:spPr>
          <a:xfrm>
            <a:off x="1975149" y="5476730"/>
            <a:ext cx="331002" cy="11106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0.53</a:t>
            </a:r>
          </a:p>
        </p:txBody>
      </p:sp>
      <p:sp>
        <p:nvSpPr>
          <p:cNvPr id="53" name="tx53"/>
          <p:cNvSpPr/>
          <p:nvPr/>
        </p:nvSpPr>
        <p:spPr>
          <a:xfrm>
            <a:off x="4063940" y="1995589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0.50</a:t>
            </a:r>
          </a:p>
        </p:txBody>
      </p:sp>
      <p:sp>
        <p:nvSpPr>
          <p:cNvPr id="54" name="tx54"/>
          <p:cNvSpPr/>
          <p:nvPr/>
        </p:nvSpPr>
        <p:spPr>
          <a:xfrm>
            <a:off x="4063940" y="2691853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0.41</a:t>
            </a:r>
          </a:p>
        </p:txBody>
      </p:sp>
      <p:sp>
        <p:nvSpPr>
          <p:cNvPr id="55" name="tx55"/>
          <p:cNvSpPr/>
          <p:nvPr/>
        </p:nvSpPr>
        <p:spPr>
          <a:xfrm>
            <a:off x="4063940" y="3387940"/>
            <a:ext cx="331002" cy="11106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0.48</a:t>
            </a:r>
          </a:p>
        </p:txBody>
      </p:sp>
      <p:sp>
        <p:nvSpPr>
          <p:cNvPr id="56" name="tx56"/>
          <p:cNvSpPr/>
          <p:nvPr/>
        </p:nvSpPr>
        <p:spPr>
          <a:xfrm>
            <a:off x="4063940" y="4084203"/>
            <a:ext cx="331002" cy="11106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0.48</a:t>
            </a:r>
          </a:p>
        </p:txBody>
      </p:sp>
      <p:sp>
        <p:nvSpPr>
          <p:cNvPr id="57" name="tx57"/>
          <p:cNvSpPr/>
          <p:nvPr/>
        </p:nvSpPr>
        <p:spPr>
          <a:xfrm>
            <a:off x="4063940" y="4780466"/>
            <a:ext cx="331002" cy="11106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0.36</a:t>
            </a:r>
          </a:p>
        </p:txBody>
      </p:sp>
      <p:sp>
        <p:nvSpPr>
          <p:cNvPr id="58" name="tx58"/>
          <p:cNvSpPr/>
          <p:nvPr/>
        </p:nvSpPr>
        <p:spPr>
          <a:xfrm>
            <a:off x="4063940" y="5476730"/>
            <a:ext cx="331002" cy="11106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0.36</a:t>
            </a:r>
          </a:p>
        </p:txBody>
      </p:sp>
      <p:sp>
        <p:nvSpPr>
          <p:cNvPr id="59" name="tx59"/>
          <p:cNvSpPr/>
          <p:nvPr/>
        </p:nvSpPr>
        <p:spPr>
          <a:xfrm>
            <a:off x="2671413" y="1995589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0.61</a:t>
            </a:r>
          </a:p>
        </p:txBody>
      </p:sp>
      <p:sp>
        <p:nvSpPr>
          <p:cNvPr id="60" name="tx60"/>
          <p:cNvSpPr/>
          <p:nvPr/>
        </p:nvSpPr>
        <p:spPr>
          <a:xfrm>
            <a:off x="2671413" y="2691853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0.67</a:t>
            </a:r>
          </a:p>
        </p:txBody>
      </p:sp>
      <p:sp>
        <p:nvSpPr>
          <p:cNvPr id="61" name="tx61"/>
          <p:cNvSpPr/>
          <p:nvPr/>
        </p:nvSpPr>
        <p:spPr>
          <a:xfrm>
            <a:off x="2671413" y="3388116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0.71</a:t>
            </a:r>
          </a:p>
        </p:txBody>
      </p:sp>
      <p:sp>
        <p:nvSpPr>
          <p:cNvPr id="62" name="tx62"/>
          <p:cNvSpPr/>
          <p:nvPr/>
        </p:nvSpPr>
        <p:spPr>
          <a:xfrm>
            <a:off x="2671413" y="4084203"/>
            <a:ext cx="331002" cy="11106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0.68</a:t>
            </a:r>
          </a:p>
        </p:txBody>
      </p:sp>
      <p:sp>
        <p:nvSpPr>
          <p:cNvPr id="63" name="tx63"/>
          <p:cNvSpPr/>
          <p:nvPr/>
        </p:nvSpPr>
        <p:spPr>
          <a:xfrm>
            <a:off x="2671413" y="4780643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0.60</a:t>
            </a:r>
          </a:p>
        </p:txBody>
      </p:sp>
      <p:sp>
        <p:nvSpPr>
          <p:cNvPr id="64" name="tx64"/>
          <p:cNvSpPr/>
          <p:nvPr/>
        </p:nvSpPr>
        <p:spPr>
          <a:xfrm>
            <a:off x="2671413" y="5476906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0.49</a:t>
            </a:r>
          </a:p>
        </p:txBody>
      </p:sp>
      <p:sp>
        <p:nvSpPr>
          <p:cNvPr id="65" name="rc65"/>
          <p:cNvSpPr/>
          <p:nvPr/>
        </p:nvSpPr>
        <p:spPr>
          <a:xfrm>
            <a:off x="4818045" y="1704315"/>
            <a:ext cx="696263" cy="696263"/>
          </a:xfrm>
          <a:prstGeom prst="rect">
            <a:avLst/>
          </a:prstGeom>
          <a:solidFill>
            <a:srgbClr val="9467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66" name="rc66"/>
          <p:cNvSpPr/>
          <p:nvPr/>
        </p:nvSpPr>
        <p:spPr>
          <a:xfrm>
            <a:off x="4818045" y="2400579"/>
            <a:ext cx="696263" cy="696263"/>
          </a:xfrm>
          <a:prstGeom prst="rect">
            <a:avLst/>
          </a:prstGeom>
          <a:solidFill>
            <a:srgbClr val="9A6E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67" name="rc67"/>
          <p:cNvSpPr/>
          <p:nvPr/>
        </p:nvSpPr>
        <p:spPr>
          <a:xfrm>
            <a:off x="4818045" y="3096842"/>
            <a:ext cx="696263" cy="696263"/>
          </a:xfrm>
          <a:prstGeom prst="rect">
            <a:avLst/>
          </a:prstGeom>
          <a:solidFill>
            <a:srgbClr val="9164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68" name="rc68"/>
          <p:cNvSpPr/>
          <p:nvPr/>
        </p:nvSpPr>
        <p:spPr>
          <a:xfrm>
            <a:off x="4818045" y="3793106"/>
            <a:ext cx="696263" cy="696263"/>
          </a:xfrm>
          <a:prstGeom prst="rect">
            <a:avLst/>
          </a:prstGeom>
          <a:solidFill>
            <a:srgbClr val="9568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69" name="rc69"/>
          <p:cNvSpPr/>
          <p:nvPr/>
        </p:nvSpPr>
        <p:spPr>
          <a:xfrm>
            <a:off x="4818045" y="4489369"/>
            <a:ext cx="696263" cy="696263"/>
          </a:xfrm>
          <a:prstGeom prst="rect">
            <a:avLst/>
          </a:prstGeom>
          <a:solidFill>
            <a:srgbClr val="B48C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70" name="rc70"/>
          <p:cNvSpPr/>
          <p:nvPr/>
        </p:nvSpPr>
        <p:spPr>
          <a:xfrm>
            <a:off x="4818045" y="5185633"/>
            <a:ext cx="696263" cy="696263"/>
          </a:xfrm>
          <a:prstGeom prst="rect">
            <a:avLst/>
          </a:prstGeom>
          <a:solidFill>
            <a:srgbClr val="B28B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71" name="rc71"/>
          <p:cNvSpPr/>
          <p:nvPr/>
        </p:nvSpPr>
        <p:spPr>
          <a:xfrm>
            <a:off x="6906836" y="1704315"/>
            <a:ext cx="696263" cy="696263"/>
          </a:xfrm>
          <a:prstGeom prst="rect">
            <a:avLst/>
          </a:prstGeom>
          <a:solidFill>
            <a:srgbClr val="C6A4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72" name="rc72"/>
          <p:cNvSpPr/>
          <p:nvPr/>
        </p:nvSpPr>
        <p:spPr>
          <a:xfrm>
            <a:off x="6906836" y="2400579"/>
            <a:ext cx="696263" cy="696263"/>
          </a:xfrm>
          <a:prstGeom prst="rect">
            <a:avLst/>
          </a:prstGeom>
          <a:solidFill>
            <a:srgbClr val="D0B3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73" name="rc73"/>
          <p:cNvSpPr/>
          <p:nvPr/>
        </p:nvSpPr>
        <p:spPr>
          <a:xfrm>
            <a:off x="6906836" y="3096842"/>
            <a:ext cx="696263" cy="696263"/>
          </a:xfrm>
          <a:prstGeom prst="rect">
            <a:avLst/>
          </a:prstGeom>
          <a:solidFill>
            <a:srgbClr val="C4A2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74" name="rc74"/>
          <p:cNvSpPr/>
          <p:nvPr/>
        </p:nvSpPr>
        <p:spPr>
          <a:xfrm>
            <a:off x="6906836" y="3793106"/>
            <a:ext cx="696263" cy="696263"/>
          </a:xfrm>
          <a:prstGeom prst="rect">
            <a:avLst/>
          </a:prstGeom>
          <a:solidFill>
            <a:srgbClr val="D1B4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75" name="rc75"/>
          <p:cNvSpPr/>
          <p:nvPr/>
        </p:nvSpPr>
        <p:spPr>
          <a:xfrm>
            <a:off x="6906836" y="4489369"/>
            <a:ext cx="696263" cy="696263"/>
          </a:xfrm>
          <a:prstGeom prst="rect">
            <a:avLst/>
          </a:prstGeom>
          <a:solidFill>
            <a:srgbClr val="D6BB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76" name="rc76"/>
          <p:cNvSpPr/>
          <p:nvPr/>
        </p:nvSpPr>
        <p:spPr>
          <a:xfrm>
            <a:off x="6906836" y="5185633"/>
            <a:ext cx="696263" cy="696263"/>
          </a:xfrm>
          <a:prstGeom prst="rect">
            <a:avLst/>
          </a:prstGeom>
          <a:solidFill>
            <a:srgbClr val="C3A0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77" name="rc77"/>
          <p:cNvSpPr/>
          <p:nvPr/>
        </p:nvSpPr>
        <p:spPr>
          <a:xfrm>
            <a:off x="5514309" y="1704315"/>
            <a:ext cx="696263" cy="696263"/>
          </a:xfrm>
          <a:prstGeom prst="rect">
            <a:avLst/>
          </a:prstGeom>
          <a:solidFill>
            <a:srgbClr val="986B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78" name="rc78"/>
          <p:cNvSpPr/>
          <p:nvPr/>
        </p:nvSpPr>
        <p:spPr>
          <a:xfrm>
            <a:off x="5514309" y="2400579"/>
            <a:ext cx="696263" cy="696263"/>
          </a:xfrm>
          <a:prstGeom prst="rect">
            <a:avLst/>
          </a:prstGeom>
          <a:solidFill>
            <a:srgbClr val="9E72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79" name="rc79"/>
          <p:cNvSpPr/>
          <p:nvPr/>
        </p:nvSpPr>
        <p:spPr>
          <a:xfrm>
            <a:off x="5514309" y="3096842"/>
            <a:ext cx="696263" cy="696263"/>
          </a:xfrm>
          <a:prstGeom prst="rect">
            <a:avLst/>
          </a:prstGeom>
          <a:solidFill>
            <a:srgbClr val="A77D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80" name="rc80"/>
          <p:cNvSpPr/>
          <p:nvPr/>
        </p:nvSpPr>
        <p:spPr>
          <a:xfrm>
            <a:off x="5514309" y="3793106"/>
            <a:ext cx="696263" cy="696263"/>
          </a:xfrm>
          <a:prstGeom prst="rect">
            <a:avLst/>
          </a:prstGeom>
          <a:solidFill>
            <a:srgbClr val="9A6E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81" name="rc81"/>
          <p:cNvSpPr/>
          <p:nvPr/>
        </p:nvSpPr>
        <p:spPr>
          <a:xfrm>
            <a:off x="5514309" y="4489369"/>
            <a:ext cx="696263" cy="696263"/>
          </a:xfrm>
          <a:prstGeom prst="rect">
            <a:avLst/>
          </a:prstGeom>
          <a:solidFill>
            <a:srgbClr val="D2B5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82" name="rc82"/>
          <p:cNvSpPr/>
          <p:nvPr/>
        </p:nvSpPr>
        <p:spPr>
          <a:xfrm>
            <a:off x="5514309" y="5185633"/>
            <a:ext cx="696263" cy="696263"/>
          </a:xfrm>
          <a:prstGeom prst="rect">
            <a:avLst/>
          </a:prstGeom>
          <a:solidFill>
            <a:srgbClr val="C8A8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83" name="rc83"/>
          <p:cNvSpPr/>
          <p:nvPr/>
        </p:nvSpPr>
        <p:spPr>
          <a:xfrm>
            <a:off x="7603099" y="1704315"/>
            <a:ext cx="696263" cy="696263"/>
          </a:xfrm>
          <a:prstGeom prst="rect">
            <a:avLst/>
          </a:prstGeom>
          <a:solidFill>
            <a:srgbClr val="E3CF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84" name="rc84"/>
          <p:cNvSpPr/>
          <p:nvPr/>
        </p:nvSpPr>
        <p:spPr>
          <a:xfrm>
            <a:off x="7603099" y="2400579"/>
            <a:ext cx="696263" cy="696263"/>
          </a:xfrm>
          <a:prstGeom prst="rect">
            <a:avLst/>
          </a:prstGeom>
          <a:solidFill>
            <a:srgbClr val="E6D4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85" name="rc85"/>
          <p:cNvSpPr/>
          <p:nvPr/>
        </p:nvSpPr>
        <p:spPr>
          <a:xfrm>
            <a:off x="7603099" y="3096842"/>
            <a:ext cx="696263" cy="696263"/>
          </a:xfrm>
          <a:prstGeom prst="rect">
            <a:avLst/>
          </a:prstGeom>
          <a:solidFill>
            <a:srgbClr val="E2CE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86" name="rc86"/>
          <p:cNvSpPr/>
          <p:nvPr/>
        </p:nvSpPr>
        <p:spPr>
          <a:xfrm>
            <a:off x="7603099" y="3793106"/>
            <a:ext cx="696263" cy="696263"/>
          </a:xfrm>
          <a:prstGeom prst="rect">
            <a:avLst/>
          </a:prstGeom>
          <a:solidFill>
            <a:srgbClr val="E3CF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87" name="rc87"/>
          <p:cNvSpPr/>
          <p:nvPr/>
        </p:nvSpPr>
        <p:spPr>
          <a:xfrm>
            <a:off x="7603099" y="4489369"/>
            <a:ext cx="696263" cy="696263"/>
          </a:xfrm>
          <a:prstGeom prst="rect">
            <a:avLst/>
          </a:prstGeom>
          <a:solidFill>
            <a:srgbClr val="EDE0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88" name="rc88"/>
          <p:cNvSpPr/>
          <p:nvPr/>
        </p:nvSpPr>
        <p:spPr>
          <a:xfrm>
            <a:off x="7603099" y="5185633"/>
            <a:ext cx="696263" cy="696263"/>
          </a:xfrm>
          <a:prstGeom prst="rect">
            <a:avLst/>
          </a:prstGeom>
          <a:solidFill>
            <a:srgbClr val="F8F3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89" name="rc89"/>
          <p:cNvSpPr/>
          <p:nvPr/>
        </p:nvSpPr>
        <p:spPr>
          <a:xfrm>
            <a:off x="6210572" y="1704315"/>
            <a:ext cx="696263" cy="696263"/>
          </a:xfrm>
          <a:prstGeom prst="rect">
            <a:avLst/>
          </a:prstGeom>
          <a:solidFill>
            <a:srgbClr val="B38B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90" name="rc90"/>
          <p:cNvSpPr/>
          <p:nvPr/>
        </p:nvSpPr>
        <p:spPr>
          <a:xfrm>
            <a:off x="6210572" y="2400579"/>
            <a:ext cx="696263" cy="696263"/>
          </a:xfrm>
          <a:prstGeom prst="rect">
            <a:avLst/>
          </a:prstGeom>
          <a:solidFill>
            <a:srgbClr val="B28A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91" name="rc91"/>
          <p:cNvSpPr/>
          <p:nvPr/>
        </p:nvSpPr>
        <p:spPr>
          <a:xfrm>
            <a:off x="6210572" y="3096842"/>
            <a:ext cx="696263" cy="696263"/>
          </a:xfrm>
          <a:prstGeom prst="rect">
            <a:avLst/>
          </a:prstGeom>
          <a:solidFill>
            <a:srgbClr val="A176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92" name="rc92"/>
          <p:cNvSpPr/>
          <p:nvPr/>
        </p:nvSpPr>
        <p:spPr>
          <a:xfrm>
            <a:off x="6210572" y="3793106"/>
            <a:ext cx="696263" cy="696263"/>
          </a:xfrm>
          <a:prstGeom prst="rect">
            <a:avLst/>
          </a:prstGeom>
          <a:solidFill>
            <a:srgbClr val="AA80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93" name="rc93"/>
          <p:cNvSpPr/>
          <p:nvPr/>
        </p:nvSpPr>
        <p:spPr>
          <a:xfrm>
            <a:off x="6210572" y="4489369"/>
            <a:ext cx="696263" cy="696263"/>
          </a:xfrm>
          <a:prstGeom prst="rect">
            <a:avLst/>
          </a:prstGeom>
          <a:solidFill>
            <a:srgbClr val="B58E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94" name="rc94"/>
          <p:cNvSpPr/>
          <p:nvPr/>
        </p:nvSpPr>
        <p:spPr>
          <a:xfrm>
            <a:off x="6210572" y="5185633"/>
            <a:ext cx="696263" cy="696263"/>
          </a:xfrm>
          <a:prstGeom prst="rect">
            <a:avLst/>
          </a:prstGeom>
          <a:solidFill>
            <a:srgbClr val="C29F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95" name="tx95"/>
          <p:cNvSpPr/>
          <p:nvPr/>
        </p:nvSpPr>
        <p:spPr>
          <a:xfrm>
            <a:off x="5000676" y="1995589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0.76</a:t>
            </a:r>
          </a:p>
        </p:txBody>
      </p:sp>
      <p:sp>
        <p:nvSpPr>
          <p:cNvPr id="96" name="tx96"/>
          <p:cNvSpPr/>
          <p:nvPr/>
        </p:nvSpPr>
        <p:spPr>
          <a:xfrm>
            <a:off x="5000676" y="2691853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0.74</a:t>
            </a:r>
          </a:p>
        </p:txBody>
      </p:sp>
      <p:sp>
        <p:nvSpPr>
          <p:cNvPr id="97" name="tx97"/>
          <p:cNvSpPr/>
          <p:nvPr/>
        </p:nvSpPr>
        <p:spPr>
          <a:xfrm>
            <a:off x="5000676" y="3388116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0.77</a:t>
            </a:r>
          </a:p>
        </p:txBody>
      </p:sp>
      <p:sp>
        <p:nvSpPr>
          <p:cNvPr id="98" name="tx98"/>
          <p:cNvSpPr/>
          <p:nvPr/>
        </p:nvSpPr>
        <p:spPr>
          <a:xfrm>
            <a:off x="5000676" y="4084380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0.76</a:t>
            </a:r>
          </a:p>
        </p:txBody>
      </p:sp>
      <p:sp>
        <p:nvSpPr>
          <p:cNvPr id="99" name="tx99"/>
          <p:cNvSpPr/>
          <p:nvPr/>
        </p:nvSpPr>
        <p:spPr>
          <a:xfrm>
            <a:off x="5000676" y="4780643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0.65</a:t>
            </a:r>
          </a:p>
        </p:txBody>
      </p:sp>
      <p:sp>
        <p:nvSpPr>
          <p:cNvPr id="100" name="tx100"/>
          <p:cNvSpPr/>
          <p:nvPr/>
        </p:nvSpPr>
        <p:spPr>
          <a:xfrm>
            <a:off x="5000676" y="5476906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0.65</a:t>
            </a:r>
          </a:p>
        </p:txBody>
      </p:sp>
      <p:sp>
        <p:nvSpPr>
          <p:cNvPr id="101" name="tx101"/>
          <p:cNvSpPr/>
          <p:nvPr/>
        </p:nvSpPr>
        <p:spPr>
          <a:xfrm>
            <a:off x="7089466" y="1995589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0.57</a:t>
            </a:r>
          </a:p>
        </p:txBody>
      </p:sp>
      <p:sp>
        <p:nvSpPr>
          <p:cNvPr id="102" name="tx102"/>
          <p:cNvSpPr/>
          <p:nvPr/>
        </p:nvSpPr>
        <p:spPr>
          <a:xfrm>
            <a:off x="7089466" y="2691676"/>
            <a:ext cx="331002" cy="11106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0.53</a:t>
            </a:r>
          </a:p>
        </p:txBody>
      </p:sp>
      <p:sp>
        <p:nvSpPr>
          <p:cNvPr id="103" name="tx103"/>
          <p:cNvSpPr/>
          <p:nvPr/>
        </p:nvSpPr>
        <p:spPr>
          <a:xfrm>
            <a:off x="7089466" y="3387940"/>
            <a:ext cx="331002" cy="11106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0.58</a:t>
            </a:r>
          </a:p>
        </p:txBody>
      </p:sp>
      <p:sp>
        <p:nvSpPr>
          <p:cNvPr id="104" name="tx104"/>
          <p:cNvSpPr/>
          <p:nvPr/>
        </p:nvSpPr>
        <p:spPr>
          <a:xfrm>
            <a:off x="7089466" y="4084203"/>
            <a:ext cx="331002" cy="11106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0.53</a:t>
            </a:r>
          </a:p>
        </p:txBody>
      </p:sp>
      <p:sp>
        <p:nvSpPr>
          <p:cNvPr id="105" name="tx105"/>
          <p:cNvSpPr/>
          <p:nvPr/>
        </p:nvSpPr>
        <p:spPr>
          <a:xfrm>
            <a:off x="7089466" y="4780643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0.50</a:t>
            </a:r>
          </a:p>
        </p:txBody>
      </p:sp>
      <p:sp>
        <p:nvSpPr>
          <p:cNvPr id="106" name="tx106"/>
          <p:cNvSpPr/>
          <p:nvPr/>
        </p:nvSpPr>
        <p:spPr>
          <a:xfrm>
            <a:off x="7089466" y="5476906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0.59</a:t>
            </a:r>
          </a:p>
        </p:txBody>
      </p:sp>
      <p:sp>
        <p:nvSpPr>
          <p:cNvPr id="107" name="tx107"/>
          <p:cNvSpPr/>
          <p:nvPr/>
        </p:nvSpPr>
        <p:spPr>
          <a:xfrm>
            <a:off x="5696939" y="1995589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0.75</a:t>
            </a:r>
          </a:p>
        </p:txBody>
      </p:sp>
      <p:sp>
        <p:nvSpPr>
          <p:cNvPr id="108" name="tx108"/>
          <p:cNvSpPr/>
          <p:nvPr/>
        </p:nvSpPr>
        <p:spPr>
          <a:xfrm>
            <a:off x="5696939" y="2691676"/>
            <a:ext cx="331002" cy="11106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0.73</a:t>
            </a:r>
          </a:p>
        </p:txBody>
      </p:sp>
      <p:sp>
        <p:nvSpPr>
          <p:cNvPr id="109" name="tx109"/>
          <p:cNvSpPr/>
          <p:nvPr/>
        </p:nvSpPr>
        <p:spPr>
          <a:xfrm>
            <a:off x="5696939" y="3388116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0.69</a:t>
            </a:r>
          </a:p>
        </p:txBody>
      </p:sp>
      <p:sp>
        <p:nvSpPr>
          <p:cNvPr id="110" name="tx110"/>
          <p:cNvSpPr/>
          <p:nvPr/>
        </p:nvSpPr>
        <p:spPr>
          <a:xfrm>
            <a:off x="5696939" y="4084380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0.74</a:t>
            </a:r>
          </a:p>
        </p:txBody>
      </p:sp>
      <p:sp>
        <p:nvSpPr>
          <p:cNvPr id="111" name="tx111"/>
          <p:cNvSpPr/>
          <p:nvPr/>
        </p:nvSpPr>
        <p:spPr>
          <a:xfrm>
            <a:off x="5696939" y="4780643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0.52</a:t>
            </a:r>
          </a:p>
        </p:txBody>
      </p:sp>
      <p:sp>
        <p:nvSpPr>
          <p:cNvPr id="112" name="tx112"/>
          <p:cNvSpPr/>
          <p:nvPr/>
        </p:nvSpPr>
        <p:spPr>
          <a:xfrm>
            <a:off x="5696939" y="5476906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0.56</a:t>
            </a:r>
          </a:p>
        </p:txBody>
      </p:sp>
      <p:sp>
        <p:nvSpPr>
          <p:cNvPr id="113" name="tx113"/>
          <p:cNvSpPr/>
          <p:nvPr/>
        </p:nvSpPr>
        <p:spPr>
          <a:xfrm>
            <a:off x="7785730" y="1995589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0.44</a:t>
            </a:r>
          </a:p>
        </p:txBody>
      </p:sp>
      <p:sp>
        <p:nvSpPr>
          <p:cNvPr id="114" name="tx114"/>
          <p:cNvSpPr/>
          <p:nvPr/>
        </p:nvSpPr>
        <p:spPr>
          <a:xfrm>
            <a:off x="7785730" y="2691676"/>
            <a:ext cx="331002" cy="11106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0.43</a:t>
            </a:r>
          </a:p>
        </p:txBody>
      </p:sp>
      <p:sp>
        <p:nvSpPr>
          <p:cNvPr id="115" name="tx115"/>
          <p:cNvSpPr/>
          <p:nvPr/>
        </p:nvSpPr>
        <p:spPr>
          <a:xfrm>
            <a:off x="7785730" y="3388116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0.45</a:t>
            </a:r>
          </a:p>
        </p:txBody>
      </p:sp>
      <p:sp>
        <p:nvSpPr>
          <p:cNvPr id="116" name="tx116"/>
          <p:cNvSpPr/>
          <p:nvPr/>
        </p:nvSpPr>
        <p:spPr>
          <a:xfrm>
            <a:off x="7785730" y="4084380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0.44</a:t>
            </a:r>
          </a:p>
        </p:txBody>
      </p:sp>
      <p:sp>
        <p:nvSpPr>
          <p:cNvPr id="117" name="tx117"/>
          <p:cNvSpPr/>
          <p:nvPr/>
        </p:nvSpPr>
        <p:spPr>
          <a:xfrm>
            <a:off x="7785730" y="4780466"/>
            <a:ext cx="331002" cy="11106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0.39</a:t>
            </a:r>
          </a:p>
        </p:txBody>
      </p:sp>
      <p:sp>
        <p:nvSpPr>
          <p:cNvPr id="118" name="tx118"/>
          <p:cNvSpPr/>
          <p:nvPr/>
        </p:nvSpPr>
        <p:spPr>
          <a:xfrm>
            <a:off x="7785730" y="5476730"/>
            <a:ext cx="331002" cy="11106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0.34</a:t>
            </a:r>
          </a:p>
        </p:txBody>
      </p:sp>
      <p:sp>
        <p:nvSpPr>
          <p:cNvPr id="119" name="tx119"/>
          <p:cNvSpPr/>
          <p:nvPr/>
        </p:nvSpPr>
        <p:spPr>
          <a:xfrm>
            <a:off x="6393203" y="1995589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0.65</a:t>
            </a:r>
          </a:p>
        </p:txBody>
      </p:sp>
      <p:sp>
        <p:nvSpPr>
          <p:cNvPr id="120" name="tx120"/>
          <p:cNvSpPr/>
          <p:nvPr/>
        </p:nvSpPr>
        <p:spPr>
          <a:xfrm>
            <a:off x="6393203" y="2691853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0.65</a:t>
            </a:r>
          </a:p>
        </p:txBody>
      </p:sp>
      <p:sp>
        <p:nvSpPr>
          <p:cNvPr id="121" name="tx121"/>
          <p:cNvSpPr/>
          <p:nvPr/>
        </p:nvSpPr>
        <p:spPr>
          <a:xfrm>
            <a:off x="6393203" y="3388116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0.72</a:t>
            </a:r>
          </a:p>
        </p:txBody>
      </p:sp>
      <p:sp>
        <p:nvSpPr>
          <p:cNvPr id="122" name="tx122"/>
          <p:cNvSpPr/>
          <p:nvPr/>
        </p:nvSpPr>
        <p:spPr>
          <a:xfrm>
            <a:off x="6393203" y="4084203"/>
            <a:ext cx="331002" cy="11106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0.68</a:t>
            </a:r>
          </a:p>
        </p:txBody>
      </p:sp>
      <p:sp>
        <p:nvSpPr>
          <p:cNvPr id="123" name="tx123"/>
          <p:cNvSpPr/>
          <p:nvPr/>
        </p:nvSpPr>
        <p:spPr>
          <a:xfrm>
            <a:off x="6393203" y="4780643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0.64</a:t>
            </a:r>
          </a:p>
        </p:txBody>
      </p:sp>
      <p:sp>
        <p:nvSpPr>
          <p:cNvPr id="124" name="tx124"/>
          <p:cNvSpPr/>
          <p:nvPr/>
        </p:nvSpPr>
        <p:spPr>
          <a:xfrm>
            <a:off x="6393203" y="5476906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0.59</a:t>
            </a:r>
          </a:p>
        </p:txBody>
      </p:sp>
      <p:sp>
        <p:nvSpPr>
          <p:cNvPr id="125" name="rc125"/>
          <p:cNvSpPr/>
          <p:nvPr/>
        </p:nvSpPr>
        <p:spPr>
          <a:xfrm>
            <a:off x="8539836" y="1704315"/>
            <a:ext cx="696263" cy="696263"/>
          </a:xfrm>
          <a:prstGeom prst="rect">
            <a:avLst/>
          </a:prstGeom>
          <a:solidFill>
            <a:srgbClr val="9A6E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126" name="rc126"/>
          <p:cNvSpPr/>
          <p:nvPr/>
        </p:nvSpPr>
        <p:spPr>
          <a:xfrm>
            <a:off x="8539836" y="2400579"/>
            <a:ext cx="696263" cy="696263"/>
          </a:xfrm>
          <a:prstGeom prst="rect">
            <a:avLst/>
          </a:prstGeom>
          <a:solidFill>
            <a:srgbClr val="A77D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127" name="rc127"/>
          <p:cNvSpPr/>
          <p:nvPr/>
        </p:nvSpPr>
        <p:spPr>
          <a:xfrm>
            <a:off x="8539836" y="3096842"/>
            <a:ext cx="696263" cy="696263"/>
          </a:xfrm>
          <a:prstGeom prst="rect">
            <a:avLst/>
          </a:prstGeom>
          <a:solidFill>
            <a:srgbClr val="9164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128" name="rc128"/>
          <p:cNvSpPr/>
          <p:nvPr/>
        </p:nvSpPr>
        <p:spPr>
          <a:xfrm>
            <a:off x="8539836" y="3793106"/>
            <a:ext cx="696263" cy="696263"/>
          </a:xfrm>
          <a:prstGeom prst="rect">
            <a:avLst/>
          </a:prstGeom>
          <a:solidFill>
            <a:srgbClr val="966A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129" name="rc129"/>
          <p:cNvSpPr/>
          <p:nvPr/>
        </p:nvSpPr>
        <p:spPr>
          <a:xfrm>
            <a:off x="8539836" y="4489369"/>
            <a:ext cx="696263" cy="696263"/>
          </a:xfrm>
          <a:prstGeom prst="rect">
            <a:avLst/>
          </a:prstGeom>
          <a:solidFill>
            <a:srgbClr val="D4B8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130" name="rc130"/>
          <p:cNvSpPr/>
          <p:nvPr/>
        </p:nvSpPr>
        <p:spPr>
          <a:xfrm>
            <a:off x="8539836" y="5185633"/>
            <a:ext cx="696263" cy="696263"/>
          </a:xfrm>
          <a:prstGeom prst="rect">
            <a:avLst/>
          </a:prstGeom>
          <a:solidFill>
            <a:srgbClr val="C7A5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131" name="rc131"/>
          <p:cNvSpPr/>
          <p:nvPr/>
        </p:nvSpPr>
        <p:spPr>
          <a:xfrm>
            <a:off x="10628626" y="1704315"/>
            <a:ext cx="696263" cy="696263"/>
          </a:xfrm>
          <a:prstGeom prst="rect">
            <a:avLst/>
          </a:prstGeom>
          <a:solidFill>
            <a:srgbClr val="DEC7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132" name="rc132"/>
          <p:cNvSpPr/>
          <p:nvPr/>
        </p:nvSpPr>
        <p:spPr>
          <a:xfrm>
            <a:off x="10628626" y="2400579"/>
            <a:ext cx="696263" cy="696263"/>
          </a:xfrm>
          <a:prstGeom prst="rect">
            <a:avLst/>
          </a:prstGeom>
          <a:solidFill>
            <a:srgbClr val="F1E7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133" name="rc133"/>
          <p:cNvSpPr/>
          <p:nvPr/>
        </p:nvSpPr>
        <p:spPr>
          <a:xfrm>
            <a:off x="10628626" y="3096842"/>
            <a:ext cx="696263" cy="696263"/>
          </a:xfrm>
          <a:prstGeom prst="rect">
            <a:avLst/>
          </a:prstGeom>
          <a:solidFill>
            <a:srgbClr val="D9BF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134" name="rc134"/>
          <p:cNvSpPr/>
          <p:nvPr/>
        </p:nvSpPr>
        <p:spPr>
          <a:xfrm>
            <a:off x="10628626" y="3793106"/>
            <a:ext cx="696263" cy="696263"/>
          </a:xfrm>
          <a:prstGeom prst="rect">
            <a:avLst/>
          </a:prstGeom>
          <a:solidFill>
            <a:srgbClr val="E3CF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135" name="rc135"/>
          <p:cNvSpPr/>
          <p:nvPr/>
        </p:nvSpPr>
        <p:spPr>
          <a:xfrm>
            <a:off x="10628626" y="4489369"/>
            <a:ext cx="696263" cy="696263"/>
          </a:xfrm>
          <a:prstGeom prst="rect">
            <a:avLst/>
          </a:prstGeom>
          <a:solidFill>
            <a:srgbClr val="FBF8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136" name="rc136"/>
          <p:cNvSpPr/>
          <p:nvPr/>
        </p:nvSpPr>
        <p:spPr>
          <a:xfrm>
            <a:off x="10628626" y="5185633"/>
            <a:ext cx="696263" cy="696263"/>
          </a:xfrm>
          <a:prstGeom prst="rect">
            <a:avLst/>
          </a:prstGeom>
          <a:solidFill>
            <a:srgbClr val="CBAB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137" name="rc137"/>
          <p:cNvSpPr/>
          <p:nvPr/>
        </p:nvSpPr>
        <p:spPr>
          <a:xfrm>
            <a:off x="9236099" y="1704315"/>
            <a:ext cx="696263" cy="696263"/>
          </a:xfrm>
          <a:prstGeom prst="rect">
            <a:avLst/>
          </a:prstGeom>
          <a:solidFill>
            <a:srgbClr val="8A5D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138" name="rc138"/>
          <p:cNvSpPr/>
          <p:nvPr/>
        </p:nvSpPr>
        <p:spPr>
          <a:xfrm>
            <a:off x="9236099" y="2400579"/>
            <a:ext cx="696263" cy="696263"/>
          </a:xfrm>
          <a:prstGeom prst="rect">
            <a:avLst/>
          </a:prstGeom>
          <a:solidFill>
            <a:srgbClr val="9C70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139" name="rc139"/>
          <p:cNvSpPr/>
          <p:nvPr/>
        </p:nvSpPr>
        <p:spPr>
          <a:xfrm>
            <a:off x="9236099" y="3096842"/>
            <a:ext cx="696263" cy="696263"/>
          </a:xfrm>
          <a:prstGeom prst="rect">
            <a:avLst/>
          </a:prstGeom>
          <a:solidFill>
            <a:srgbClr val="9669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140" name="rc140"/>
          <p:cNvSpPr/>
          <p:nvPr/>
        </p:nvSpPr>
        <p:spPr>
          <a:xfrm>
            <a:off x="9236099" y="3793106"/>
            <a:ext cx="696263" cy="696263"/>
          </a:xfrm>
          <a:prstGeom prst="rect">
            <a:avLst/>
          </a:prstGeom>
          <a:solidFill>
            <a:srgbClr val="8E61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141" name="rc141"/>
          <p:cNvSpPr/>
          <p:nvPr/>
        </p:nvSpPr>
        <p:spPr>
          <a:xfrm>
            <a:off x="9236099" y="4489369"/>
            <a:ext cx="696263" cy="696263"/>
          </a:xfrm>
          <a:prstGeom prst="rect">
            <a:avLst/>
          </a:prstGeom>
          <a:solidFill>
            <a:srgbClr val="E3CF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142" name="rc142"/>
          <p:cNvSpPr/>
          <p:nvPr/>
        </p:nvSpPr>
        <p:spPr>
          <a:xfrm>
            <a:off x="9236099" y="5185633"/>
            <a:ext cx="696263" cy="696263"/>
          </a:xfrm>
          <a:prstGeom prst="rect">
            <a:avLst/>
          </a:prstGeom>
          <a:solidFill>
            <a:srgbClr val="D7BD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143" name="rc143"/>
          <p:cNvSpPr/>
          <p:nvPr/>
        </p:nvSpPr>
        <p:spPr>
          <a:xfrm>
            <a:off x="11324889" y="1704315"/>
            <a:ext cx="696263" cy="696263"/>
          </a:xfrm>
          <a:prstGeom prst="rect">
            <a:avLst/>
          </a:prstGeom>
          <a:solidFill>
            <a:srgbClr val="C7A5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144" name="rc144"/>
          <p:cNvSpPr/>
          <p:nvPr/>
        </p:nvSpPr>
        <p:spPr>
          <a:xfrm>
            <a:off x="11324889" y="2400579"/>
            <a:ext cx="696263" cy="696263"/>
          </a:xfrm>
          <a:prstGeom prst="rect">
            <a:avLst/>
          </a:prstGeom>
          <a:solidFill>
            <a:srgbClr val="DDC6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145" name="rc145"/>
          <p:cNvSpPr/>
          <p:nvPr/>
        </p:nvSpPr>
        <p:spPr>
          <a:xfrm>
            <a:off x="11324889" y="3096842"/>
            <a:ext cx="696263" cy="696263"/>
          </a:xfrm>
          <a:prstGeom prst="rect">
            <a:avLst/>
          </a:prstGeom>
          <a:solidFill>
            <a:srgbClr val="CAAB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146" name="rc146"/>
          <p:cNvSpPr/>
          <p:nvPr/>
        </p:nvSpPr>
        <p:spPr>
          <a:xfrm>
            <a:off x="11324889" y="3793106"/>
            <a:ext cx="696263" cy="696263"/>
          </a:xfrm>
          <a:prstGeom prst="rect">
            <a:avLst/>
          </a:prstGeom>
          <a:solidFill>
            <a:srgbClr val="CCAD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147" name="rc147"/>
          <p:cNvSpPr/>
          <p:nvPr/>
        </p:nvSpPr>
        <p:spPr>
          <a:xfrm>
            <a:off x="11324889" y="4489369"/>
            <a:ext cx="696263" cy="696263"/>
          </a:xfrm>
          <a:prstGeom prst="rect">
            <a:avLst/>
          </a:prstGeom>
          <a:solidFill>
            <a:srgbClr val="F6EF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148" name="rc148"/>
          <p:cNvSpPr/>
          <p:nvPr/>
        </p:nvSpPr>
        <p:spPr>
          <a:xfrm>
            <a:off x="11324889" y="5185633"/>
            <a:ext cx="696263" cy="696263"/>
          </a:xfrm>
          <a:prstGeom prst="rect">
            <a:avLst/>
          </a:prstGeom>
          <a:solidFill>
            <a:srgbClr val="ECDD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149" name="rc149"/>
          <p:cNvSpPr/>
          <p:nvPr/>
        </p:nvSpPr>
        <p:spPr>
          <a:xfrm>
            <a:off x="9932362" y="1704315"/>
            <a:ext cx="696263" cy="696263"/>
          </a:xfrm>
          <a:prstGeom prst="rect">
            <a:avLst/>
          </a:prstGeom>
          <a:solidFill>
            <a:srgbClr val="CDAE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150" name="rc150"/>
          <p:cNvSpPr/>
          <p:nvPr/>
        </p:nvSpPr>
        <p:spPr>
          <a:xfrm>
            <a:off x="9932362" y="2400579"/>
            <a:ext cx="696263" cy="696263"/>
          </a:xfrm>
          <a:prstGeom prst="rect">
            <a:avLst/>
          </a:prstGeom>
          <a:solidFill>
            <a:srgbClr val="BF9C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151" name="rc151"/>
          <p:cNvSpPr/>
          <p:nvPr/>
        </p:nvSpPr>
        <p:spPr>
          <a:xfrm>
            <a:off x="9932362" y="3096842"/>
            <a:ext cx="696263" cy="696263"/>
          </a:xfrm>
          <a:prstGeom prst="rect">
            <a:avLst/>
          </a:prstGeom>
          <a:solidFill>
            <a:srgbClr val="B38B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152" name="rc152"/>
          <p:cNvSpPr/>
          <p:nvPr/>
        </p:nvSpPr>
        <p:spPr>
          <a:xfrm>
            <a:off x="9932362" y="3793106"/>
            <a:ext cx="696263" cy="696263"/>
          </a:xfrm>
          <a:prstGeom prst="rect">
            <a:avLst/>
          </a:prstGeom>
          <a:solidFill>
            <a:srgbClr val="BB96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153" name="rc153"/>
          <p:cNvSpPr/>
          <p:nvPr/>
        </p:nvSpPr>
        <p:spPr>
          <a:xfrm>
            <a:off x="9932362" y="4489369"/>
            <a:ext cx="696263" cy="696263"/>
          </a:xfrm>
          <a:prstGeom prst="rect">
            <a:avLst/>
          </a:prstGeom>
          <a:solidFill>
            <a:srgbClr val="D7BD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154" name="rc154"/>
          <p:cNvSpPr/>
          <p:nvPr/>
        </p:nvSpPr>
        <p:spPr>
          <a:xfrm>
            <a:off x="9932362" y="5185633"/>
            <a:ext cx="696263" cy="696263"/>
          </a:xfrm>
          <a:prstGeom prst="rect">
            <a:avLst/>
          </a:prstGeom>
          <a:solidFill>
            <a:srgbClr val="E9D9FF">
              <a:alpha val="100000"/>
            </a:srgbClr>
          </a:solidFill>
          <a:ln w="7884" cap="flat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sz="1400"/>
          </a:p>
        </p:txBody>
      </p:sp>
      <p:sp>
        <p:nvSpPr>
          <p:cNvPr id="155" name="tx155"/>
          <p:cNvSpPr/>
          <p:nvPr/>
        </p:nvSpPr>
        <p:spPr>
          <a:xfrm>
            <a:off x="8722466" y="1995589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0.74</a:t>
            </a:r>
          </a:p>
        </p:txBody>
      </p:sp>
      <p:sp>
        <p:nvSpPr>
          <p:cNvPr id="156" name="tx156"/>
          <p:cNvSpPr/>
          <p:nvPr/>
        </p:nvSpPr>
        <p:spPr>
          <a:xfrm>
            <a:off x="8722466" y="2691853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0.69</a:t>
            </a:r>
          </a:p>
        </p:txBody>
      </p:sp>
      <p:sp>
        <p:nvSpPr>
          <p:cNvPr id="157" name="tx157"/>
          <p:cNvSpPr/>
          <p:nvPr/>
        </p:nvSpPr>
        <p:spPr>
          <a:xfrm>
            <a:off x="8722466" y="3388116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0.77</a:t>
            </a:r>
          </a:p>
        </p:txBody>
      </p:sp>
      <p:sp>
        <p:nvSpPr>
          <p:cNvPr id="158" name="tx158"/>
          <p:cNvSpPr/>
          <p:nvPr/>
        </p:nvSpPr>
        <p:spPr>
          <a:xfrm>
            <a:off x="8722466" y="4084380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0.75</a:t>
            </a:r>
          </a:p>
        </p:txBody>
      </p:sp>
      <p:sp>
        <p:nvSpPr>
          <p:cNvPr id="159" name="tx159"/>
          <p:cNvSpPr/>
          <p:nvPr/>
        </p:nvSpPr>
        <p:spPr>
          <a:xfrm>
            <a:off x="8722466" y="4780643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0.51</a:t>
            </a:r>
          </a:p>
        </p:txBody>
      </p:sp>
      <p:sp>
        <p:nvSpPr>
          <p:cNvPr id="160" name="tx160"/>
          <p:cNvSpPr/>
          <p:nvPr/>
        </p:nvSpPr>
        <p:spPr>
          <a:xfrm>
            <a:off x="8722466" y="5476906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0.57</a:t>
            </a:r>
          </a:p>
        </p:txBody>
      </p:sp>
      <p:sp>
        <p:nvSpPr>
          <p:cNvPr id="161" name="tx161"/>
          <p:cNvSpPr/>
          <p:nvPr/>
        </p:nvSpPr>
        <p:spPr>
          <a:xfrm>
            <a:off x="10811256" y="1995589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0.47</a:t>
            </a:r>
          </a:p>
        </p:txBody>
      </p:sp>
      <p:sp>
        <p:nvSpPr>
          <p:cNvPr id="162" name="tx162"/>
          <p:cNvSpPr/>
          <p:nvPr/>
        </p:nvSpPr>
        <p:spPr>
          <a:xfrm>
            <a:off x="10811256" y="2691676"/>
            <a:ext cx="331002" cy="11106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0.37</a:t>
            </a:r>
          </a:p>
        </p:txBody>
      </p:sp>
      <p:sp>
        <p:nvSpPr>
          <p:cNvPr id="163" name="tx163"/>
          <p:cNvSpPr/>
          <p:nvPr/>
        </p:nvSpPr>
        <p:spPr>
          <a:xfrm>
            <a:off x="10811256" y="3388116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0.49</a:t>
            </a:r>
          </a:p>
        </p:txBody>
      </p:sp>
      <p:sp>
        <p:nvSpPr>
          <p:cNvPr id="164" name="tx164"/>
          <p:cNvSpPr/>
          <p:nvPr/>
        </p:nvSpPr>
        <p:spPr>
          <a:xfrm>
            <a:off x="10811256" y="4084380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0.44</a:t>
            </a:r>
          </a:p>
        </p:txBody>
      </p:sp>
      <p:sp>
        <p:nvSpPr>
          <p:cNvPr id="165" name="tx165"/>
          <p:cNvSpPr/>
          <p:nvPr/>
        </p:nvSpPr>
        <p:spPr>
          <a:xfrm>
            <a:off x="10811256" y="4780466"/>
            <a:ext cx="331002" cy="11106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0.32</a:t>
            </a:r>
          </a:p>
        </p:txBody>
      </p:sp>
      <p:sp>
        <p:nvSpPr>
          <p:cNvPr id="166" name="tx166"/>
          <p:cNvSpPr/>
          <p:nvPr/>
        </p:nvSpPr>
        <p:spPr>
          <a:xfrm>
            <a:off x="10811256" y="5476906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0.55</a:t>
            </a:r>
          </a:p>
        </p:txBody>
      </p:sp>
      <p:sp>
        <p:nvSpPr>
          <p:cNvPr id="167" name="tx167"/>
          <p:cNvSpPr/>
          <p:nvPr/>
        </p:nvSpPr>
        <p:spPr>
          <a:xfrm>
            <a:off x="9418730" y="1995589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0.79</a:t>
            </a:r>
          </a:p>
        </p:txBody>
      </p:sp>
      <p:sp>
        <p:nvSpPr>
          <p:cNvPr id="168" name="tx168"/>
          <p:cNvSpPr/>
          <p:nvPr/>
        </p:nvSpPr>
        <p:spPr>
          <a:xfrm>
            <a:off x="9418730" y="2691676"/>
            <a:ext cx="331002" cy="11106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0.73</a:t>
            </a:r>
          </a:p>
        </p:txBody>
      </p:sp>
      <p:sp>
        <p:nvSpPr>
          <p:cNvPr id="169" name="tx169"/>
          <p:cNvSpPr/>
          <p:nvPr/>
        </p:nvSpPr>
        <p:spPr>
          <a:xfrm>
            <a:off x="9418730" y="3388116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0.75</a:t>
            </a:r>
          </a:p>
        </p:txBody>
      </p:sp>
      <p:sp>
        <p:nvSpPr>
          <p:cNvPr id="170" name="tx170"/>
          <p:cNvSpPr/>
          <p:nvPr/>
        </p:nvSpPr>
        <p:spPr>
          <a:xfrm>
            <a:off x="9418730" y="4084203"/>
            <a:ext cx="331002" cy="11106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0.78</a:t>
            </a:r>
          </a:p>
        </p:txBody>
      </p:sp>
      <p:sp>
        <p:nvSpPr>
          <p:cNvPr id="171" name="tx171"/>
          <p:cNvSpPr/>
          <p:nvPr/>
        </p:nvSpPr>
        <p:spPr>
          <a:xfrm>
            <a:off x="9418730" y="4780643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0.44</a:t>
            </a:r>
          </a:p>
        </p:txBody>
      </p:sp>
      <p:sp>
        <p:nvSpPr>
          <p:cNvPr id="172" name="tx172"/>
          <p:cNvSpPr/>
          <p:nvPr/>
        </p:nvSpPr>
        <p:spPr>
          <a:xfrm>
            <a:off x="9418730" y="5476906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0.50</a:t>
            </a:r>
          </a:p>
        </p:txBody>
      </p:sp>
      <p:sp>
        <p:nvSpPr>
          <p:cNvPr id="173" name="tx173"/>
          <p:cNvSpPr/>
          <p:nvPr/>
        </p:nvSpPr>
        <p:spPr>
          <a:xfrm>
            <a:off x="11507520" y="1995589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0.57</a:t>
            </a:r>
          </a:p>
        </p:txBody>
      </p:sp>
      <p:sp>
        <p:nvSpPr>
          <p:cNvPr id="174" name="tx174"/>
          <p:cNvSpPr/>
          <p:nvPr/>
        </p:nvSpPr>
        <p:spPr>
          <a:xfrm>
            <a:off x="11507520" y="2691853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0.47</a:t>
            </a:r>
          </a:p>
        </p:txBody>
      </p:sp>
      <p:sp>
        <p:nvSpPr>
          <p:cNvPr id="175" name="tx175"/>
          <p:cNvSpPr/>
          <p:nvPr/>
        </p:nvSpPr>
        <p:spPr>
          <a:xfrm>
            <a:off x="11507520" y="3388116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0.55</a:t>
            </a:r>
          </a:p>
        </p:txBody>
      </p:sp>
      <p:sp>
        <p:nvSpPr>
          <p:cNvPr id="176" name="tx176"/>
          <p:cNvSpPr/>
          <p:nvPr/>
        </p:nvSpPr>
        <p:spPr>
          <a:xfrm>
            <a:off x="11507520" y="4084380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0.55</a:t>
            </a:r>
          </a:p>
        </p:txBody>
      </p:sp>
      <p:sp>
        <p:nvSpPr>
          <p:cNvPr id="177" name="tx177"/>
          <p:cNvSpPr/>
          <p:nvPr/>
        </p:nvSpPr>
        <p:spPr>
          <a:xfrm>
            <a:off x="11507520" y="4780466"/>
            <a:ext cx="331002" cy="11106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0.35</a:t>
            </a:r>
          </a:p>
        </p:txBody>
      </p:sp>
      <p:sp>
        <p:nvSpPr>
          <p:cNvPr id="178" name="tx178"/>
          <p:cNvSpPr/>
          <p:nvPr/>
        </p:nvSpPr>
        <p:spPr>
          <a:xfrm>
            <a:off x="11507520" y="5476906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0.40</a:t>
            </a:r>
          </a:p>
        </p:txBody>
      </p:sp>
      <p:sp>
        <p:nvSpPr>
          <p:cNvPr id="179" name="tx179"/>
          <p:cNvSpPr/>
          <p:nvPr/>
        </p:nvSpPr>
        <p:spPr>
          <a:xfrm>
            <a:off x="10114993" y="1995589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0.54</a:t>
            </a:r>
          </a:p>
        </p:txBody>
      </p:sp>
      <p:sp>
        <p:nvSpPr>
          <p:cNvPr id="180" name="tx180"/>
          <p:cNvSpPr/>
          <p:nvPr/>
        </p:nvSpPr>
        <p:spPr>
          <a:xfrm>
            <a:off x="10114993" y="2691853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0.60</a:t>
            </a:r>
          </a:p>
        </p:txBody>
      </p:sp>
      <p:sp>
        <p:nvSpPr>
          <p:cNvPr id="181" name="tx181"/>
          <p:cNvSpPr/>
          <p:nvPr/>
        </p:nvSpPr>
        <p:spPr>
          <a:xfrm>
            <a:off x="10114993" y="3388116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0.65</a:t>
            </a:r>
          </a:p>
        </p:txBody>
      </p:sp>
      <p:sp>
        <p:nvSpPr>
          <p:cNvPr id="182" name="tx182"/>
          <p:cNvSpPr/>
          <p:nvPr/>
        </p:nvSpPr>
        <p:spPr>
          <a:xfrm>
            <a:off x="10114993" y="4084380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0.62</a:t>
            </a:r>
          </a:p>
        </p:txBody>
      </p:sp>
      <p:sp>
        <p:nvSpPr>
          <p:cNvPr id="183" name="tx183"/>
          <p:cNvSpPr/>
          <p:nvPr/>
        </p:nvSpPr>
        <p:spPr>
          <a:xfrm>
            <a:off x="10114993" y="4780643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0.50</a:t>
            </a:r>
          </a:p>
        </p:txBody>
      </p:sp>
      <p:sp>
        <p:nvSpPr>
          <p:cNvPr id="184" name="tx184"/>
          <p:cNvSpPr/>
          <p:nvPr/>
        </p:nvSpPr>
        <p:spPr>
          <a:xfrm>
            <a:off x="10114993" y="5476906"/>
            <a:ext cx="331002" cy="1108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22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0.41</a:t>
            </a:r>
          </a:p>
        </p:txBody>
      </p:sp>
      <p:sp>
        <p:nvSpPr>
          <p:cNvPr id="185" name="tx185"/>
          <p:cNvSpPr/>
          <p:nvPr/>
        </p:nvSpPr>
        <p:spPr>
          <a:xfrm>
            <a:off x="2633793" y="1437309"/>
            <a:ext cx="406241" cy="10104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A1A1A">
                    <a:alpha val="100000"/>
                  </a:srgbClr>
                </a:solidFill>
                <a:latin typeface="Tenorite"/>
                <a:cs typeface="Tenorite"/>
              </a:rPr>
              <a:t>BOTH</a:t>
            </a:r>
          </a:p>
        </p:txBody>
      </p:sp>
      <p:sp>
        <p:nvSpPr>
          <p:cNvPr id="186" name="tx186"/>
          <p:cNvSpPr/>
          <p:nvPr/>
        </p:nvSpPr>
        <p:spPr>
          <a:xfrm>
            <a:off x="6269541" y="1437627"/>
            <a:ext cx="578326" cy="10072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A1A1A">
                    <a:alpha val="100000"/>
                  </a:srgbClr>
                </a:solidFill>
                <a:latin typeface="Tenorite"/>
                <a:cs typeface="Tenorite"/>
              </a:rPr>
              <a:t>CRCSCA</a:t>
            </a:r>
          </a:p>
        </p:txBody>
      </p:sp>
      <p:sp>
        <p:nvSpPr>
          <p:cNvPr id="187" name="tx187"/>
          <p:cNvSpPr/>
          <p:nvPr/>
        </p:nvSpPr>
        <p:spPr>
          <a:xfrm>
            <a:off x="10034590" y="1438182"/>
            <a:ext cx="491807" cy="10017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A1A1A">
                    <a:alpha val="100000"/>
                  </a:srgbClr>
                </a:solidFill>
                <a:latin typeface="Tenorite"/>
                <a:cs typeface="Tenorite"/>
              </a:rPr>
              <a:t>UNIFAI</a:t>
            </a:r>
          </a:p>
        </p:txBody>
      </p:sp>
      <p:sp>
        <p:nvSpPr>
          <p:cNvPr id="188" name="tx188"/>
          <p:cNvSpPr/>
          <p:nvPr/>
        </p:nvSpPr>
        <p:spPr>
          <a:xfrm>
            <a:off x="1302028" y="6041430"/>
            <a:ext cx="284718" cy="9842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D4D4D">
                    <a:alpha val="100000"/>
                  </a:srgbClr>
                </a:solidFill>
                <a:latin typeface="Tenorite"/>
                <a:cs typeface="Tenorite"/>
              </a:rPr>
              <a:t>ADL</a:t>
            </a:r>
          </a:p>
        </p:txBody>
      </p:sp>
      <p:sp>
        <p:nvSpPr>
          <p:cNvPr id="189" name="tx189"/>
          <p:cNvSpPr/>
          <p:nvPr/>
        </p:nvSpPr>
        <p:spPr>
          <a:xfrm>
            <a:off x="1815649" y="6013808"/>
            <a:ext cx="650001" cy="1260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D4D4D">
                    <a:alpha val="100000"/>
                  </a:srgbClr>
                </a:solidFill>
                <a:latin typeface="Tenorite"/>
                <a:cs typeface="Tenorite"/>
              </a:rPr>
              <a:t>walk, fall</a:t>
            </a:r>
          </a:p>
        </p:txBody>
      </p:sp>
      <p:sp>
        <p:nvSpPr>
          <p:cNvPr id="190" name="tx190"/>
          <p:cNvSpPr/>
          <p:nvPr/>
        </p:nvSpPr>
        <p:spPr>
          <a:xfrm>
            <a:off x="2656574" y="6013808"/>
            <a:ext cx="360680" cy="1260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D4D4D">
                    <a:alpha val="100000"/>
                  </a:srgbClr>
                </a:solidFill>
                <a:latin typeface="Tenorite"/>
                <a:cs typeface="Tenorite"/>
              </a:rPr>
              <a:t>food,</a:t>
            </a:r>
          </a:p>
        </p:txBody>
      </p:sp>
      <p:sp>
        <p:nvSpPr>
          <p:cNvPr id="191" name="tx191"/>
          <p:cNvSpPr/>
          <p:nvPr/>
        </p:nvSpPr>
        <p:spPr>
          <a:xfrm>
            <a:off x="2522549" y="6178022"/>
            <a:ext cx="628729" cy="13739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D4D4D">
                    <a:alpha val="100000"/>
                  </a:srgbClr>
                </a:solidFill>
                <a:latin typeface="Tenorite"/>
                <a:cs typeface="Tenorite"/>
              </a:rPr>
              <a:t>dressing,</a:t>
            </a:r>
          </a:p>
        </p:txBody>
      </p:sp>
      <p:sp>
        <p:nvSpPr>
          <p:cNvPr id="192" name="tx192"/>
          <p:cNvSpPr/>
          <p:nvPr/>
        </p:nvSpPr>
        <p:spPr>
          <a:xfrm>
            <a:off x="2565888" y="6353587"/>
            <a:ext cx="542051" cy="13739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D4D4D">
                    <a:alpha val="100000"/>
                  </a:srgbClr>
                </a:solidFill>
                <a:latin typeface="Tenorite"/>
                <a:cs typeface="Tenorite"/>
              </a:rPr>
              <a:t>hygiene</a:t>
            </a:r>
          </a:p>
        </p:txBody>
      </p:sp>
      <p:sp>
        <p:nvSpPr>
          <p:cNvPr id="193" name="tx193"/>
          <p:cNvSpPr/>
          <p:nvPr/>
        </p:nvSpPr>
        <p:spPr>
          <a:xfrm>
            <a:off x="3268144" y="6004918"/>
            <a:ext cx="530066" cy="13493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D4D4D">
                    <a:alpha val="100000"/>
                  </a:srgbClr>
                </a:solidFill>
                <a:latin typeface="Tenorite"/>
                <a:cs typeface="Tenorite"/>
              </a:rPr>
              <a:t>speech,</a:t>
            </a:r>
          </a:p>
        </p:txBody>
      </p:sp>
      <p:sp>
        <p:nvSpPr>
          <p:cNvPr id="194" name="tx194"/>
          <p:cNvSpPr/>
          <p:nvPr/>
        </p:nvSpPr>
        <p:spPr>
          <a:xfrm>
            <a:off x="3245205" y="6209534"/>
            <a:ext cx="575945" cy="10588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D4D4D">
                    <a:alpha val="100000"/>
                  </a:srgbClr>
                </a:solidFill>
                <a:latin typeface="Tenorite"/>
                <a:cs typeface="Tenorite"/>
              </a:rPr>
              <a:t>swallow</a:t>
            </a:r>
          </a:p>
        </p:txBody>
      </p:sp>
      <p:sp>
        <p:nvSpPr>
          <p:cNvPr id="195" name="tx195"/>
          <p:cNvSpPr/>
          <p:nvPr/>
        </p:nvSpPr>
        <p:spPr>
          <a:xfrm>
            <a:off x="4123594" y="6011109"/>
            <a:ext cx="211693" cy="12874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D4D4D">
                    <a:alpha val="100000"/>
                  </a:srgbClr>
                </a:solidFill>
                <a:latin typeface="Tenorite"/>
                <a:cs typeface="Tenorite"/>
              </a:rPr>
              <a:t>sit,</a:t>
            </a:r>
          </a:p>
        </p:txBody>
      </p:sp>
      <p:sp>
        <p:nvSpPr>
          <p:cNvPr id="196" name="tx196"/>
          <p:cNvSpPr/>
          <p:nvPr/>
        </p:nvSpPr>
        <p:spPr>
          <a:xfrm>
            <a:off x="3957700" y="6209613"/>
            <a:ext cx="543480" cy="10580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D4D4D">
                    <a:alpha val="100000"/>
                  </a:srgbClr>
                </a:solidFill>
                <a:latin typeface="Tenorite"/>
                <a:cs typeface="Tenorite"/>
              </a:rPr>
              <a:t>bladder</a:t>
            </a:r>
          </a:p>
        </p:txBody>
      </p:sp>
      <p:sp>
        <p:nvSpPr>
          <p:cNvPr id="197" name="tx197"/>
          <p:cNvSpPr/>
          <p:nvPr/>
        </p:nvSpPr>
        <p:spPr>
          <a:xfrm>
            <a:off x="5023818" y="6041430"/>
            <a:ext cx="284718" cy="9842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D4D4D">
                    <a:alpha val="100000"/>
                  </a:srgbClr>
                </a:solidFill>
                <a:latin typeface="Tenorite"/>
                <a:cs typeface="Tenorite"/>
              </a:rPr>
              <a:t>ADL</a:t>
            </a:r>
          </a:p>
        </p:txBody>
      </p:sp>
      <p:sp>
        <p:nvSpPr>
          <p:cNvPr id="198" name="tx198"/>
          <p:cNvSpPr/>
          <p:nvPr/>
        </p:nvSpPr>
        <p:spPr>
          <a:xfrm>
            <a:off x="5537440" y="6013808"/>
            <a:ext cx="650001" cy="1260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D4D4D">
                    <a:alpha val="100000"/>
                  </a:srgbClr>
                </a:solidFill>
                <a:latin typeface="Tenorite"/>
                <a:cs typeface="Tenorite"/>
              </a:rPr>
              <a:t>walk, fall</a:t>
            </a:r>
          </a:p>
        </p:txBody>
      </p:sp>
      <p:sp>
        <p:nvSpPr>
          <p:cNvPr id="199" name="tx199"/>
          <p:cNvSpPr/>
          <p:nvPr/>
        </p:nvSpPr>
        <p:spPr>
          <a:xfrm>
            <a:off x="6378364" y="6013808"/>
            <a:ext cx="360680" cy="1260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D4D4D">
                    <a:alpha val="100000"/>
                  </a:srgbClr>
                </a:solidFill>
                <a:latin typeface="Tenorite"/>
                <a:cs typeface="Tenorite"/>
              </a:rPr>
              <a:t>food,</a:t>
            </a:r>
          </a:p>
        </p:txBody>
      </p:sp>
      <p:sp>
        <p:nvSpPr>
          <p:cNvPr id="200" name="tx200"/>
          <p:cNvSpPr/>
          <p:nvPr/>
        </p:nvSpPr>
        <p:spPr>
          <a:xfrm>
            <a:off x="6244339" y="6178022"/>
            <a:ext cx="628729" cy="13739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D4D4D">
                    <a:alpha val="100000"/>
                  </a:srgbClr>
                </a:solidFill>
                <a:latin typeface="Tenorite"/>
                <a:cs typeface="Tenorite"/>
              </a:rPr>
              <a:t>dressing,</a:t>
            </a:r>
          </a:p>
        </p:txBody>
      </p:sp>
      <p:sp>
        <p:nvSpPr>
          <p:cNvPr id="201" name="tx201"/>
          <p:cNvSpPr/>
          <p:nvPr/>
        </p:nvSpPr>
        <p:spPr>
          <a:xfrm>
            <a:off x="6287678" y="6353587"/>
            <a:ext cx="542051" cy="13739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D4D4D">
                    <a:alpha val="100000"/>
                  </a:srgbClr>
                </a:solidFill>
                <a:latin typeface="Tenorite"/>
                <a:cs typeface="Tenorite"/>
              </a:rPr>
              <a:t>hygiene</a:t>
            </a:r>
          </a:p>
        </p:txBody>
      </p:sp>
      <p:sp>
        <p:nvSpPr>
          <p:cNvPr id="202" name="tx202"/>
          <p:cNvSpPr/>
          <p:nvPr/>
        </p:nvSpPr>
        <p:spPr>
          <a:xfrm>
            <a:off x="6989934" y="6004918"/>
            <a:ext cx="530066" cy="13493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D4D4D">
                    <a:alpha val="100000"/>
                  </a:srgbClr>
                </a:solidFill>
                <a:latin typeface="Tenorite"/>
                <a:cs typeface="Tenorite"/>
              </a:rPr>
              <a:t>speech,</a:t>
            </a:r>
          </a:p>
        </p:txBody>
      </p:sp>
      <p:sp>
        <p:nvSpPr>
          <p:cNvPr id="203" name="tx203"/>
          <p:cNvSpPr/>
          <p:nvPr/>
        </p:nvSpPr>
        <p:spPr>
          <a:xfrm>
            <a:off x="6966995" y="6209534"/>
            <a:ext cx="575945" cy="10588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D4D4D">
                    <a:alpha val="100000"/>
                  </a:srgbClr>
                </a:solidFill>
                <a:latin typeface="Tenorite"/>
                <a:cs typeface="Tenorite"/>
              </a:rPr>
              <a:t>swallow</a:t>
            </a:r>
          </a:p>
        </p:txBody>
      </p:sp>
      <p:sp>
        <p:nvSpPr>
          <p:cNvPr id="204" name="tx204"/>
          <p:cNvSpPr/>
          <p:nvPr/>
        </p:nvSpPr>
        <p:spPr>
          <a:xfrm>
            <a:off x="7845384" y="6011109"/>
            <a:ext cx="211693" cy="12874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D4D4D">
                    <a:alpha val="100000"/>
                  </a:srgbClr>
                </a:solidFill>
                <a:latin typeface="Tenorite"/>
                <a:cs typeface="Tenorite"/>
              </a:rPr>
              <a:t>sit,</a:t>
            </a:r>
          </a:p>
        </p:txBody>
      </p:sp>
      <p:sp>
        <p:nvSpPr>
          <p:cNvPr id="205" name="tx205"/>
          <p:cNvSpPr/>
          <p:nvPr/>
        </p:nvSpPr>
        <p:spPr>
          <a:xfrm>
            <a:off x="7679491" y="6209613"/>
            <a:ext cx="543480" cy="10580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D4D4D">
                    <a:alpha val="100000"/>
                  </a:srgbClr>
                </a:solidFill>
                <a:latin typeface="Tenorite"/>
                <a:cs typeface="Tenorite"/>
              </a:rPr>
              <a:t>bladder</a:t>
            </a:r>
          </a:p>
        </p:txBody>
      </p:sp>
      <p:sp>
        <p:nvSpPr>
          <p:cNvPr id="206" name="tx206"/>
          <p:cNvSpPr/>
          <p:nvPr/>
        </p:nvSpPr>
        <p:spPr>
          <a:xfrm>
            <a:off x="8745608" y="6041430"/>
            <a:ext cx="284718" cy="9842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D4D4D">
                    <a:alpha val="100000"/>
                  </a:srgbClr>
                </a:solidFill>
                <a:latin typeface="Tenorite"/>
                <a:cs typeface="Tenorite"/>
              </a:rPr>
              <a:t>ADL</a:t>
            </a:r>
          </a:p>
        </p:txBody>
      </p:sp>
      <p:sp>
        <p:nvSpPr>
          <p:cNvPr id="207" name="tx207"/>
          <p:cNvSpPr/>
          <p:nvPr/>
        </p:nvSpPr>
        <p:spPr>
          <a:xfrm>
            <a:off x="9259230" y="6013808"/>
            <a:ext cx="650001" cy="1260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D4D4D">
                    <a:alpha val="100000"/>
                  </a:srgbClr>
                </a:solidFill>
                <a:latin typeface="Tenorite"/>
                <a:cs typeface="Tenorite"/>
              </a:rPr>
              <a:t>walk, fall</a:t>
            </a:r>
          </a:p>
        </p:txBody>
      </p:sp>
      <p:sp>
        <p:nvSpPr>
          <p:cNvPr id="208" name="tx208"/>
          <p:cNvSpPr/>
          <p:nvPr/>
        </p:nvSpPr>
        <p:spPr>
          <a:xfrm>
            <a:off x="10100154" y="6013808"/>
            <a:ext cx="360680" cy="12604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D4D4D">
                    <a:alpha val="100000"/>
                  </a:srgbClr>
                </a:solidFill>
                <a:latin typeface="Tenorite"/>
                <a:cs typeface="Tenorite"/>
              </a:rPr>
              <a:t>food,</a:t>
            </a:r>
          </a:p>
        </p:txBody>
      </p:sp>
      <p:sp>
        <p:nvSpPr>
          <p:cNvPr id="209" name="tx209"/>
          <p:cNvSpPr/>
          <p:nvPr/>
        </p:nvSpPr>
        <p:spPr>
          <a:xfrm>
            <a:off x="9966130" y="6178022"/>
            <a:ext cx="628729" cy="13739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D4D4D">
                    <a:alpha val="100000"/>
                  </a:srgbClr>
                </a:solidFill>
                <a:latin typeface="Tenorite"/>
                <a:cs typeface="Tenorite"/>
              </a:rPr>
              <a:t>dressing,</a:t>
            </a:r>
          </a:p>
        </p:txBody>
      </p:sp>
      <p:sp>
        <p:nvSpPr>
          <p:cNvPr id="210" name="tx210"/>
          <p:cNvSpPr/>
          <p:nvPr/>
        </p:nvSpPr>
        <p:spPr>
          <a:xfrm>
            <a:off x="10009468" y="6353587"/>
            <a:ext cx="542051" cy="13739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D4D4D">
                    <a:alpha val="100000"/>
                  </a:srgbClr>
                </a:solidFill>
                <a:latin typeface="Tenorite"/>
                <a:cs typeface="Tenorite"/>
              </a:rPr>
              <a:t>hygiene</a:t>
            </a:r>
          </a:p>
        </p:txBody>
      </p:sp>
      <p:sp>
        <p:nvSpPr>
          <p:cNvPr id="211" name="tx211"/>
          <p:cNvSpPr/>
          <p:nvPr/>
        </p:nvSpPr>
        <p:spPr>
          <a:xfrm>
            <a:off x="10711724" y="6004918"/>
            <a:ext cx="530066" cy="13493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D4D4D">
                    <a:alpha val="100000"/>
                  </a:srgbClr>
                </a:solidFill>
                <a:latin typeface="Tenorite"/>
                <a:cs typeface="Tenorite"/>
              </a:rPr>
              <a:t>speech,</a:t>
            </a:r>
          </a:p>
        </p:txBody>
      </p:sp>
      <p:sp>
        <p:nvSpPr>
          <p:cNvPr id="212" name="tx212"/>
          <p:cNvSpPr/>
          <p:nvPr/>
        </p:nvSpPr>
        <p:spPr>
          <a:xfrm>
            <a:off x="10688785" y="6209534"/>
            <a:ext cx="575945" cy="10588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D4D4D">
                    <a:alpha val="100000"/>
                  </a:srgbClr>
                </a:solidFill>
                <a:latin typeface="Tenorite"/>
                <a:cs typeface="Tenorite"/>
              </a:rPr>
              <a:t>swallow</a:t>
            </a:r>
          </a:p>
        </p:txBody>
      </p:sp>
      <p:sp>
        <p:nvSpPr>
          <p:cNvPr id="213" name="tx213"/>
          <p:cNvSpPr/>
          <p:nvPr/>
        </p:nvSpPr>
        <p:spPr>
          <a:xfrm>
            <a:off x="11567174" y="6011109"/>
            <a:ext cx="211693" cy="12874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D4D4D">
                    <a:alpha val="100000"/>
                  </a:srgbClr>
                </a:solidFill>
                <a:latin typeface="Tenorite"/>
                <a:cs typeface="Tenorite"/>
              </a:rPr>
              <a:t>sit,</a:t>
            </a:r>
          </a:p>
        </p:txBody>
      </p:sp>
      <p:sp>
        <p:nvSpPr>
          <p:cNvPr id="214" name="tx214"/>
          <p:cNvSpPr/>
          <p:nvPr/>
        </p:nvSpPr>
        <p:spPr>
          <a:xfrm>
            <a:off x="11401281" y="6209613"/>
            <a:ext cx="543480" cy="10580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D4D4D">
                    <a:alpha val="100000"/>
                  </a:srgbClr>
                </a:solidFill>
                <a:latin typeface="Tenorite"/>
                <a:cs typeface="Tenorite"/>
              </a:rPr>
              <a:t>bladder</a:t>
            </a:r>
          </a:p>
        </p:txBody>
      </p:sp>
      <p:sp>
        <p:nvSpPr>
          <p:cNvPr id="215" name="tx215"/>
          <p:cNvSpPr/>
          <p:nvPr/>
        </p:nvSpPr>
        <p:spPr>
          <a:xfrm>
            <a:off x="513599" y="5394507"/>
            <a:ext cx="380444" cy="1000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ctr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D4D4D">
                    <a:alpha val="100000"/>
                  </a:srgbClr>
                </a:solidFill>
                <a:latin typeface="Tenorite"/>
                <a:cs typeface="Tenorite"/>
              </a:rPr>
              <a:t>SARA</a:t>
            </a:r>
          </a:p>
        </p:txBody>
      </p:sp>
      <p:sp>
        <p:nvSpPr>
          <p:cNvPr id="216" name="tx216"/>
          <p:cNvSpPr/>
          <p:nvPr/>
        </p:nvSpPr>
        <p:spPr>
          <a:xfrm>
            <a:off x="460061" y="5535226"/>
            <a:ext cx="487521" cy="13493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ctr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D4D4D">
                    <a:alpha val="100000"/>
                  </a:srgbClr>
                </a:solidFill>
                <a:latin typeface="Tenorite"/>
                <a:cs typeface="Tenorite"/>
              </a:rPr>
              <a:t>speech</a:t>
            </a:r>
          </a:p>
        </p:txBody>
      </p:sp>
      <p:sp>
        <p:nvSpPr>
          <p:cNvPr id="217" name="tx217"/>
          <p:cNvSpPr/>
          <p:nvPr/>
        </p:nvSpPr>
        <p:spPr>
          <a:xfrm>
            <a:off x="513599" y="4698244"/>
            <a:ext cx="380444" cy="1000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ctr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D4D4D">
                    <a:alpha val="100000"/>
                  </a:srgbClr>
                </a:solidFill>
                <a:latin typeface="Tenorite"/>
                <a:cs typeface="Tenorite"/>
              </a:rPr>
              <a:t>SARA</a:t>
            </a:r>
          </a:p>
        </p:txBody>
      </p:sp>
      <p:sp>
        <p:nvSpPr>
          <p:cNvPr id="218" name="tx218"/>
          <p:cNvSpPr/>
          <p:nvPr/>
        </p:nvSpPr>
        <p:spPr>
          <a:xfrm>
            <a:off x="286666" y="4835709"/>
            <a:ext cx="834310" cy="1381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ctr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D4D4D">
                    <a:alpha val="100000"/>
                  </a:srgbClr>
                </a:solidFill>
                <a:latin typeface="Tenorite"/>
                <a:cs typeface="Tenorite"/>
              </a:rPr>
              <a:t>upper limbs</a:t>
            </a:r>
          </a:p>
        </p:txBody>
      </p:sp>
      <p:sp>
        <p:nvSpPr>
          <p:cNvPr id="219" name="tx219"/>
          <p:cNvSpPr/>
          <p:nvPr/>
        </p:nvSpPr>
        <p:spPr>
          <a:xfrm>
            <a:off x="513599" y="4001980"/>
            <a:ext cx="380444" cy="1000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ctr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D4D4D">
                    <a:alpha val="100000"/>
                  </a:srgbClr>
                </a:solidFill>
                <a:latin typeface="Tenorite"/>
                <a:cs typeface="Tenorite"/>
              </a:rPr>
              <a:t>SARA</a:t>
            </a:r>
          </a:p>
        </p:txBody>
      </p:sp>
      <p:sp>
        <p:nvSpPr>
          <p:cNvPr id="220" name="tx220"/>
          <p:cNvSpPr/>
          <p:nvPr/>
        </p:nvSpPr>
        <p:spPr>
          <a:xfrm>
            <a:off x="531935" y="4168973"/>
            <a:ext cx="343773" cy="10866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ctr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D4D4D">
                    <a:alpha val="100000"/>
                  </a:srgbClr>
                </a:solidFill>
                <a:latin typeface="Tenorite"/>
                <a:cs typeface="Tenorite"/>
              </a:rPr>
              <a:t>axial</a:t>
            </a:r>
          </a:p>
        </p:txBody>
      </p:sp>
      <p:sp>
        <p:nvSpPr>
          <p:cNvPr id="221" name="tx221"/>
          <p:cNvSpPr/>
          <p:nvPr/>
        </p:nvSpPr>
        <p:spPr>
          <a:xfrm>
            <a:off x="513599" y="3393499"/>
            <a:ext cx="380444" cy="1000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ctr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D4D4D">
                    <a:alpha val="100000"/>
                  </a:srgbClr>
                </a:solidFill>
                <a:latin typeface="Tenorite"/>
                <a:cs typeface="Tenorite"/>
              </a:rPr>
              <a:t>SARA</a:t>
            </a:r>
          </a:p>
        </p:txBody>
      </p:sp>
      <p:sp>
        <p:nvSpPr>
          <p:cNvPr id="222" name="tx222"/>
          <p:cNvSpPr/>
          <p:nvPr/>
        </p:nvSpPr>
        <p:spPr>
          <a:xfrm>
            <a:off x="566265" y="2697236"/>
            <a:ext cx="275113" cy="1000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ctr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D4D4D">
                    <a:alpha val="100000"/>
                  </a:srgbClr>
                </a:solidFill>
                <a:latin typeface="Tenorite"/>
                <a:cs typeface="Tenorite"/>
              </a:rPr>
              <a:t>USS</a:t>
            </a:r>
          </a:p>
        </p:txBody>
      </p:sp>
      <p:sp>
        <p:nvSpPr>
          <p:cNvPr id="223" name="tx223"/>
          <p:cNvSpPr/>
          <p:nvPr/>
        </p:nvSpPr>
        <p:spPr>
          <a:xfrm>
            <a:off x="568328" y="2000972"/>
            <a:ext cx="270986" cy="1000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ctr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4D4D4D">
                    <a:alpha val="100000"/>
                  </a:srgbClr>
                </a:solidFill>
                <a:latin typeface="Tenorite"/>
                <a:cs typeface="Tenorite"/>
              </a:rPr>
              <a:t>FDS</a:t>
            </a:r>
          </a:p>
        </p:txBody>
      </p:sp>
      <p:sp>
        <p:nvSpPr>
          <p:cNvPr id="224" name="tx224"/>
          <p:cNvSpPr/>
          <p:nvPr/>
        </p:nvSpPr>
        <p:spPr>
          <a:xfrm>
            <a:off x="5542834" y="754449"/>
            <a:ext cx="833239" cy="12313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Pearson r</a:t>
            </a:r>
          </a:p>
        </p:txBody>
      </p:sp>
      <p:pic>
        <p:nvPicPr>
          <p:cNvPr id="225" name="pic2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7294" y="592494"/>
            <a:ext cx="1097280" cy="219455"/>
          </a:xfrm>
          <a:prstGeom prst="rect">
            <a:avLst/>
          </a:prstGeom>
        </p:spPr>
      </p:pic>
      <p:sp>
        <p:nvSpPr>
          <p:cNvPr id="226" name="pl226"/>
          <p:cNvSpPr/>
          <p:nvPr/>
        </p:nvSpPr>
        <p:spPr>
          <a:xfrm>
            <a:off x="6635354" y="768059"/>
            <a:ext cx="0" cy="43891"/>
          </a:xfrm>
          <a:custGeom>
            <a:avLst/>
            <a:gdLst/>
            <a:ahLst/>
            <a:cxnLst/>
            <a:rect l="0" t="0" r="0" b="0"/>
            <a:pathLst>
              <a:path h="43891">
                <a:moveTo>
                  <a:pt x="0" y="0"/>
                </a:moveTo>
                <a:lnTo>
                  <a:pt x="0" y="43891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400"/>
          </a:p>
        </p:txBody>
      </p:sp>
      <p:sp>
        <p:nvSpPr>
          <p:cNvPr id="227" name="pl227"/>
          <p:cNvSpPr/>
          <p:nvPr/>
        </p:nvSpPr>
        <p:spPr>
          <a:xfrm>
            <a:off x="6947818" y="768059"/>
            <a:ext cx="0" cy="43891"/>
          </a:xfrm>
          <a:custGeom>
            <a:avLst/>
            <a:gdLst/>
            <a:ahLst/>
            <a:cxnLst/>
            <a:rect l="0" t="0" r="0" b="0"/>
            <a:pathLst>
              <a:path h="43891">
                <a:moveTo>
                  <a:pt x="0" y="0"/>
                </a:moveTo>
                <a:lnTo>
                  <a:pt x="0" y="43891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400"/>
          </a:p>
        </p:txBody>
      </p:sp>
      <p:sp>
        <p:nvSpPr>
          <p:cNvPr id="228" name="pl228"/>
          <p:cNvSpPr/>
          <p:nvPr/>
        </p:nvSpPr>
        <p:spPr>
          <a:xfrm>
            <a:off x="7260281" y="768059"/>
            <a:ext cx="0" cy="43891"/>
          </a:xfrm>
          <a:custGeom>
            <a:avLst/>
            <a:gdLst/>
            <a:ahLst/>
            <a:cxnLst/>
            <a:rect l="0" t="0" r="0" b="0"/>
            <a:pathLst>
              <a:path h="43891">
                <a:moveTo>
                  <a:pt x="0" y="0"/>
                </a:moveTo>
                <a:lnTo>
                  <a:pt x="0" y="43891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400"/>
          </a:p>
        </p:txBody>
      </p:sp>
      <p:sp>
        <p:nvSpPr>
          <p:cNvPr id="229" name="pl229"/>
          <p:cNvSpPr/>
          <p:nvPr/>
        </p:nvSpPr>
        <p:spPr>
          <a:xfrm>
            <a:off x="7572745" y="768059"/>
            <a:ext cx="0" cy="43891"/>
          </a:xfrm>
          <a:custGeom>
            <a:avLst/>
            <a:gdLst/>
            <a:ahLst/>
            <a:cxnLst/>
            <a:rect l="0" t="0" r="0" b="0"/>
            <a:pathLst>
              <a:path h="43891">
                <a:moveTo>
                  <a:pt x="0" y="0"/>
                </a:moveTo>
                <a:lnTo>
                  <a:pt x="0" y="43891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400"/>
          </a:p>
        </p:txBody>
      </p:sp>
      <p:sp>
        <p:nvSpPr>
          <p:cNvPr id="230" name="pl230"/>
          <p:cNvSpPr/>
          <p:nvPr/>
        </p:nvSpPr>
        <p:spPr>
          <a:xfrm>
            <a:off x="6635354" y="592494"/>
            <a:ext cx="0" cy="43891"/>
          </a:xfrm>
          <a:custGeom>
            <a:avLst/>
            <a:gdLst/>
            <a:ahLst/>
            <a:cxnLst/>
            <a:rect l="0" t="0" r="0" b="0"/>
            <a:pathLst>
              <a:path h="43891">
                <a:moveTo>
                  <a:pt x="0" y="43891"/>
                </a:moveTo>
                <a:lnTo>
                  <a:pt x="0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400"/>
          </a:p>
        </p:txBody>
      </p:sp>
      <p:sp>
        <p:nvSpPr>
          <p:cNvPr id="231" name="pl231"/>
          <p:cNvSpPr/>
          <p:nvPr/>
        </p:nvSpPr>
        <p:spPr>
          <a:xfrm>
            <a:off x="6947818" y="592494"/>
            <a:ext cx="0" cy="43891"/>
          </a:xfrm>
          <a:custGeom>
            <a:avLst/>
            <a:gdLst/>
            <a:ahLst/>
            <a:cxnLst/>
            <a:rect l="0" t="0" r="0" b="0"/>
            <a:pathLst>
              <a:path h="43891">
                <a:moveTo>
                  <a:pt x="0" y="43891"/>
                </a:moveTo>
                <a:lnTo>
                  <a:pt x="0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400"/>
          </a:p>
        </p:txBody>
      </p:sp>
      <p:sp>
        <p:nvSpPr>
          <p:cNvPr id="232" name="pl232"/>
          <p:cNvSpPr/>
          <p:nvPr/>
        </p:nvSpPr>
        <p:spPr>
          <a:xfrm>
            <a:off x="7260281" y="592494"/>
            <a:ext cx="0" cy="43891"/>
          </a:xfrm>
          <a:custGeom>
            <a:avLst/>
            <a:gdLst/>
            <a:ahLst/>
            <a:cxnLst/>
            <a:rect l="0" t="0" r="0" b="0"/>
            <a:pathLst>
              <a:path h="43891">
                <a:moveTo>
                  <a:pt x="0" y="43891"/>
                </a:moveTo>
                <a:lnTo>
                  <a:pt x="0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400"/>
          </a:p>
        </p:txBody>
      </p:sp>
      <p:sp>
        <p:nvSpPr>
          <p:cNvPr id="233" name="pl233"/>
          <p:cNvSpPr/>
          <p:nvPr/>
        </p:nvSpPr>
        <p:spPr>
          <a:xfrm>
            <a:off x="7572745" y="592494"/>
            <a:ext cx="0" cy="43891"/>
          </a:xfrm>
          <a:custGeom>
            <a:avLst/>
            <a:gdLst/>
            <a:ahLst/>
            <a:cxnLst/>
            <a:rect l="0" t="0" r="0" b="0"/>
            <a:pathLst>
              <a:path h="43891">
                <a:moveTo>
                  <a:pt x="0" y="43891"/>
                </a:moveTo>
                <a:lnTo>
                  <a:pt x="0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400"/>
          </a:p>
        </p:txBody>
      </p:sp>
      <p:sp>
        <p:nvSpPr>
          <p:cNvPr id="234" name="tx234"/>
          <p:cNvSpPr/>
          <p:nvPr/>
        </p:nvSpPr>
        <p:spPr>
          <a:xfrm>
            <a:off x="6528992" y="910630"/>
            <a:ext cx="212725" cy="9977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0.4</a:t>
            </a:r>
          </a:p>
        </p:txBody>
      </p:sp>
      <p:sp>
        <p:nvSpPr>
          <p:cNvPr id="235" name="tx235"/>
          <p:cNvSpPr/>
          <p:nvPr/>
        </p:nvSpPr>
        <p:spPr>
          <a:xfrm>
            <a:off x="6841455" y="910630"/>
            <a:ext cx="212725" cy="9977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0.6</a:t>
            </a:r>
          </a:p>
        </p:txBody>
      </p:sp>
      <p:sp>
        <p:nvSpPr>
          <p:cNvPr id="236" name="tx236"/>
          <p:cNvSpPr/>
          <p:nvPr/>
        </p:nvSpPr>
        <p:spPr>
          <a:xfrm>
            <a:off x="7153919" y="910471"/>
            <a:ext cx="212725" cy="9993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0.8</a:t>
            </a:r>
          </a:p>
        </p:txBody>
      </p:sp>
      <p:sp>
        <p:nvSpPr>
          <p:cNvPr id="237" name="tx237"/>
          <p:cNvSpPr/>
          <p:nvPr/>
        </p:nvSpPr>
        <p:spPr>
          <a:xfrm>
            <a:off x="7466382" y="910630"/>
            <a:ext cx="212725" cy="9977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28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Tenorite"/>
                <a:cs typeface="Tenorite"/>
              </a:rPr>
              <a:t>1.0</a:t>
            </a:r>
          </a:p>
        </p:txBody>
      </p:sp>
      <p:sp>
        <p:nvSpPr>
          <p:cNvPr id="238" name="Title 1"/>
          <p:cNvSpPr>
            <a:spLocks noGrp="1"/>
          </p:cNvSpPr>
          <p:nvPr>
            <p:ph type="title"/>
          </p:nvPr>
        </p:nvSpPr>
        <p:spPr>
          <a:xfrm>
            <a:off x="9607379" y="0"/>
            <a:ext cx="2584622" cy="518984"/>
          </a:xfrm>
        </p:spPr>
        <p:txBody>
          <a:bodyPr/>
          <a:lstStyle/>
          <a:p>
            <a:r>
              <a:rPr sz="1100"/>
              <a:t>Pearson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ontent Placeholder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0" y="1283980"/>
              <a:ext cx="12191999" cy="429003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708473" y="1839075"/>
              <a:ext cx="667861" cy="667861"/>
            </a:xfrm>
            <a:prstGeom prst="rect">
              <a:avLst/>
            </a:prstGeom>
            <a:solidFill>
              <a:srgbClr val="9F74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rc6"/>
            <p:cNvSpPr/>
            <p:nvPr/>
          </p:nvSpPr>
          <p:spPr>
            <a:xfrm>
              <a:off x="708473" y="2506937"/>
              <a:ext cx="667861" cy="667861"/>
            </a:xfrm>
            <a:prstGeom prst="rect">
              <a:avLst/>
            </a:prstGeom>
            <a:solidFill>
              <a:srgbClr val="8E61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rc7"/>
            <p:cNvSpPr/>
            <p:nvPr/>
          </p:nvSpPr>
          <p:spPr>
            <a:xfrm>
              <a:off x="708473" y="3174799"/>
              <a:ext cx="667861" cy="667861"/>
            </a:xfrm>
            <a:prstGeom prst="rect">
              <a:avLst/>
            </a:prstGeom>
            <a:solidFill>
              <a:srgbClr val="9064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rc8"/>
            <p:cNvSpPr/>
            <p:nvPr/>
          </p:nvSpPr>
          <p:spPr>
            <a:xfrm>
              <a:off x="708473" y="3842661"/>
              <a:ext cx="667861" cy="667861"/>
            </a:xfrm>
            <a:prstGeom prst="rect">
              <a:avLst/>
            </a:prstGeom>
            <a:solidFill>
              <a:srgbClr val="BE9A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rc9"/>
            <p:cNvSpPr/>
            <p:nvPr/>
          </p:nvSpPr>
          <p:spPr>
            <a:xfrm>
              <a:off x="708473" y="4510523"/>
              <a:ext cx="667861" cy="667861"/>
            </a:xfrm>
            <a:prstGeom prst="rect">
              <a:avLst/>
            </a:prstGeom>
            <a:solidFill>
              <a:srgbClr val="BF9B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rc10"/>
            <p:cNvSpPr/>
            <p:nvPr/>
          </p:nvSpPr>
          <p:spPr>
            <a:xfrm>
              <a:off x="2712059" y="1839075"/>
              <a:ext cx="667861" cy="667861"/>
            </a:xfrm>
            <a:prstGeom prst="rect">
              <a:avLst/>
            </a:prstGeom>
            <a:solidFill>
              <a:srgbClr val="EADA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rc11"/>
            <p:cNvSpPr/>
            <p:nvPr/>
          </p:nvSpPr>
          <p:spPr>
            <a:xfrm>
              <a:off x="2712059" y="2506937"/>
              <a:ext cx="667861" cy="667861"/>
            </a:xfrm>
            <a:prstGeom prst="rect">
              <a:avLst/>
            </a:prstGeom>
            <a:solidFill>
              <a:srgbClr val="D2B6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rc12"/>
            <p:cNvSpPr/>
            <p:nvPr/>
          </p:nvSpPr>
          <p:spPr>
            <a:xfrm>
              <a:off x="2712059" y="3174799"/>
              <a:ext cx="667861" cy="667861"/>
            </a:xfrm>
            <a:prstGeom prst="rect">
              <a:avLst/>
            </a:prstGeom>
            <a:solidFill>
              <a:srgbClr val="DBC3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rc13"/>
            <p:cNvSpPr/>
            <p:nvPr/>
          </p:nvSpPr>
          <p:spPr>
            <a:xfrm>
              <a:off x="2712059" y="3842661"/>
              <a:ext cx="667861" cy="667861"/>
            </a:xfrm>
            <a:prstGeom prst="rect">
              <a:avLst/>
            </a:prstGeom>
            <a:solidFill>
              <a:srgbClr val="E9D9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rc14"/>
            <p:cNvSpPr/>
            <p:nvPr/>
          </p:nvSpPr>
          <p:spPr>
            <a:xfrm>
              <a:off x="2712059" y="4510523"/>
              <a:ext cx="667861" cy="667861"/>
            </a:xfrm>
            <a:prstGeom prst="rect">
              <a:avLst/>
            </a:prstGeom>
            <a:solidFill>
              <a:srgbClr val="C9A8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rc15"/>
            <p:cNvSpPr/>
            <p:nvPr/>
          </p:nvSpPr>
          <p:spPr>
            <a:xfrm>
              <a:off x="1376335" y="1839075"/>
              <a:ext cx="667861" cy="667861"/>
            </a:xfrm>
            <a:prstGeom prst="rect">
              <a:avLst/>
            </a:prstGeom>
            <a:solidFill>
              <a:srgbClr val="9C70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rc16"/>
            <p:cNvSpPr/>
            <p:nvPr/>
          </p:nvSpPr>
          <p:spPr>
            <a:xfrm>
              <a:off x="1376335" y="2506937"/>
              <a:ext cx="667861" cy="667861"/>
            </a:xfrm>
            <a:prstGeom prst="rect">
              <a:avLst/>
            </a:prstGeom>
            <a:solidFill>
              <a:srgbClr val="996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rc17"/>
            <p:cNvSpPr/>
            <p:nvPr/>
          </p:nvSpPr>
          <p:spPr>
            <a:xfrm>
              <a:off x="1376335" y="3174799"/>
              <a:ext cx="667861" cy="667861"/>
            </a:xfrm>
            <a:prstGeom prst="rect">
              <a:avLst/>
            </a:prstGeom>
            <a:solidFill>
              <a:srgbClr val="895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rc18"/>
            <p:cNvSpPr/>
            <p:nvPr/>
          </p:nvSpPr>
          <p:spPr>
            <a:xfrm>
              <a:off x="1376335" y="3842661"/>
              <a:ext cx="667861" cy="667861"/>
            </a:xfrm>
            <a:prstGeom prst="rect">
              <a:avLst/>
            </a:prstGeom>
            <a:solidFill>
              <a:srgbClr val="D4B8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rc19"/>
            <p:cNvSpPr/>
            <p:nvPr/>
          </p:nvSpPr>
          <p:spPr>
            <a:xfrm>
              <a:off x="1376335" y="4510523"/>
              <a:ext cx="667861" cy="667861"/>
            </a:xfrm>
            <a:prstGeom prst="rect">
              <a:avLst/>
            </a:prstGeom>
            <a:solidFill>
              <a:srgbClr val="D1B4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rc20"/>
            <p:cNvSpPr/>
            <p:nvPr/>
          </p:nvSpPr>
          <p:spPr>
            <a:xfrm>
              <a:off x="3379921" y="1839075"/>
              <a:ext cx="667861" cy="667861"/>
            </a:xfrm>
            <a:prstGeom prst="rect">
              <a:avLst/>
            </a:prstGeom>
            <a:solidFill>
              <a:srgbClr val="E8D8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rc21"/>
            <p:cNvSpPr/>
            <p:nvPr/>
          </p:nvSpPr>
          <p:spPr>
            <a:xfrm>
              <a:off x="3379921" y="2506937"/>
              <a:ext cx="667861" cy="667861"/>
            </a:xfrm>
            <a:prstGeom prst="rect">
              <a:avLst/>
            </a:prstGeom>
            <a:solidFill>
              <a:srgbClr val="DDC6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rc22"/>
            <p:cNvSpPr/>
            <p:nvPr/>
          </p:nvSpPr>
          <p:spPr>
            <a:xfrm>
              <a:off x="3379921" y="3174799"/>
              <a:ext cx="667861" cy="667861"/>
            </a:xfrm>
            <a:prstGeom prst="rect">
              <a:avLst/>
            </a:prstGeom>
            <a:solidFill>
              <a:srgbClr val="DCC4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rc23"/>
            <p:cNvSpPr/>
            <p:nvPr/>
          </p:nvSpPr>
          <p:spPr>
            <a:xfrm>
              <a:off x="3379921" y="3842661"/>
              <a:ext cx="667861" cy="667861"/>
            </a:xfrm>
            <a:prstGeom prst="rect">
              <a:avLst/>
            </a:prstGeom>
            <a:solidFill>
              <a:srgbClr val="F4EC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rc24"/>
            <p:cNvSpPr/>
            <p:nvPr/>
          </p:nvSpPr>
          <p:spPr>
            <a:xfrm>
              <a:off x="3379921" y="4510523"/>
              <a:ext cx="667861" cy="667861"/>
            </a:xfrm>
            <a:prstGeom prst="rect">
              <a:avLst/>
            </a:prstGeom>
            <a:solidFill>
              <a:srgbClr val="F5EE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rc25"/>
            <p:cNvSpPr/>
            <p:nvPr/>
          </p:nvSpPr>
          <p:spPr>
            <a:xfrm>
              <a:off x="2044197" y="1839075"/>
              <a:ext cx="667861" cy="667861"/>
            </a:xfrm>
            <a:prstGeom prst="rect">
              <a:avLst/>
            </a:prstGeom>
            <a:solidFill>
              <a:srgbClr val="AC83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rc26"/>
            <p:cNvSpPr/>
            <p:nvPr/>
          </p:nvSpPr>
          <p:spPr>
            <a:xfrm>
              <a:off x="2044197" y="2506937"/>
              <a:ext cx="667861" cy="667861"/>
            </a:xfrm>
            <a:prstGeom prst="rect">
              <a:avLst/>
            </a:prstGeom>
            <a:solidFill>
              <a:srgbClr val="A379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rc27"/>
            <p:cNvSpPr/>
            <p:nvPr/>
          </p:nvSpPr>
          <p:spPr>
            <a:xfrm>
              <a:off x="2044197" y="3174799"/>
              <a:ext cx="667861" cy="667861"/>
            </a:xfrm>
            <a:prstGeom prst="rect">
              <a:avLst/>
            </a:prstGeom>
            <a:solidFill>
              <a:srgbClr val="AD84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rc28"/>
            <p:cNvSpPr/>
            <p:nvPr/>
          </p:nvSpPr>
          <p:spPr>
            <a:xfrm>
              <a:off x="2044197" y="3842661"/>
              <a:ext cx="667861" cy="667861"/>
            </a:xfrm>
            <a:prstGeom prst="rect">
              <a:avLst/>
            </a:prstGeom>
            <a:solidFill>
              <a:srgbClr val="BD98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rc29"/>
            <p:cNvSpPr/>
            <p:nvPr/>
          </p:nvSpPr>
          <p:spPr>
            <a:xfrm>
              <a:off x="2044197" y="4510523"/>
              <a:ext cx="667861" cy="667861"/>
            </a:xfrm>
            <a:prstGeom prst="rect">
              <a:avLst/>
            </a:prstGeom>
            <a:solidFill>
              <a:srgbClr val="D7B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x30"/>
            <p:cNvSpPr/>
            <p:nvPr/>
          </p:nvSpPr>
          <p:spPr>
            <a:xfrm>
              <a:off x="866581" y="2105606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0.72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866581" y="2773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0.78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866581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0.77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866581" y="4109192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0.61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866581" y="4777054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870167" y="2105606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0.41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870167" y="2773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0.52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2870167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0.48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2870167" y="4109192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2870167" y="4777054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0.56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1534443" y="2105518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534443" y="2773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534443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0.79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534443" y="4109192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0.51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534443" y="4777054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0.52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538029" y="2105606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0.42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538029" y="2773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0.47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538029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0.48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3538029" y="4109103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0.36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538029" y="4776965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0.35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2202305" y="2105606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0.68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202305" y="2773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0.71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202305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0.67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2202305" y="4109192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0.61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2202305" y="4777054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55" name="rc55"/>
            <p:cNvSpPr/>
            <p:nvPr/>
          </p:nvSpPr>
          <p:spPr>
            <a:xfrm>
              <a:off x="4250944" y="1839075"/>
              <a:ext cx="667861" cy="667861"/>
            </a:xfrm>
            <a:prstGeom prst="rect">
              <a:avLst/>
            </a:prstGeom>
            <a:solidFill>
              <a:srgbClr val="9B6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rc56"/>
            <p:cNvSpPr/>
            <p:nvPr/>
          </p:nvSpPr>
          <p:spPr>
            <a:xfrm>
              <a:off x="4250944" y="2506937"/>
              <a:ext cx="667861" cy="667861"/>
            </a:xfrm>
            <a:prstGeom prst="rect">
              <a:avLst/>
            </a:prstGeom>
            <a:solidFill>
              <a:srgbClr val="9164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rc57"/>
            <p:cNvSpPr/>
            <p:nvPr/>
          </p:nvSpPr>
          <p:spPr>
            <a:xfrm>
              <a:off x="4250944" y="3174799"/>
              <a:ext cx="667861" cy="667861"/>
            </a:xfrm>
            <a:prstGeom prst="rect">
              <a:avLst/>
            </a:prstGeom>
            <a:solidFill>
              <a:srgbClr val="9164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rc58"/>
            <p:cNvSpPr/>
            <p:nvPr/>
          </p:nvSpPr>
          <p:spPr>
            <a:xfrm>
              <a:off x="4250944" y="3842661"/>
              <a:ext cx="667861" cy="667861"/>
            </a:xfrm>
            <a:prstGeom prst="rect">
              <a:avLst/>
            </a:prstGeom>
            <a:solidFill>
              <a:srgbClr val="B48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rc59"/>
            <p:cNvSpPr/>
            <p:nvPr/>
          </p:nvSpPr>
          <p:spPr>
            <a:xfrm>
              <a:off x="4250944" y="4510523"/>
              <a:ext cx="667861" cy="667861"/>
            </a:xfrm>
            <a:prstGeom prst="rect">
              <a:avLst/>
            </a:prstGeom>
            <a:solidFill>
              <a:srgbClr val="B38B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rc60"/>
            <p:cNvSpPr/>
            <p:nvPr/>
          </p:nvSpPr>
          <p:spPr>
            <a:xfrm>
              <a:off x="6254530" y="1839075"/>
              <a:ext cx="667861" cy="667861"/>
            </a:xfrm>
            <a:prstGeom prst="rect">
              <a:avLst/>
            </a:prstGeom>
            <a:solidFill>
              <a:srgbClr val="D2B5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rc61"/>
            <p:cNvSpPr/>
            <p:nvPr/>
          </p:nvSpPr>
          <p:spPr>
            <a:xfrm>
              <a:off x="6254530" y="2506937"/>
              <a:ext cx="667861" cy="667861"/>
            </a:xfrm>
            <a:prstGeom prst="rect">
              <a:avLst/>
            </a:prstGeom>
            <a:solidFill>
              <a:srgbClr val="C3A0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rc62"/>
            <p:cNvSpPr/>
            <p:nvPr/>
          </p:nvSpPr>
          <p:spPr>
            <a:xfrm>
              <a:off x="6254530" y="3174799"/>
              <a:ext cx="667861" cy="667861"/>
            </a:xfrm>
            <a:prstGeom prst="rect">
              <a:avLst/>
            </a:prstGeom>
            <a:solidFill>
              <a:srgbClr val="CFB1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rc63"/>
            <p:cNvSpPr/>
            <p:nvPr/>
          </p:nvSpPr>
          <p:spPr>
            <a:xfrm>
              <a:off x="6254530" y="3842661"/>
              <a:ext cx="667861" cy="667861"/>
            </a:xfrm>
            <a:prstGeom prst="rect">
              <a:avLst/>
            </a:prstGeom>
            <a:solidFill>
              <a:srgbClr val="D3B7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rc64"/>
            <p:cNvSpPr/>
            <p:nvPr/>
          </p:nvSpPr>
          <p:spPr>
            <a:xfrm>
              <a:off x="6254530" y="4510523"/>
              <a:ext cx="667861" cy="667861"/>
            </a:xfrm>
            <a:prstGeom prst="rect">
              <a:avLst/>
            </a:prstGeom>
            <a:solidFill>
              <a:srgbClr val="C5A3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rc65"/>
            <p:cNvSpPr/>
            <p:nvPr/>
          </p:nvSpPr>
          <p:spPr>
            <a:xfrm>
              <a:off x="4918806" y="1839075"/>
              <a:ext cx="667861" cy="667861"/>
            </a:xfrm>
            <a:prstGeom prst="rect">
              <a:avLst/>
            </a:prstGeom>
            <a:solidFill>
              <a:srgbClr val="9E72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rc66"/>
            <p:cNvSpPr/>
            <p:nvPr/>
          </p:nvSpPr>
          <p:spPr>
            <a:xfrm>
              <a:off x="4918806" y="2506937"/>
              <a:ext cx="667861" cy="667861"/>
            </a:xfrm>
            <a:prstGeom prst="rect">
              <a:avLst/>
            </a:prstGeom>
            <a:solidFill>
              <a:srgbClr val="A378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rc67"/>
            <p:cNvSpPr/>
            <p:nvPr/>
          </p:nvSpPr>
          <p:spPr>
            <a:xfrm>
              <a:off x="4918806" y="3174799"/>
              <a:ext cx="667861" cy="667861"/>
            </a:xfrm>
            <a:prstGeom prst="rect">
              <a:avLst/>
            </a:prstGeom>
            <a:solidFill>
              <a:srgbClr val="9164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rc68"/>
            <p:cNvSpPr/>
            <p:nvPr/>
          </p:nvSpPr>
          <p:spPr>
            <a:xfrm>
              <a:off x="4918806" y="3842661"/>
              <a:ext cx="667861" cy="667861"/>
            </a:xfrm>
            <a:prstGeom prst="rect">
              <a:avLst/>
            </a:prstGeom>
            <a:solidFill>
              <a:srgbClr val="CEB0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rc69"/>
            <p:cNvSpPr/>
            <p:nvPr/>
          </p:nvSpPr>
          <p:spPr>
            <a:xfrm>
              <a:off x="4918806" y="4510523"/>
              <a:ext cx="667861" cy="667861"/>
            </a:xfrm>
            <a:prstGeom prst="rect">
              <a:avLst/>
            </a:prstGeom>
            <a:solidFill>
              <a:srgbClr val="C9A9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rc70"/>
            <p:cNvSpPr/>
            <p:nvPr/>
          </p:nvSpPr>
          <p:spPr>
            <a:xfrm>
              <a:off x="6922392" y="1839075"/>
              <a:ext cx="667861" cy="667861"/>
            </a:xfrm>
            <a:prstGeom prst="rect">
              <a:avLst/>
            </a:prstGeom>
            <a:solidFill>
              <a:srgbClr val="EBD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rc71"/>
            <p:cNvSpPr/>
            <p:nvPr/>
          </p:nvSpPr>
          <p:spPr>
            <a:xfrm>
              <a:off x="6922392" y="2506937"/>
              <a:ext cx="667861" cy="667861"/>
            </a:xfrm>
            <a:prstGeom prst="rect">
              <a:avLst/>
            </a:prstGeom>
            <a:solidFill>
              <a:srgbClr val="E9DA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rc72"/>
            <p:cNvSpPr/>
            <p:nvPr/>
          </p:nvSpPr>
          <p:spPr>
            <a:xfrm>
              <a:off x="6922392" y="3174799"/>
              <a:ext cx="667861" cy="667861"/>
            </a:xfrm>
            <a:prstGeom prst="rect">
              <a:avLst/>
            </a:prstGeom>
            <a:solidFill>
              <a:srgbClr val="E9D9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rc73"/>
            <p:cNvSpPr/>
            <p:nvPr/>
          </p:nvSpPr>
          <p:spPr>
            <a:xfrm>
              <a:off x="6922392" y="3842661"/>
              <a:ext cx="667861" cy="667861"/>
            </a:xfrm>
            <a:prstGeom prst="rect">
              <a:avLst/>
            </a:prstGeom>
            <a:solidFill>
              <a:srgbClr val="F2E8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rc74"/>
            <p:cNvSpPr/>
            <p:nvPr/>
          </p:nvSpPr>
          <p:spPr>
            <a:xfrm>
              <a:off x="6922392" y="4510523"/>
              <a:ext cx="667861" cy="667861"/>
            </a:xfrm>
            <a:prstGeom prst="rect">
              <a:avLst/>
            </a:prstGeom>
            <a:solidFill>
              <a:srgbClr val="FDFB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rc75"/>
            <p:cNvSpPr/>
            <p:nvPr/>
          </p:nvSpPr>
          <p:spPr>
            <a:xfrm>
              <a:off x="5586668" y="1839075"/>
              <a:ext cx="667861" cy="667861"/>
            </a:xfrm>
            <a:prstGeom prst="rect">
              <a:avLst/>
            </a:prstGeom>
            <a:solidFill>
              <a:srgbClr val="B58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rc76"/>
            <p:cNvSpPr/>
            <p:nvPr/>
          </p:nvSpPr>
          <p:spPr>
            <a:xfrm>
              <a:off x="5586668" y="2506937"/>
              <a:ext cx="667861" cy="667861"/>
            </a:xfrm>
            <a:prstGeom prst="rect">
              <a:avLst/>
            </a:prstGeom>
            <a:solidFill>
              <a:srgbClr val="A77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rc77"/>
            <p:cNvSpPr/>
            <p:nvPr/>
          </p:nvSpPr>
          <p:spPr>
            <a:xfrm>
              <a:off x="5586668" y="3174799"/>
              <a:ext cx="667861" cy="667861"/>
            </a:xfrm>
            <a:prstGeom prst="rect">
              <a:avLst/>
            </a:prstGeom>
            <a:solidFill>
              <a:srgbClr val="AF87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rc78"/>
            <p:cNvSpPr/>
            <p:nvPr/>
          </p:nvSpPr>
          <p:spPr>
            <a:xfrm>
              <a:off x="5586668" y="3842661"/>
              <a:ext cx="667861" cy="667861"/>
            </a:xfrm>
            <a:prstGeom prst="rect">
              <a:avLst/>
            </a:prstGeom>
            <a:solidFill>
              <a:srgbClr val="BC96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rc79"/>
            <p:cNvSpPr/>
            <p:nvPr/>
          </p:nvSpPr>
          <p:spPr>
            <a:xfrm>
              <a:off x="5586668" y="4510523"/>
              <a:ext cx="667861" cy="667861"/>
            </a:xfrm>
            <a:prstGeom prst="rect">
              <a:avLst/>
            </a:prstGeom>
            <a:solidFill>
              <a:srgbClr val="C19E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tx80"/>
            <p:cNvSpPr/>
            <p:nvPr/>
          </p:nvSpPr>
          <p:spPr>
            <a:xfrm>
              <a:off x="4409052" y="2105606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0.74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409052" y="2773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0.77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409052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0.77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409052" y="4109192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0.64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409052" y="4777054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0.65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6412638" y="2105606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0.52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6412638" y="2773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0.59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6412638" y="3441242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0.53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6412638" y="4109192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0.52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6412638" y="4777054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0.58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5076914" y="2105518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0.73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5076914" y="2773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0.71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5076914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0.77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5076914" y="4109192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0.54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5076914" y="4777054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0.56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7080500" y="2105606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0.40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7080500" y="2773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0.41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7080500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0.41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7080500" y="4109103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0.37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7080500" y="4776965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0.31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5744776" y="2105606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0.64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5744776" y="2773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0.69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5744776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0.66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5744776" y="4109192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0.62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5744776" y="4777054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0.59</a:t>
              </a:r>
            </a:p>
          </p:txBody>
        </p:sp>
        <p:sp>
          <p:nvSpPr>
            <p:cNvPr id="105" name="rc105"/>
            <p:cNvSpPr/>
            <p:nvPr/>
          </p:nvSpPr>
          <p:spPr>
            <a:xfrm>
              <a:off x="7793415" y="1839075"/>
              <a:ext cx="667861" cy="667861"/>
            </a:xfrm>
            <a:prstGeom prst="rect">
              <a:avLst/>
            </a:prstGeom>
            <a:solidFill>
              <a:srgbClr val="AB82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rc106"/>
            <p:cNvSpPr/>
            <p:nvPr/>
          </p:nvSpPr>
          <p:spPr>
            <a:xfrm>
              <a:off x="7793415" y="2506937"/>
              <a:ext cx="667861" cy="667861"/>
            </a:xfrm>
            <a:prstGeom prst="rect">
              <a:avLst/>
            </a:prstGeom>
            <a:solidFill>
              <a:srgbClr val="9367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rc107"/>
            <p:cNvSpPr/>
            <p:nvPr/>
          </p:nvSpPr>
          <p:spPr>
            <a:xfrm>
              <a:off x="7793415" y="3174799"/>
              <a:ext cx="667861" cy="667861"/>
            </a:xfrm>
            <a:prstGeom prst="rect">
              <a:avLst/>
            </a:prstGeom>
            <a:solidFill>
              <a:srgbClr val="986B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rc108"/>
            <p:cNvSpPr/>
            <p:nvPr/>
          </p:nvSpPr>
          <p:spPr>
            <a:xfrm>
              <a:off x="7793415" y="3842661"/>
              <a:ext cx="667861" cy="667861"/>
            </a:xfrm>
            <a:prstGeom prst="rect">
              <a:avLst/>
            </a:prstGeom>
            <a:solidFill>
              <a:srgbClr val="D9C0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rc109"/>
            <p:cNvSpPr/>
            <p:nvPr/>
          </p:nvSpPr>
          <p:spPr>
            <a:xfrm>
              <a:off x="7793415" y="4510523"/>
              <a:ext cx="667861" cy="667861"/>
            </a:xfrm>
            <a:prstGeom prst="rect">
              <a:avLst/>
            </a:prstGeom>
            <a:solidFill>
              <a:srgbClr val="CEB0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rc110"/>
            <p:cNvSpPr/>
            <p:nvPr/>
          </p:nvSpPr>
          <p:spPr>
            <a:xfrm>
              <a:off x="9797001" y="1839075"/>
              <a:ext cx="667861" cy="667861"/>
            </a:xfrm>
            <a:prstGeom prst="rect">
              <a:avLst/>
            </a:prstGeom>
            <a:solidFill>
              <a:srgbClr val="F5E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rc111"/>
            <p:cNvSpPr/>
            <p:nvPr/>
          </p:nvSpPr>
          <p:spPr>
            <a:xfrm>
              <a:off x="9797001" y="2506937"/>
              <a:ext cx="667861" cy="667861"/>
            </a:xfrm>
            <a:prstGeom prst="rect">
              <a:avLst/>
            </a:prstGeom>
            <a:solidFill>
              <a:srgbClr val="D7B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rc112"/>
            <p:cNvSpPr/>
            <p:nvPr/>
          </p:nvSpPr>
          <p:spPr>
            <a:xfrm>
              <a:off x="9797001" y="3174799"/>
              <a:ext cx="667861" cy="667861"/>
            </a:xfrm>
            <a:prstGeom prst="rect">
              <a:avLst/>
            </a:prstGeom>
            <a:solidFill>
              <a:srgbClr val="DFC9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rc113"/>
            <p:cNvSpPr/>
            <p:nvPr/>
          </p:nvSpPr>
          <p:spPr>
            <a:xfrm>
              <a:off x="9797001" y="3842661"/>
              <a:ext cx="667861" cy="667861"/>
            </a:xfrm>
            <a:prstGeom prst="rect">
              <a:avLst/>
            </a:prstGeom>
            <a:solidFill>
              <a:srgbClr val="FEFC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rc114"/>
            <p:cNvSpPr/>
            <p:nvPr/>
          </p:nvSpPr>
          <p:spPr>
            <a:xfrm>
              <a:off x="9797001" y="4510523"/>
              <a:ext cx="667861" cy="667861"/>
            </a:xfrm>
            <a:prstGeom prst="rect">
              <a:avLst/>
            </a:prstGeom>
            <a:solidFill>
              <a:srgbClr val="CDAE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rc115"/>
            <p:cNvSpPr/>
            <p:nvPr/>
          </p:nvSpPr>
          <p:spPr>
            <a:xfrm>
              <a:off x="8461277" y="1839075"/>
              <a:ext cx="667861" cy="667861"/>
            </a:xfrm>
            <a:prstGeom prst="rect">
              <a:avLst/>
            </a:prstGeom>
            <a:solidFill>
              <a:srgbClr val="9F73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rc116"/>
            <p:cNvSpPr/>
            <p:nvPr/>
          </p:nvSpPr>
          <p:spPr>
            <a:xfrm>
              <a:off x="8461277" y="2506937"/>
              <a:ext cx="667861" cy="667861"/>
            </a:xfrm>
            <a:prstGeom prst="rect">
              <a:avLst/>
            </a:prstGeom>
            <a:solidFill>
              <a:srgbClr val="9569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rc117"/>
            <p:cNvSpPr/>
            <p:nvPr/>
          </p:nvSpPr>
          <p:spPr>
            <a:xfrm>
              <a:off x="8461277" y="3174799"/>
              <a:ext cx="667861" cy="667861"/>
            </a:xfrm>
            <a:prstGeom prst="rect">
              <a:avLst/>
            </a:prstGeom>
            <a:solidFill>
              <a:srgbClr val="8A5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rc118"/>
            <p:cNvSpPr/>
            <p:nvPr/>
          </p:nvSpPr>
          <p:spPr>
            <a:xfrm>
              <a:off x="8461277" y="3842661"/>
              <a:ext cx="667861" cy="667861"/>
            </a:xfrm>
            <a:prstGeom prst="rect">
              <a:avLst/>
            </a:prstGeom>
            <a:solidFill>
              <a:srgbClr val="EBDC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rc119"/>
            <p:cNvSpPr/>
            <p:nvPr/>
          </p:nvSpPr>
          <p:spPr>
            <a:xfrm>
              <a:off x="8461277" y="4510523"/>
              <a:ext cx="667861" cy="667861"/>
            </a:xfrm>
            <a:prstGeom prst="rect">
              <a:avLst/>
            </a:prstGeom>
            <a:solidFill>
              <a:srgbClr val="D9C1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rc120"/>
            <p:cNvSpPr/>
            <p:nvPr/>
          </p:nvSpPr>
          <p:spPr>
            <a:xfrm>
              <a:off x="10464863" y="1839075"/>
              <a:ext cx="667861" cy="667861"/>
            </a:xfrm>
            <a:prstGeom prst="rect">
              <a:avLst/>
            </a:prstGeom>
            <a:solidFill>
              <a:srgbClr val="D5BA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rc121"/>
            <p:cNvSpPr/>
            <p:nvPr/>
          </p:nvSpPr>
          <p:spPr>
            <a:xfrm>
              <a:off x="10464863" y="2506937"/>
              <a:ext cx="667861" cy="667861"/>
            </a:xfrm>
            <a:prstGeom prst="rect">
              <a:avLst/>
            </a:prstGeom>
            <a:solidFill>
              <a:srgbClr val="C4A1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rc122"/>
            <p:cNvSpPr/>
            <p:nvPr/>
          </p:nvSpPr>
          <p:spPr>
            <a:xfrm>
              <a:off x="10464863" y="3174799"/>
              <a:ext cx="667861" cy="667861"/>
            </a:xfrm>
            <a:prstGeom prst="rect">
              <a:avLst/>
            </a:prstGeom>
            <a:solidFill>
              <a:srgbClr val="C6A4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rc123"/>
            <p:cNvSpPr/>
            <p:nvPr/>
          </p:nvSpPr>
          <p:spPr>
            <a:xfrm>
              <a:off x="10464863" y="3842661"/>
              <a:ext cx="667861" cy="667861"/>
            </a:xfrm>
            <a:prstGeom prst="rect">
              <a:avLst/>
            </a:prstGeom>
            <a:solidFill>
              <a:srgbClr val="F1E7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rc124"/>
            <p:cNvSpPr/>
            <p:nvPr/>
          </p:nvSpPr>
          <p:spPr>
            <a:xfrm>
              <a:off x="10464863" y="4510523"/>
              <a:ext cx="667861" cy="667861"/>
            </a:xfrm>
            <a:prstGeom prst="rect">
              <a:avLst/>
            </a:prstGeom>
            <a:solidFill>
              <a:srgbClr val="EADB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rc125"/>
            <p:cNvSpPr/>
            <p:nvPr/>
          </p:nvSpPr>
          <p:spPr>
            <a:xfrm>
              <a:off x="9129139" y="1839075"/>
              <a:ext cx="667861" cy="667861"/>
            </a:xfrm>
            <a:prstGeom prst="rect">
              <a:avLst/>
            </a:prstGeom>
            <a:solidFill>
              <a:srgbClr val="C4A2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rc126"/>
            <p:cNvSpPr/>
            <p:nvPr/>
          </p:nvSpPr>
          <p:spPr>
            <a:xfrm>
              <a:off x="9129139" y="2506937"/>
              <a:ext cx="667861" cy="667861"/>
            </a:xfrm>
            <a:prstGeom prst="rect">
              <a:avLst/>
            </a:prstGeom>
            <a:solidFill>
              <a:srgbClr val="B690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rc127"/>
            <p:cNvSpPr/>
            <p:nvPr/>
          </p:nvSpPr>
          <p:spPr>
            <a:xfrm>
              <a:off x="9129139" y="3174799"/>
              <a:ext cx="667861" cy="667861"/>
            </a:xfrm>
            <a:prstGeom prst="rect">
              <a:avLst/>
            </a:prstGeom>
            <a:solidFill>
              <a:srgbClr val="BF9C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rc128"/>
            <p:cNvSpPr/>
            <p:nvPr/>
          </p:nvSpPr>
          <p:spPr>
            <a:xfrm>
              <a:off x="9129139" y="3842661"/>
              <a:ext cx="667861" cy="667861"/>
            </a:xfrm>
            <a:prstGeom prst="rect">
              <a:avLst/>
            </a:prstGeom>
            <a:solidFill>
              <a:srgbClr val="D9C0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rc129"/>
            <p:cNvSpPr/>
            <p:nvPr/>
          </p:nvSpPr>
          <p:spPr>
            <a:xfrm>
              <a:off x="9129139" y="4510523"/>
              <a:ext cx="667861" cy="667861"/>
            </a:xfrm>
            <a:prstGeom prst="rect">
              <a:avLst/>
            </a:prstGeom>
            <a:solidFill>
              <a:srgbClr val="F0E5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tx130"/>
            <p:cNvSpPr/>
            <p:nvPr/>
          </p:nvSpPr>
          <p:spPr>
            <a:xfrm>
              <a:off x="7951523" y="2105606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0.68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7951523" y="2773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0.76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7951523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7951523" y="4109192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0.49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7951523" y="4777054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0.54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9955109" y="2105518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0.35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9955109" y="2773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9955109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0.46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9955109" y="4109103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0.31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9955109" y="4777054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0.54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8619385" y="2105606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0.72</a:t>
              </a:r>
            </a:p>
          </p:txBody>
        </p:sp>
        <p:sp>
          <p:nvSpPr>
            <p:cNvPr id="141" name="tx141"/>
            <p:cNvSpPr/>
            <p:nvPr/>
          </p:nvSpPr>
          <p:spPr>
            <a:xfrm>
              <a:off x="8619385" y="2773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8619385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0.79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8619385" y="4109192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0.40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8619385" y="4777054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0.49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10622971" y="2105606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0.51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10622971" y="2773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0.58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10622971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0.57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10622971" y="4109103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0.37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10622971" y="4777054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0.41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9287247" y="2105606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0.58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9287247" y="2773468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0.64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9287247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0.60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9287247" y="4109192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0.49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9287247" y="4776965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0.38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2219820" y="1622129"/>
              <a:ext cx="316616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BOTH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5681554" y="1622075"/>
              <a:ext cx="478090" cy="827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CRCSCA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9276821" y="1623494"/>
              <a:ext cx="372496" cy="8136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UNIFAI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933700" y="5307801"/>
              <a:ext cx="217408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1452503" y="5306491"/>
              <a:ext cx="515525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ADL.lower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2110979" y="5285591"/>
              <a:ext cx="534297" cy="1022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ADL.upper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2766426" y="5306491"/>
              <a:ext cx="559127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ADL.bulbar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3462255" y="5306491"/>
              <a:ext cx="503192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ADL.other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4476171" y="5307801"/>
              <a:ext cx="217408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4994974" y="5306491"/>
              <a:ext cx="515525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ADL.lower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5653450" y="5285591"/>
              <a:ext cx="534297" cy="1022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ADL.upper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6308897" y="5306491"/>
              <a:ext cx="559127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ADL.bulbar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7004726" y="5306491"/>
              <a:ext cx="503192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ADL.other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8018642" y="5307801"/>
              <a:ext cx="217408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8537445" y="5306491"/>
              <a:ext cx="515525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ADL.lower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9195921" y="5285591"/>
              <a:ext cx="534297" cy="1022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ADL.upper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9851368" y="5306491"/>
              <a:ext cx="559127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ADL.bulbar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10547197" y="5306491"/>
              <a:ext cx="503192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ADL.other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69589" y="4782244"/>
              <a:ext cx="509468" cy="1022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s4.speech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125632" y="4133863"/>
              <a:ext cx="453424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SARA.ku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125632" y="3466001"/>
              <a:ext cx="453424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SARA.ax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274718" y="2798140"/>
              <a:ext cx="304338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SARA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349261" y="2130278"/>
              <a:ext cx="229795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USS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11408278" y="2845827"/>
              <a:ext cx="644543" cy="12946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Spearman</a:t>
              </a:r>
            </a:p>
          </p:txBody>
        </p:sp>
        <p:pic>
          <p:nvPicPr>
            <p:cNvPr id="179" name="pic17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08278" y="3059584"/>
              <a:ext cx="219455" cy="1097280"/>
            </a:xfrm>
            <a:prstGeom prst="rect">
              <a:avLst/>
            </a:prstGeom>
          </p:spPr>
        </p:pic>
        <p:sp>
          <p:nvSpPr>
            <p:cNvPr id="180" name="pl180"/>
            <p:cNvSpPr/>
            <p:nvPr/>
          </p:nvSpPr>
          <p:spPr>
            <a:xfrm>
              <a:off x="11583843" y="399880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pl181"/>
            <p:cNvSpPr/>
            <p:nvPr/>
          </p:nvSpPr>
          <p:spPr>
            <a:xfrm>
              <a:off x="11583843" y="3686340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pl182"/>
            <p:cNvSpPr/>
            <p:nvPr/>
          </p:nvSpPr>
          <p:spPr>
            <a:xfrm>
              <a:off x="11583843" y="337387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pl183"/>
            <p:cNvSpPr/>
            <p:nvPr/>
          </p:nvSpPr>
          <p:spPr>
            <a:xfrm>
              <a:off x="11583843" y="3061413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pl184"/>
            <p:cNvSpPr/>
            <p:nvPr/>
          </p:nvSpPr>
          <p:spPr>
            <a:xfrm>
              <a:off x="11408278" y="399880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pl185"/>
            <p:cNvSpPr/>
            <p:nvPr/>
          </p:nvSpPr>
          <p:spPr>
            <a:xfrm>
              <a:off x="11408278" y="3686340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pl186"/>
            <p:cNvSpPr/>
            <p:nvPr/>
          </p:nvSpPr>
          <p:spPr>
            <a:xfrm>
              <a:off x="11408278" y="337387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pl187"/>
            <p:cNvSpPr/>
            <p:nvPr/>
          </p:nvSpPr>
          <p:spPr>
            <a:xfrm>
              <a:off x="11408278" y="3061413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tx188"/>
            <p:cNvSpPr/>
            <p:nvPr/>
          </p:nvSpPr>
          <p:spPr>
            <a:xfrm>
              <a:off x="11697323" y="3957112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</a:t>
              </a:r>
            </a:p>
          </p:txBody>
        </p:sp>
        <p:sp>
          <p:nvSpPr>
            <p:cNvPr id="189" name="tx189"/>
            <p:cNvSpPr/>
            <p:nvPr/>
          </p:nvSpPr>
          <p:spPr>
            <a:xfrm>
              <a:off x="11697323" y="3644649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11697323" y="3332185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0.8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11697323" y="3019722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</p:grpSp>
      <p:sp>
        <p:nvSpPr>
          <p:cNvPr id="192" name="Title 1"/>
          <p:cNvSpPr>
            <a:spLocks noGrp="1"/>
          </p:cNvSpPr>
          <p:nvPr>
            <p:ph type="title"/>
          </p:nvPr>
        </p:nvSpPr>
        <p:spPr>
          <a:xfrm>
            <a:off x="9607379" y="0"/>
            <a:ext cx="2584622" cy="518984"/>
          </a:xfrm>
        </p:spPr>
        <p:txBody>
          <a:bodyPr/>
          <a:lstStyle/>
          <a:p>
            <a:r>
              <a:t>Spearman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ontent Placeholder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0" y="1263278"/>
              <a:ext cx="12192000" cy="433144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709270" y="1819169"/>
              <a:ext cx="675824" cy="675824"/>
            </a:xfrm>
            <a:prstGeom prst="rect">
              <a:avLst/>
            </a:prstGeom>
            <a:solidFill>
              <a:srgbClr val="9E72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rc6"/>
            <p:cNvSpPr/>
            <p:nvPr/>
          </p:nvSpPr>
          <p:spPr>
            <a:xfrm>
              <a:off x="709270" y="2494993"/>
              <a:ext cx="675824" cy="675824"/>
            </a:xfrm>
            <a:prstGeom prst="rect">
              <a:avLst/>
            </a:prstGeom>
            <a:solidFill>
              <a:srgbClr val="8E61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rc7"/>
            <p:cNvSpPr/>
            <p:nvPr/>
          </p:nvSpPr>
          <p:spPr>
            <a:xfrm>
              <a:off x="709270" y="3170818"/>
              <a:ext cx="675824" cy="675824"/>
            </a:xfrm>
            <a:prstGeom prst="rect">
              <a:avLst/>
            </a:prstGeom>
            <a:solidFill>
              <a:srgbClr val="9366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rc8"/>
            <p:cNvSpPr/>
            <p:nvPr/>
          </p:nvSpPr>
          <p:spPr>
            <a:xfrm>
              <a:off x="709270" y="3846642"/>
              <a:ext cx="675824" cy="675824"/>
            </a:xfrm>
            <a:prstGeom prst="rect">
              <a:avLst/>
            </a:prstGeom>
            <a:solidFill>
              <a:srgbClr val="BE99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rc9"/>
            <p:cNvSpPr/>
            <p:nvPr/>
          </p:nvSpPr>
          <p:spPr>
            <a:xfrm>
              <a:off x="709270" y="4522467"/>
              <a:ext cx="675824" cy="675824"/>
            </a:xfrm>
            <a:prstGeom prst="rect">
              <a:avLst/>
            </a:prstGeom>
            <a:solidFill>
              <a:srgbClr val="BD99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rc10"/>
            <p:cNvSpPr/>
            <p:nvPr/>
          </p:nvSpPr>
          <p:spPr>
            <a:xfrm>
              <a:off x="2736743" y="1819169"/>
              <a:ext cx="675824" cy="675824"/>
            </a:xfrm>
            <a:prstGeom prst="rect">
              <a:avLst/>
            </a:prstGeom>
            <a:solidFill>
              <a:srgbClr val="E6D5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rc11"/>
            <p:cNvSpPr/>
            <p:nvPr/>
          </p:nvSpPr>
          <p:spPr>
            <a:xfrm>
              <a:off x="2736743" y="2494993"/>
              <a:ext cx="675824" cy="675824"/>
            </a:xfrm>
            <a:prstGeom prst="rect">
              <a:avLst/>
            </a:prstGeom>
            <a:solidFill>
              <a:srgbClr val="D3B7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rc12"/>
            <p:cNvSpPr/>
            <p:nvPr/>
          </p:nvSpPr>
          <p:spPr>
            <a:xfrm>
              <a:off x="2736743" y="3170818"/>
              <a:ext cx="675824" cy="675824"/>
            </a:xfrm>
            <a:prstGeom prst="rect">
              <a:avLst/>
            </a:prstGeom>
            <a:solidFill>
              <a:srgbClr val="DFC9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rc13"/>
            <p:cNvSpPr/>
            <p:nvPr/>
          </p:nvSpPr>
          <p:spPr>
            <a:xfrm>
              <a:off x="2736743" y="3846642"/>
              <a:ext cx="675824" cy="675824"/>
            </a:xfrm>
            <a:prstGeom prst="rect">
              <a:avLst/>
            </a:prstGeom>
            <a:solidFill>
              <a:srgbClr val="E9DA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rc14"/>
            <p:cNvSpPr/>
            <p:nvPr/>
          </p:nvSpPr>
          <p:spPr>
            <a:xfrm>
              <a:off x="2736743" y="4522467"/>
              <a:ext cx="675824" cy="675824"/>
            </a:xfrm>
            <a:prstGeom prst="rect">
              <a:avLst/>
            </a:prstGeom>
            <a:solidFill>
              <a:srgbClr val="C7A5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rc15"/>
            <p:cNvSpPr/>
            <p:nvPr/>
          </p:nvSpPr>
          <p:spPr>
            <a:xfrm>
              <a:off x="1385094" y="1819169"/>
              <a:ext cx="675824" cy="675824"/>
            </a:xfrm>
            <a:prstGeom prst="rect">
              <a:avLst/>
            </a:prstGeom>
            <a:solidFill>
              <a:srgbClr val="996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rc16"/>
            <p:cNvSpPr/>
            <p:nvPr/>
          </p:nvSpPr>
          <p:spPr>
            <a:xfrm>
              <a:off x="1385094" y="2494993"/>
              <a:ext cx="675824" cy="675824"/>
            </a:xfrm>
            <a:prstGeom prst="rect">
              <a:avLst/>
            </a:prstGeom>
            <a:solidFill>
              <a:srgbClr val="9B6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rc17"/>
            <p:cNvSpPr/>
            <p:nvPr/>
          </p:nvSpPr>
          <p:spPr>
            <a:xfrm>
              <a:off x="1385094" y="3170818"/>
              <a:ext cx="675824" cy="675824"/>
            </a:xfrm>
            <a:prstGeom prst="rect">
              <a:avLst/>
            </a:prstGeom>
            <a:solidFill>
              <a:srgbClr val="9063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rc18"/>
            <p:cNvSpPr/>
            <p:nvPr/>
          </p:nvSpPr>
          <p:spPr>
            <a:xfrm>
              <a:off x="1385094" y="3846642"/>
              <a:ext cx="675824" cy="675824"/>
            </a:xfrm>
            <a:prstGeom prst="rect">
              <a:avLst/>
            </a:prstGeom>
            <a:solidFill>
              <a:srgbClr val="D3B7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rc19"/>
            <p:cNvSpPr/>
            <p:nvPr/>
          </p:nvSpPr>
          <p:spPr>
            <a:xfrm>
              <a:off x="1385094" y="4522467"/>
              <a:ext cx="675824" cy="675824"/>
            </a:xfrm>
            <a:prstGeom prst="rect">
              <a:avLst/>
            </a:prstGeom>
            <a:solidFill>
              <a:srgbClr val="D1B4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rc20"/>
            <p:cNvSpPr/>
            <p:nvPr/>
          </p:nvSpPr>
          <p:spPr>
            <a:xfrm>
              <a:off x="3412567" y="1819169"/>
              <a:ext cx="675824" cy="675824"/>
            </a:xfrm>
            <a:prstGeom prst="rect">
              <a:avLst/>
            </a:prstGeom>
            <a:solidFill>
              <a:srgbClr val="E9D9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rc21"/>
            <p:cNvSpPr/>
            <p:nvPr/>
          </p:nvSpPr>
          <p:spPr>
            <a:xfrm>
              <a:off x="3412567" y="2494993"/>
              <a:ext cx="675824" cy="675824"/>
            </a:xfrm>
            <a:prstGeom prst="rect">
              <a:avLst/>
            </a:prstGeom>
            <a:solidFill>
              <a:srgbClr val="DBC3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rc22"/>
            <p:cNvSpPr/>
            <p:nvPr/>
          </p:nvSpPr>
          <p:spPr>
            <a:xfrm>
              <a:off x="3412567" y="3170818"/>
              <a:ext cx="675824" cy="675824"/>
            </a:xfrm>
            <a:prstGeom prst="rect">
              <a:avLst/>
            </a:prstGeom>
            <a:solidFill>
              <a:srgbClr val="DBC4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rc23"/>
            <p:cNvSpPr/>
            <p:nvPr/>
          </p:nvSpPr>
          <p:spPr>
            <a:xfrm>
              <a:off x="3412567" y="3846642"/>
              <a:ext cx="675824" cy="675824"/>
            </a:xfrm>
            <a:prstGeom prst="rect">
              <a:avLst/>
            </a:prstGeom>
            <a:solidFill>
              <a:srgbClr val="F3EB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rc24"/>
            <p:cNvSpPr/>
            <p:nvPr/>
          </p:nvSpPr>
          <p:spPr>
            <a:xfrm>
              <a:off x="3412567" y="4522467"/>
              <a:ext cx="675824" cy="675824"/>
            </a:xfrm>
            <a:prstGeom prst="rect">
              <a:avLst/>
            </a:prstGeom>
            <a:solidFill>
              <a:srgbClr val="F3EB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rc25"/>
            <p:cNvSpPr/>
            <p:nvPr/>
          </p:nvSpPr>
          <p:spPr>
            <a:xfrm>
              <a:off x="2060918" y="1819169"/>
              <a:ext cx="675824" cy="675824"/>
            </a:xfrm>
            <a:prstGeom prst="rect">
              <a:avLst/>
            </a:prstGeom>
            <a:solidFill>
              <a:srgbClr val="AF86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rc26"/>
            <p:cNvSpPr/>
            <p:nvPr/>
          </p:nvSpPr>
          <p:spPr>
            <a:xfrm>
              <a:off x="2060918" y="2494993"/>
              <a:ext cx="675824" cy="675824"/>
            </a:xfrm>
            <a:prstGeom prst="rect">
              <a:avLst/>
            </a:prstGeom>
            <a:solidFill>
              <a:srgbClr val="A378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rc27"/>
            <p:cNvSpPr/>
            <p:nvPr/>
          </p:nvSpPr>
          <p:spPr>
            <a:xfrm>
              <a:off x="2060918" y="3170818"/>
              <a:ext cx="675824" cy="675824"/>
            </a:xfrm>
            <a:prstGeom prst="rect">
              <a:avLst/>
            </a:prstGeom>
            <a:solidFill>
              <a:srgbClr val="AC83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rc28"/>
            <p:cNvSpPr/>
            <p:nvPr/>
          </p:nvSpPr>
          <p:spPr>
            <a:xfrm>
              <a:off x="2060918" y="3846642"/>
              <a:ext cx="675824" cy="675824"/>
            </a:xfrm>
            <a:prstGeom prst="rect">
              <a:avLst/>
            </a:prstGeom>
            <a:solidFill>
              <a:srgbClr val="BE9A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rc29"/>
            <p:cNvSpPr/>
            <p:nvPr/>
          </p:nvSpPr>
          <p:spPr>
            <a:xfrm>
              <a:off x="2060918" y="4522467"/>
              <a:ext cx="675824" cy="675824"/>
            </a:xfrm>
            <a:prstGeom prst="rect">
              <a:avLst/>
            </a:prstGeom>
            <a:solidFill>
              <a:srgbClr val="D8B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x30"/>
            <p:cNvSpPr/>
            <p:nvPr/>
          </p:nvSpPr>
          <p:spPr>
            <a:xfrm>
              <a:off x="871359" y="2089593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871359" y="2765505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0.78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871359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0.76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871359" y="4117154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0.61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871359" y="4792979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0.61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898832" y="2089593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0.43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898832" y="2765505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0.52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2898832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0.46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2898832" y="4117154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2898832" y="4792979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0.57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1547183" y="2089681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547183" y="2765505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547183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0.77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547183" y="4117154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0.52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547183" y="4792890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0.53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574657" y="2089681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0.41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574657" y="2765505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0.48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574657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0.48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3574657" y="4117066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0.36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574657" y="4792890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0.36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2223008" y="2089681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0.67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223008" y="2765505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0.71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223008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0.68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2223008" y="4117154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2223008" y="4792979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0.49</a:t>
              </a:r>
            </a:p>
          </p:txBody>
        </p:sp>
        <p:sp>
          <p:nvSpPr>
            <p:cNvPr id="55" name="rc55"/>
            <p:cNvSpPr/>
            <p:nvPr/>
          </p:nvSpPr>
          <p:spPr>
            <a:xfrm>
              <a:off x="4293146" y="1819169"/>
              <a:ext cx="675824" cy="675824"/>
            </a:xfrm>
            <a:prstGeom prst="rect">
              <a:avLst/>
            </a:prstGeom>
            <a:solidFill>
              <a:srgbClr val="9A6E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rc56"/>
            <p:cNvSpPr/>
            <p:nvPr/>
          </p:nvSpPr>
          <p:spPr>
            <a:xfrm>
              <a:off x="4293146" y="2494993"/>
              <a:ext cx="675824" cy="675824"/>
            </a:xfrm>
            <a:prstGeom prst="rect">
              <a:avLst/>
            </a:prstGeom>
            <a:solidFill>
              <a:srgbClr val="9164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rc57"/>
            <p:cNvSpPr/>
            <p:nvPr/>
          </p:nvSpPr>
          <p:spPr>
            <a:xfrm>
              <a:off x="4293146" y="3170818"/>
              <a:ext cx="675824" cy="675824"/>
            </a:xfrm>
            <a:prstGeom prst="rect">
              <a:avLst/>
            </a:prstGeom>
            <a:solidFill>
              <a:srgbClr val="9568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rc58"/>
            <p:cNvSpPr/>
            <p:nvPr/>
          </p:nvSpPr>
          <p:spPr>
            <a:xfrm>
              <a:off x="4293146" y="3846642"/>
              <a:ext cx="675824" cy="675824"/>
            </a:xfrm>
            <a:prstGeom prst="rect">
              <a:avLst/>
            </a:prstGeom>
            <a:solidFill>
              <a:srgbClr val="B48C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rc59"/>
            <p:cNvSpPr/>
            <p:nvPr/>
          </p:nvSpPr>
          <p:spPr>
            <a:xfrm>
              <a:off x="4293146" y="4522467"/>
              <a:ext cx="675824" cy="675824"/>
            </a:xfrm>
            <a:prstGeom prst="rect">
              <a:avLst/>
            </a:prstGeom>
            <a:solidFill>
              <a:srgbClr val="B28B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rc60"/>
            <p:cNvSpPr/>
            <p:nvPr/>
          </p:nvSpPr>
          <p:spPr>
            <a:xfrm>
              <a:off x="6320619" y="1819169"/>
              <a:ext cx="675824" cy="675824"/>
            </a:xfrm>
            <a:prstGeom prst="rect">
              <a:avLst/>
            </a:prstGeom>
            <a:solidFill>
              <a:srgbClr val="D0B3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rc61"/>
            <p:cNvSpPr/>
            <p:nvPr/>
          </p:nvSpPr>
          <p:spPr>
            <a:xfrm>
              <a:off x="6320619" y="2494993"/>
              <a:ext cx="675824" cy="675824"/>
            </a:xfrm>
            <a:prstGeom prst="rect">
              <a:avLst/>
            </a:prstGeom>
            <a:solidFill>
              <a:srgbClr val="C4A2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rc62"/>
            <p:cNvSpPr/>
            <p:nvPr/>
          </p:nvSpPr>
          <p:spPr>
            <a:xfrm>
              <a:off x="6320619" y="3170818"/>
              <a:ext cx="675824" cy="675824"/>
            </a:xfrm>
            <a:prstGeom prst="rect">
              <a:avLst/>
            </a:prstGeom>
            <a:solidFill>
              <a:srgbClr val="D1B4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rc63"/>
            <p:cNvSpPr/>
            <p:nvPr/>
          </p:nvSpPr>
          <p:spPr>
            <a:xfrm>
              <a:off x="6320619" y="3846642"/>
              <a:ext cx="675824" cy="675824"/>
            </a:xfrm>
            <a:prstGeom prst="rect">
              <a:avLst/>
            </a:prstGeom>
            <a:solidFill>
              <a:srgbClr val="D6BB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rc64"/>
            <p:cNvSpPr/>
            <p:nvPr/>
          </p:nvSpPr>
          <p:spPr>
            <a:xfrm>
              <a:off x="6320619" y="4522467"/>
              <a:ext cx="675824" cy="675824"/>
            </a:xfrm>
            <a:prstGeom prst="rect">
              <a:avLst/>
            </a:prstGeom>
            <a:solidFill>
              <a:srgbClr val="C3A0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rc65"/>
            <p:cNvSpPr/>
            <p:nvPr/>
          </p:nvSpPr>
          <p:spPr>
            <a:xfrm>
              <a:off x="4968970" y="1819169"/>
              <a:ext cx="675824" cy="675824"/>
            </a:xfrm>
            <a:prstGeom prst="rect">
              <a:avLst/>
            </a:prstGeom>
            <a:solidFill>
              <a:srgbClr val="9E72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rc66"/>
            <p:cNvSpPr/>
            <p:nvPr/>
          </p:nvSpPr>
          <p:spPr>
            <a:xfrm>
              <a:off x="4968970" y="2494993"/>
              <a:ext cx="675824" cy="675824"/>
            </a:xfrm>
            <a:prstGeom prst="rect">
              <a:avLst/>
            </a:prstGeom>
            <a:solidFill>
              <a:srgbClr val="A77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rc67"/>
            <p:cNvSpPr/>
            <p:nvPr/>
          </p:nvSpPr>
          <p:spPr>
            <a:xfrm>
              <a:off x="4968970" y="3170818"/>
              <a:ext cx="675824" cy="675824"/>
            </a:xfrm>
            <a:prstGeom prst="rect">
              <a:avLst/>
            </a:prstGeom>
            <a:solidFill>
              <a:srgbClr val="9A6E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rc68"/>
            <p:cNvSpPr/>
            <p:nvPr/>
          </p:nvSpPr>
          <p:spPr>
            <a:xfrm>
              <a:off x="4968970" y="3846642"/>
              <a:ext cx="675824" cy="675824"/>
            </a:xfrm>
            <a:prstGeom prst="rect">
              <a:avLst/>
            </a:prstGeom>
            <a:solidFill>
              <a:srgbClr val="D2B5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rc69"/>
            <p:cNvSpPr/>
            <p:nvPr/>
          </p:nvSpPr>
          <p:spPr>
            <a:xfrm>
              <a:off x="4968970" y="4522467"/>
              <a:ext cx="675824" cy="675824"/>
            </a:xfrm>
            <a:prstGeom prst="rect">
              <a:avLst/>
            </a:prstGeom>
            <a:solidFill>
              <a:srgbClr val="C8A8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rc70"/>
            <p:cNvSpPr/>
            <p:nvPr/>
          </p:nvSpPr>
          <p:spPr>
            <a:xfrm>
              <a:off x="6996443" y="1819169"/>
              <a:ext cx="675824" cy="675824"/>
            </a:xfrm>
            <a:prstGeom prst="rect">
              <a:avLst/>
            </a:prstGeom>
            <a:solidFill>
              <a:srgbClr val="E6D4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rc71"/>
            <p:cNvSpPr/>
            <p:nvPr/>
          </p:nvSpPr>
          <p:spPr>
            <a:xfrm>
              <a:off x="6996443" y="2494993"/>
              <a:ext cx="675824" cy="675824"/>
            </a:xfrm>
            <a:prstGeom prst="rect">
              <a:avLst/>
            </a:prstGeom>
            <a:solidFill>
              <a:srgbClr val="E2CE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rc72"/>
            <p:cNvSpPr/>
            <p:nvPr/>
          </p:nvSpPr>
          <p:spPr>
            <a:xfrm>
              <a:off x="6996443" y="3170818"/>
              <a:ext cx="675824" cy="675824"/>
            </a:xfrm>
            <a:prstGeom prst="rect">
              <a:avLst/>
            </a:prstGeom>
            <a:solidFill>
              <a:srgbClr val="E3C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rc73"/>
            <p:cNvSpPr/>
            <p:nvPr/>
          </p:nvSpPr>
          <p:spPr>
            <a:xfrm>
              <a:off x="6996443" y="3846642"/>
              <a:ext cx="675824" cy="675824"/>
            </a:xfrm>
            <a:prstGeom prst="rect">
              <a:avLst/>
            </a:prstGeom>
            <a:solidFill>
              <a:srgbClr val="EDE0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rc74"/>
            <p:cNvSpPr/>
            <p:nvPr/>
          </p:nvSpPr>
          <p:spPr>
            <a:xfrm>
              <a:off x="6996443" y="4522467"/>
              <a:ext cx="675824" cy="675824"/>
            </a:xfrm>
            <a:prstGeom prst="rect">
              <a:avLst/>
            </a:prstGeom>
            <a:solidFill>
              <a:srgbClr val="F8F3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rc75"/>
            <p:cNvSpPr/>
            <p:nvPr/>
          </p:nvSpPr>
          <p:spPr>
            <a:xfrm>
              <a:off x="5644795" y="1819169"/>
              <a:ext cx="675824" cy="675824"/>
            </a:xfrm>
            <a:prstGeom prst="rect">
              <a:avLst/>
            </a:prstGeom>
            <a:solidFill>
              <a:srgbClr val="B28A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rc76"/>
            <p:cNvSpPr/>
            <p:nvPr/>
          </p:nvSpPr>
          <p:spPr>
            <a:xfrm>
              <a:off x="5644795" y="2494993"/>
              <a:ext cx="675824" cy="675824"/>
            </a:xfrm>
            <a:prstGeom prst="rect">
              <a:avLst/>
            </a:prstGeom>
            <a:solidFill>
              <a:srgbClr val="A176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rc77"/>
            <p:cNvSpPr/>
            <p:nvPr/>
          </p:nvSpPr>
          <p:spPr>
            <a:xfrm>
              <a:off x="5644795" y="3170818"/>
              <a:ext cx="675824" cy="675824"/>
            </a:xfrm>
            <a:prstGeom prst="rect">
              <a:avLst/>
            </a:prstGeom>
            <a:solidFill>
              <a:srgbClr val="AA80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rc78"/>
            <p:cNvSpPr/>
            <p:nvPr/>
          </p:nvSpPr>
          <p:spPr>
            <a:xfrm>
              <a:off x="5644795" y="3846642"/>
              <a:ext cx="675824" cy="675824"/>
            </a:xfrm>
            <a:prstGeom prst="rect">
              <a:avLst/>
            </a:prstGeom>
            <a:solidFill>
              <a:srgbClr val="B58E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rc79"/>
            <p:cNvSpPr/>
            <p:nvPr/>
          </p:nvSpPr>
          <p:spPr>
            <a:xfrm>
              <a:off x="5644795" y="4522467"/>
              <a:ext cx="675824" cy="675824"/>
            </a:xfrm>
            <a:prstGeom prst="rect">
              <a:avLst/>
            </a:prstGeom>
            <a:solidFill>
              <a:srgbClr val="C29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tx80"/>
            <p:cNvSpPr/>
            <p:nvPr/>
          </p:nvSpPr>
          <p:spPr>
            <a:xfrm>
              <a:off x="4455235" y="2089681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0.74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455235" y="2765505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0.77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455235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0.76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455235" y="4117154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0.65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455235" y="4792979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0.65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6482708" y="2089593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0.53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6482708" y="2765505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0.58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6482708" y="3441242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0.53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6482708" y="4117154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6482708" y="4792979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0.59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5131059" y="2089593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0.73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5131059" y="2765505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0.69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5131059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0.74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5131059" y="4117154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0.52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5131059" y="4792979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0.56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7158533" y="2089593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0.43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7158533" y="2765505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0.45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7158533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0.44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7158533" y="4117066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0.39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7158533" y="4792890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0.34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5806884" y="2089681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0.65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5806884" y="2765505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0.72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5806884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0.68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5806884" y="4117154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0.64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5806884" y="4792979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0.59</a:t>
              </a:r>
            </a:p>
          </p:txBody>
        </p:sp>
        <p:sp>
          <p:nvSpPr>
            <p:cNvPr id="105" name="rc105"/>
            <p:cNvSpPr/>
            <p:nvPr/>
          </p:nvSpPr>
          <p:spPr>
            <a:xfrm>
              <a:off x="7877022" y="1819169"/>
              <a:ext cx="675824" cy="675824"/>
            </a:xfrm>
            <a:prstGeom prst="rect">
              <a:avLst/>
            </a:prstGeom>
            <a:solidFill>
              <a:srgbClr val="A77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rc106"/>
            <p:cNvSpPr/>
            <p:nvPr/>
          </p:nvSpPr>
          <p:spPr>
            <a:xfrm>
              <a:off x="7877022" y="2494993"/>
              <a:ext cx="675824" cy="675824"/>
            </a:xfrm>
            <a:prstGeom prst="rect">
              <a:avLst/>
            </a:prstGeom>
            <a:solidFill>
              <a:srgbClr val="9164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rc107"/>
            <p:cNvSpPr/>
            <p:nvPr/>
          </p:nvSpPr>
          <p:spPr>
            <a:xfrm>
              <a:off x="7877022" y="3170818"/>
              <a:ext cx="675824" cy="675824"/>
            </a:xfrm>
            <a:prstGeom prst="rect">
              <a:avLst/>
            </a:prstGeom>
            <a:solidFill>
              <a:srgbClr val="966A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rc108"/>
            <p:cNvSpPr/>
            <p:nvPr/>
          </p:nvSpPr>
          <p:spPr>
            <a:xfrm>
              <a:off x="7877022" y="3846642"/>
              <a:ext cx="675824" cy="675824"/>
            </a:xfrm>
            <a:prstGeom prst="rect">
              <a:avLst/>
            </a:prstGeom>
            <a:solidFill>
              <a:srgbClr val="D4B8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rc109"/>
            <p:cNvSpPr/>
            <p:nvPr/>
          </p:nvSpPr>
          <p:spPr>
            <a:xfrm>
              <a:off x="7877022" y="4522467"/>
              <a:ext cx="675824" cy="675824"/>
            </a:xfrm>
            <a:prstGeom prst="rect">
              <a:avLst/>
            </a:prstGeom>
            <a:solidFill>
              <a:srgbClr val="C7A5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rc110"/>
            <p:cNvSpPr/>
            <p:nvPr/>
          </p:nvSpPr>
          <p:spPr>
            <a:xfrm>
              <a:off x="9904495" y="1819169"/>
              <a:ext cx="675824" cy="675824"/>
            </a:xfrm>
            <a:prstGeom prst="rect">
              <a:avLst/>
            </a:prstGeom>
            <a:solidFill>
              <a:srgbClr val="F1E7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rc111"/>
            <p:cNvSpPr/>
            <p:nvPr/>
          </p:nvSpPr>
          <p:spPr>
            <a:xfrm>
              <a:off x="9904495" y="2494993"/>
              <a:ext cx="675824" cy="675824"/>
            </a:xfrm>
            <a:prstGeom prst="rect">
              <a:avLst/>
            </a:prstGeom>
            <a:solidFill>
              <a:srgbClr val="D9B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rc112"/>
            <p:cNvSpPr/>
            <p:nvPr/>
          </p:nvSpPr>
          <p:spPr>
            <a:xfrm>
              <a:off x="9904495" y="3170818"/>
              <a:ext cx="675824" cy="675824"/>
            </a:xfrm>
            <a:prstGeom prst="rect">
              <a:avLst/>
            </a:prstGeom>
            <a:solidFill>
              <a:srgbClr val="E3C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rc113"/>
            <p:cNvSpPr/>
            <p:nvPr/>
          </p:nvSpPr>
          <p:spPr>
            <a:xfrm>
              <a:off x="9904495" y="3846642"/>
              <a:ext cx="675824" cy="675824"/>
            </a:xfrm>
            <a:prstGeom prst="rect">
              <a:avLst/>
            </a:prstGeom>
            <a:solidFill>
              <a:srgbClr val="FBF8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rc114"/>
            <p:cNvSpPr/>
            <p:nvPr/>
          </p:nvSpPr>
          <p:spPr>
            <a:xfrm>
              <a:off x="9904495" y="4522467"/>
              <a:ext cx="675824" cy="675824"/>
            </a:xfrm>
            <a:prstGeom prst="rect">
              <a:avLst/>
            </a:prstGeom>
            <a:solidFill>
              <a:srgbClr val="CBAB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rc115"/>
            <p:cNvSpPr/>
            <p:nvPr/>
          </p:nvSpPr>
          <p:spPr>
            <a:xfrm>
              <a:off x="8552846" y="1819169"/>
              <a:ext cx="675824" cy="675824"/>
            </a:xfrm>
            <a:prstGeom prst="rect">
              <a:avLst/>
            </a:prstGeom>
            <a:solidFill>
              <a:srgbClr val="9C70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rc116"/>
            <p:cNvSpPr/>
            <p:nvPr/>
          </p:nvSpPr>
          <p:spPr>
            <a:xfrm>
              <a:off x="8552846" y="2494993"/>
              <a:ext cx="675824" cy="675824"/>
            </a:xfrm>
            <a:prstGeom prst="rect">
              <a:avLst/>
            </a:prstGeom>
            <a:solidFill>
              <a:srgbClr val="9669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rc117"/>
            <p:cNvSpPr/>
            <p:nvPr/>
          </p:nvSpPr>
          <p:spPr>
            <a:xfrm>
              <a:off x="8552846" y="3170818"/>
              <a:ext cx="675824" cy="675824"/>
            </a:xfrm>
            <a:prstGeom prst="rect">
              <a:avLst/>
            </a:prstGeom>
            <a:solidFill>
              <a:srgbClr val="8E61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rc118"/>
            <p:cNvSpPr/>
            <p:nvPr/>
          </p:nvSpPr>
          <p:spPr>
            <a:xfrm>
              <a:off x="8552846" y="3846642"/>
              <a:ext cx="675824" cy="675824"/>
            </a:xfrm>
            <a:prstGeom prst="rect">
              <a:avLst/>
            </a:prstGeom>
            <a:solidFill>
              <a:srgbClr val="E3C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rc119"/>
            <p:cNvSpPr/>
            <p:nvPr/>
          </p:nvSpPr>
          <p:spPr>
            <a:xfrm>
              <a:off x="8552846" y="4522467"/>
              <a:ext cx="675824" cy="675824"/>
            </a:xfrm>
            <a:prstGeom prst="rect">
              <a:avLst/>
            </a:prstGeom>
            <a:solidFill>
              <a:srgbClr val="D7B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rc120"/>
            <p:cNvSpPr/>
            <p:nvPr/>
          </p:nvSpPr>
          <p:spPr>
            <a:xfrm>
              <a:off x="10580319" y="1819169"/>
              <a:ext cx="675824" cy="675824"/>
            </a:xfrm>
            <a:prstGeom prst="rect">
              <a:avLst/>
            </a:prstGeom>
            <a:solidFill>
              <a:srgbClr val="DDC6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rc121"/>
            <p:cNvSpPr/>
            <p:nvPr/>
          </p:nvSpPr>
          <p:spPr>
            <a:xfrm>
              <a:off x="10580319" y="2494993"/>
              <a:ext cx="675824" cy="675824"/>
            </a:xfrm>
            <a:prstGeom prst="rect">
              <a:avLst/>
            </a:prstGeom>
            <a:solidFill>
              <a:srgbClr val="CAAB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rc122"/>
            <p:cNvSpPr/>
            <p:nvPr/>
          </p:nvSpPr>
          <p:spPr>
            <a:xfrm>
              <a:off x="10580319" y="3170818"/>
              <a:ext cx="675824" cy="675824"/>
            </a:xfrm>
            <a:prstGeom prst="rect">
              <a:avLst/>
            </a:prstGeom>
            <a:solidFill>
              <a:srgbClr val="CCA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rc123"/>
            <p:cNvSpPr/>
            <p:nvPr/>
          </p:nvSpPr>
          <p:spPr>
            <a:xfrm>
              <a:off x="10580319" y="3846642"/>
              <a:ext cx="675824" cy="675824"/>
            </a:xfrm>
            <a:prstGeom prst="rect">
              <a:avLst/>
            </a:prstGeom>
            <a:solidFill>
              <a:srgbClr val="F6EF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rc124"/>
            <p:cNvSpPr/>
            <p:nvPr/>
          </p:nvSpPr>
          <p:spPr>
            <a:xfrm>
              <a:off x="10580319" y="4522467"/>
              <a:ext cx="675824" cy="675824"/>
            </a:xfrm>
            <a:prstGeom prst="rect">
              <a:avLst/>
            </a:prstGeom>
            <a:solidFill>
              <a:srgbClr val="ECD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rc125"/>
            <p:cNvSpPr/>
            <p:nvPr/>
          </p:nvSpPr>
          <p:spPr>
            <a:xfrm>
              <a:off x="9228671" y="1819169"/>
              <a:ext cx="675824" cy="675824"/>
            </a:xfrm>
            <a:prstGeom prst="rect">
              <a:avLst/>
            </a:prstGeom>
            <a:solidFill>
              <a:srgbClr val="BF9C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rc126"/>
            <p:cNvSpPr/>
            <p:nvPr/>
          </p:nvSpPr>
          <p:spPr>
            <a:xfrm>
              <a:off x="9228671" y="2494993"/>
              <a:ext cx="675824" cy="675824"/>
            </a:xfrm>
            <a:prstGeom prst="rect">
              <a:avLst/>
            </a:prstGeom>
            <a:solidFill>
              <a:srgbClr val="B38B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rc127"/>
            <p:cNvSpPr/>
            <p:nvPr/>
          </p:nvSpPr>
          <p:spPr>
            <a:xfrm>
              <a:off x="9228671" y="3170818"/>
              <a:ext cx="675824" cy="675824"/>
            </a:xfrm>
            <a:prstGeom prst="rect">
              <a:avLst/>
            </a:prstGeom>
            <a:solidFill>
              <a:srgbClr val="BB96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rc128"/>
            <p:cNvSpPr/>
            <p:nvPr/>
          </p:nvSpPr>
          <p:spPr>
            <a:xfrm>
              <a:off x="9228671" y="3846642"/>
              <a:ext cx="675824" cy="675824"/>
            </a:xfrm>
            <a:prstGeom prst="rect">
              <a:avLst/>
            </a:prstGeom>
            <a:solidFill>
              <a:srgbClr val="D7BD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rc129"/>
            <p:cNvSpPr/>
            <p:nvPr/>
          </p:nvSpPr>
          <p:spPr>
            <a:xfrm>
              <a:off x="9228671" y="4522467"/>
              <a:ext cx="675824" cy="675824"/>
            </a:xfrm>
            <a:prstGeom prst="rect">
              <a:avLst/>
            </a:prstGeom>
            <a:solidFill>
              <a:srgbClr val="E9D9F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tx130"/>
            <p:cNvSpPr/>
            <p:nvPr/>
          </p:nvSpPr>
          <p:spPr>
            <a:xfrm>
              <a:off x="8039111" y="2089681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0.69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8039111" y="2765505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0.77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8039111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8039111" y="4117154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0.51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8039111" y="4792979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0.57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10066584" y="2089593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0.37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10066584" y="2765505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0.49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10066584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0.44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10066584" y="4117066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0.32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10066584" y="4792979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0.55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8714936" y="2089593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0.73</a:t>
              </a:r>
            </a:p>
          </p:txBody>
        </p:sp>
        <p:sp>
          <p:nvSpPr>
            <p:cNvPr id="141" name="tx141"/>
            <p:cNvSpPr/>
            <p:nvPr/>
          </p:nvSpPr>
          <p:spPr>
            <a:xfrm>
              <a:off x="8714936" y="2765505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8714936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0.78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8714936" y="4117154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0.44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8714936" y="4792979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10742409" y="2089681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0.47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10742409" y="2765505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0.55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10742409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0.55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10742409" y="4117066"/>
              <a:ext cx="351645" cy="13215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0.35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10742409" y="4792979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0.40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9390760" y="2089681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0.60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9390760" y="2765505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0.65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9390760" y="3441330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0.62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9390760" y="4117154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9390760" y="4792979"/>
              <a:ext cx="351645" cy="1320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0.41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2240522" y="1601427"/>
              <a:ext cx="316616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BOTH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5743661" y="1601372"/>
              <a:ext cx="478090" cy="827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CRCSCA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9380334" y="1602791"/>
              <a:ext cx="372496" cy="8136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UNIFAI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938478" y="5328504"/>
              <a:ext cx="217408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1465243" y="5327194"/>
              <a:ext cx="515525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ADL.lower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2131682" y="5306294"/>
              <a:ext cx="534297" cy="1022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ADL.upper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2795091" y="5327194"/>
              <a:ext cx="559127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ADL.bulbar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3498883" y="5327194"/>
              <a:ext cx="503192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ADL.other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4522354" y="5328504"/>
              <a:ext cx="217408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5049119" y="5327194"/>
              <a:ext cx="515525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ADL.lower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5715558" y="5306294"/>
              <a:ext cx="534297" cy="1022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ADL.upper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6378967" y="5327194"/>
              <a:ext cx="559127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ADL.bulbar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7082759" y="5327194"/>
              <a:ext cx="503192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ADL.other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8106230" y="5328504"/>
              <a:ext cx="217408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8632996" y="5327194"/>
              <a:ext cx="515525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ADL.lower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9299434" y="5306294"/>
              <a:ext cx="534297" cy="1022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ADL.upper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9962844" y="5327194"/>
              <a:ext cx="559127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ADL.bulbar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10666635" y="5327194"/>
              <a:ext cx="503192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ADL.other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69589" y="4798169"/>
              <a:ext cx="509468" cy="1022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s4.speech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125632" y="4141826"/>
              <a:ext cx="453424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SARA.ku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125632" y="3466001"/>
              <a:ext cx="453424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SARA.ax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274718" y="2790177"/>
              <a:ext cx="304338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SARA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349261" y="2114353"/>
              <a:ext cx="229795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USS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11532493" y="2873658"/>
              <a:ext cx="520327" cy="10163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Pearson</a:t>
              </a:r>
            </a:p>
          </p:txBody>
        </p:sp>
        <p:pic>
          <p:nvPicPr>
            <p:cNvPr id="179" name="pic17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32493" y="3059584"/>
              <a:ext cx="219455" cy="1097280"/>
            </a:xfrm>
            <a:prstGeom prst="rect">
              <a:avLst/>
            </a:prstGeom>
          </p:spPr>
        </p:pic>
        <p:sp>
          <p:nvSpPr>
            <p:cNvPr id="180" name="pl180"/>
            <p:cNvSpPr/>
            <p:nvPr/>
          </p:nvSpPr>
          <p:spPr>
            <a:xfrm>
              <a:off x="11708058" y="399880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pl181"/>
            <p:cNvSpPr/>
            <p:nvPr/>
          </p:nvSpPr>
          <p:spPr>
            <a:xfrm>
              <a:off x="11708058" y="3686340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pl182"/>
            <p:cNvSpPr/>
            <p:nvPr/>
          </p:nvSpPr>
          <p:spPr>
            <a:xfrm>
              <a:off x="11708058" y="337387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pl183"/>
            <p:cNvSpPr/>
            <p:nvPr/>
          </p:nvSpPr>
          <p:spPr>
            <a:xfrm>
              <a:off x="11708058" y="3061413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pl184"/>
            <p:cNvSpPr/>
            <p:nvPr/>
          </p:nvSpPr>
          <p:spPr>
            <a:xfrm>
              <a:off x="11532493" y="399880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pl185"/>
            <p:cNvSpPr/>
            <p:nvPr/>
          </p:nvSpPr>
          <p:spPr>
            <a:xfrm>
              <a:off x="11532493" y="3686340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pl186"/>
            <p:cNvSpPr/>
            <p:nvPr/>
          </p:nvSpPr>
          <p:spPr>
            <a:xfrm>
              <a:off x="11532493" y="337387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pl187"/>
            <p:cNvSpPr/>
            <p:nvPr/>
          </p:nvSpPr>
          <p:spPr>
            <a:xfrm>
              <a:off x="11532493" y="3061413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tx188"/>
            <p:cNvSpPr/>
            <p:nvPr/>
          </p:nvSpPr>
          <p:spPr>
            <a:xfrm>
              <a:off x="11821539" y="3957112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</a:t>
              </a:r>
            </a:p>
          </p:txBody>
        </p:sp>
        <p:sp>
          <p:nvSpPr>
            <p:cNvPr id="189" name="tx189"/>
            <p:cNvSpPr/>
            <p:nvPr/>
          </p:nvSpPr>
          <p:spPr>
            <a:xfrm>
              <a:off x="11821539" y="3644649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11821539" y="3332185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0.8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11821539" y="3019722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</p:grpSp>
      <p:sp>
        <p:nvSpPr>
          <p:cNvPr id="192" name="Title 1"/>
          <p:cNvSpPr>
            <a:spLocks noGrp="1"/>
          </p:cNvSpPr>
          <p:nvPr>
            <p:ph type="title"/>
          </p:nvPr>
        </p:nvSpPr>
        <p:spPr>
          <a:xfrm>
            <a:off x="9607379" y="0"/>
            <a:ext cx="2584622" cy="518984"/>
          </a:xfrm>
        </p:spPr>
        <p:txBody>
          <a:bodyPr/>
          <a:lstStyle/>
          <a:p>
            <a:r>
              <a:t>Pearson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Cambria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5395BB3-1528-4302-A15C-E6A06E822975}" vid="{DF592CA2-00DC-4ACA-BF02-8EB1A2F15D8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18783</TotalTime>
  <Words>435</Words>
  <Application>Microsoft Office PowerPoint</Application>
  <PresentationFormat>Widescreen</PresentationFormat>
  <Paragraphs>346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Tenorite</vt:lpstr>
      <vt:lpstr>Calibri</vt:lpstr>
      <vt:lpstr>Arial</vt:lpstr>
      <vt:lpstr>CR</vt:lpstr>
      <vt:lpstr>Pearson</vt:lpstr>
      <vt:lpstr>Spearman</vt:lpstr>
      <vt:lpstr>Pearson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Christian Rummey</dc:creator>
  <cp:lastModifiedBy>Christian Rummey</cp:lastModifiedBy>
  <cp:revision>64</cp:revision>
  <dcterms:created xsi:type="dcterms:W3CDTF">2020-08-21T08:26:15Z</dcterms:created>
  <dcterms:modified xsi:type="dcterms:W3CDTF">2025-09-14T14:04:49Z</dcterms:modified>
</cp:coreProperties>
</file>
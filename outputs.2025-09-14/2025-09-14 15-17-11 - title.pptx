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56" r:id="rId2"/>
    <p:sldId id="258" r:id="rId3"/>
    <p:sldId id="257" r:id="rId4"/>
  </p:sldIdLst>
  <p:sldSz cx="12192000" cy="6858000"/>
  <p:notesSz cx="6858000" cy="9144000"/>
  <p:embeddedFontLst>
    <p:embeddedFont>
      <p:font typeface="Tenorite" panose="00000500000000000000" pitchFamily="2" charset="0"/>
      <p:regular r:id="rId7"/>
      <p:bold r:id="rId8"/>
      <p:italic r:id="rId9"/>
      <p:boldItalic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66"/>
    <a:srgbClr val="FFFFFF"/>
    <a:srgbClr val="D21145"/>
    <a:srgbClr val="CCCCCC"/>
    <a:srgbClr val="F4A582"/>
    <a:srgbClr val="4A4A4A"/>
    <a:srgbClr val="FFA07A"/>
    <a:srgbClr val="A3B18A"/>
    <a:srgbClr val="FFCC99"/>
    <a:srgbClr val="66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4E7916-0D77-468F-8E39-981533599714}" v="3" dt="2025-09-14T11:25:02.616"/>
    <p1510:client id="{E2751328-2B01-403C-86BC-FD057DA08DC5}" v="2" dt="2025-09-14T13:30:20.5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890" autoAdjust="0"/>
    <p:restoredTop sz="95861" autoAdjust="0"/>
  </p:normalViewPr>
  <p:slideViewPr>
    <p:cSldViewPr snapToGrid="0" snapToObjects="1">
      <p:cViewPr varScale="1">
        <p:scale>
          <a:sx n="103" d="100"/>
          <a:sy n="103" d="100"/>
        </p:scale>
        <p:origin x="64" y="492"/>
      </p:cViewPr>
      <p:guideLst/>
    </p:cSldViewPr>
  </p:slideViewPr>
  <p:outlineViewPr>
    <p:cViewPr>
      <p:scale>
        <a:sx n="33" d="100"/>
        <a:sy n="33" d="100"/>
      </p:scale>
      <p:origin x="0" y="-2628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109" d="100"/>
          <a:sy n="109" d="100"/>
        </p:scale>
        <p:origin x="3144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5" Type="http://schemas.microsoft.com/office/2016/11/relationships/changesInfo" Target="changesInfos/changesInfo1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ian Rummey" userId="1616f22b-5705-4d11-a330-2855031cc605" providerId="ADAL" clId="{A14D9793-A2DD-4368-83B7-2992B2F3B1BA}"/>
    <pc:docChg chg="undo custSel addSld delSld modMainMaster">
      <pc:chgData name="Christian Rummey" userId="1616f22b-5705-4d11-a330-2855031cc605" providerId="ADAL" clId="{A14D9793-A2DD-4368-83B7-2992B2F3B1BA}" dt="2025-06-10T15:20:23.221" v="9" actId="255"/>
      <pc:docMkLst>
        <pc:docMk/>
      </pc:docMkLst>
      <pc:sldChg chg="new del">
        <pc:chgData name="Christian Rummey" userId="1616f22b-5705-4d11-a330-2855031cc605" providerId="ADAL" clId="{A14D9793-A2DD-4368-83B7-2992B2F3B1BA}" dt="2025-06-09T17:30:43.180" v="6" actId="47"/>
        <pc:sldMkLst>
          <pc:docMk/>
          <pc:sldMk cId="1725867823" sldId="256"/>
        </pc:sldMkLst>
      </pc:sldChg>
      <pc:sldMasterChg chg="modSldLayout">
        <pc:chgData name="Christian Rummey" userId="1616f22b-5705-4d11-a330-2855031cc605" providerId="ADAL" clId="{A14D9793-A2DD-4368-83B7-2992B2F3B1BA}" dt="2025-06-10T15:20:23.221" v="9" actId="255"/>
        <pc:sldMasterMkLst>
          <pc:docMk/>
          <pc:sldMasterMk cId="1297349460" sldId="2147483648"/>
        </pc:sldMasterMkLst>
        <pc:sldLayoutChg chg="modSp mod">
          <pc:chgData name="Christian Rummey" userId="1616f22b-5705-4d11-a330-2855031cc605" providerId="ADAL" clId="{A14D9793-A2DD-4368-83B7-2992B2F3B1BA}" dt="2025-06-10T15:20:23.221" v="9" actId="255"/>
          <pc:sldLayoutMkLst>
            <pc:docMk/>
            <pc:sldMasterMk cId="1297349460" sldId="2147483648"/>
            <pc:sldLayoutMk cId="4256017067" sldId="2147483698"/>
          </pc:sldLayoutMkLst>
        </pc:sldLayoutChg>
      </pc:sldMasterChg>
    </pc:docChg>
  </pc:docChgLst>
  <pc:docChgLst>
    <pc:chgData name="Christian Rummey" userId="1616f22b-5705-4d11-a330-2855031cc605" providerId="ADAL" clId="{BA4FE7E3-BE8F-4020-926C-39CDD45D1D87}"/>
    <pc:docChg chg="undo custSel modMainMaster">
      <pc:chgData name="Christian Rummey" userId="1616f22b-5705-4d11-a330-2855031cc605" providerId="ADAL" clId="{BA4FE7E3-BE8F-4020-926C-39CDD45D1D87}" dt="2025-04-22T11:05:18.004" v="6" actId="1076"/>
      <pc:docMkLst>
        <pc:docMk/>
      </pc:docMkLst>
      <pc:sldMasterChg chg="modSldLayout">
        <pc:chgData name="Christian Rummey" userId="1616f22b-5705-4d11-a330-2855031cc605" providerId="ADAL" clId="{BA4FE7E3-BE8F-4020-926C-39CDD45D1D87}" dt="2025-04-22T11:05:18.004" v="6" actId="1076"/>
        <pc:sldMasterMkLst>
          <pc:docMk/>
          <pc:sldMasterMk cId="1297349460" sldId="2147483648"/>
        </pc:sldMasterMkLst>
        <pc:sldLayoutChg chg="addSp modSp mod">
          <pc:chgData name="Christian Rummey" userId="1616f22b-5705-4d11-a330-2855031cc605" providerId="ADAL" clId="{BA4FE7E3-BE8F-4020-926C-39CDD45D1D87}" dt="2025-04-22T11:05:18.004" v="6" actId="1076"/>
          <pc:sldLayoutMkLst>
            <pc:docMk/>
            <pc:sldMasterMk cId="1297349460" sldId="2147483648"/>
            <pc:sldLayoutMk cId="1779765834" sldId="2147483662"/>
          </pc:sldLayoutMkLst>
        </pc:sldLayoutChg>
      </pc:sldMasterChg>
    </pc:docChg>
  </pc:docChgLst>
  <pc:docChgLst>
    <pc:chgData name="Christian Rummey" userId="1616f22b-5705-4d11-a330-2855031cc605" providerId="ADAL" clId="{5F97B23C-B94D-4912-9497-32CCAC5D690D}"/>
    <pc:docChg chg="undo custSel modMainMaster">
      <pc:chgData name="Christian Rummey" userId="1616f22b-5705-4d11-a330-2855031cc605" providerId="ADAL" clId="{5F97B23C-B94D-4912-9497-32CCAC5D690D}" dt="2025-03-28T11:37:44.999" v="50" actId="108"/>
      <pc:docMkLst>
        <pc:docMk/>
      </pc:docMkLst>
      <pc:sldMasterChg chg="modSldLayout">
        <pc:chgData name="Christian Rummey" userId="1616f22b-5705-4d11-a330-2855031cc605" providerId="ADAL" clId="{5F97B23C-B94D-4912-9497-32CCAC5D690D}" dt="2025-03-28T11:37:44.999" v="50" actId="108"/>
        <pc:sldMasterMkLst>
          <pc:docMk/>
          <pc:sldMasterMk cId="1297349460" sldId="2147483648"/>
        </pc:sldMasterMkLst>
        <pc:sldLayoutChg chg="addSp delSp modSp mod">
          <pc:chgData name="Christian Rummey" userId="1616f22b-5705-4d11-a330-2855031cc605" providerId="ADAL" clId="{5F97B23C-B94D-4912-9497-32CCAC5D690D}" dt="2025-03-26T12:09:58.584" v="33"/>
          <pc:sldLayoutMkLst>
            <pc:docMk/>
            <pc:sldMasterMk cId="1297349460" sldId="2147483648"/>
            <pc:sldLayoutMk cId="1779765834" sldId="2147483662"/>
          </pc:sldLayoutMkLst>
        </pc:sldLayoutChg>
        <pc:sldLayoutChg chg="modSp">
          <pc:chgData name="Christian Rummey" userId="1616f22b-5705-4d11-a330-2855031cc605" providerId="ADAL" clId="{5F97B23C-B94D-4912-9497-32CCAC5D690D}" dt="2025-03-28T11:37:21.372" v="46" actId="108"/>
          <pc:sldLayoutMkLst>
            <pc:docMk/>
            <pc:sldMasterMk cId="1297349460" sldId="2147483648"/>
            <pc:sldLayoutMk cId="3753787485" sldId="2147483675"/>
          </pc:sldLayoutMkLst>
        </pc:sldLayoutChg>
        <pc:sldLayoutChg chg="delSp mod">
          <pc:chgData name="Christian Rummey" userId="1616f22b-5705-4d11-a330-2855031cc605" providerId="ADAL" clId="{5F97B23C-B94D-4912-9497-32CCAC5D690D}" dt="2025-03-26T12:08:15.576" v="21" actId="478"/>
          <pc:sldLayoutMkLst>
            <pc:docMk/>
            <pc:sldMasterMk cId="1297349460" sldId="2147483648"/>
            <pc:sldLayoutMk cId="2951539814" sldId="2147483683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6T12:06:31.871" v="1"/>
          <pc:sldLayoutMkLst>
            <pc:docMk/>
            <pc:sldMasterMk cId="1297349460" sldId="2147483648"/>
            <pc:sldLayoutMk cId="2778995209" sldId="2147483684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8T11:37:41.348" v="49" actId="108"/>
          <pc:sldLayoutMkLst>
            <pc:docMk/>
            <pc:sldMasterMk cId="1297349460" sldId="2147483648"/>
            <pc:sldLayoutMk cId="3487979977" sldId="2147483685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8T11:37:44.999" v="50" actId="108"/>
          <pc:sldLayoutMkLst>
            <pc:docMk/>
            <pc:sldMasterMk cId="1297349460" sldId="2147483648"/>
            <pc:sldLayoutMk cId="1567917209" sldId="2147483686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8T11:37:37.870" v="48" actId="108"/>
          <pc:sldLayoutMkLst>
            <pc:docMk/>
            <pc:sldMasterMk cId="1297349460" sldId="2147483648"/>
            <pc:sldLayoutMk cId="3387880590" sldId="2147483694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8T11:37:17.355" v="45" actId="108"/>
          <pc:sldLayoutMkLst>
            <pc:docMk/>
            <pc:sldMasterMk cId="1297349460" sldId="2147483648"/>
            <pc:sldLayoutMk cId="84449021" sldId="2147483695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7T10:14:21.413" v="43"/>
          <pc:sldLayoutMkLst>
            <pc:docMk/>
            <pc:sldMasterMk cId="1297349460" sldId="2147483648"/>
            <pc:sldLayoutMk cId="775367414" sldId="2147483696"/>
          </pc:sldLayoutMkLst>
        </pc:sldLayoutChg>
      </pc:sldMasterChg>
    </pc:docChg>
  </pc:docChgLst>
  <pc:docChgLst>
    <pc:chgData name="Christian Rummey" userId="1616f22b-5705-4d11-a330-2855031cc605" providerId="ADAL" clId="{15F4C84D-1EF1-4114-9C4D-36D8254AFF84}"/>
    <pc:docChg chg="modMainMaster">
      <pc:chgData name="Christian Rummey" userId="1616f22b-5705-4d11-a330-2855031cc605" providerId="ADAL" clId="{15F4C84D-1EF1-4114-9C4D-36D8254AFF84}" dt="2025-04-14T10:50:14.983" v="3" actId="14100"/>
      <pc:docMkLst>
        <pc:docMk/>
      </pc:docMkLst>
      <pc:sldMasterChg chg="modSldLayout">
        <pc:chgData name="Christian Rummey" userId="1616f22b-5705-4d11-a330-2855031cc605" providerId="ADAL" clId="{15F4C84D-1EF1-4114-9C4D-36D8254AFF84}" dt="2025-04-14T10:50:14.983" v="3" actId="14100"/>
        <pc:sldMasterMkLst>
          <pc:docMk/>
          <pc:sldMasterMk cId="1297349460" sldId="2147483648"/>
        </pc:sldMasterMkLst>
        <pc:sldLayoutChg chg="addSp modSp mod">
          <pc:chgData name="Christian Rummey" userId="1616f22b-5705-4d11-a330-2855031cc605" providerId="ADAL" clId="{15F4C84D-1EF1-4114-9C4D-36D8254AFF84}" dt="2025-04-14T10:50:14.983" v="3" actId="14100"/>
          <pc:sldLayoutMkLst>
            <pc:docMk/>
            <pc:sldMasterMk cId="1297349460" sldId="2147483648"/>
            <pc:sldLayoutMk cId="775367414" sldId="2147483696"/>
          </pc:sldLayoutMkLst>
        </pc:sldLayoutChg>
      </pc:sldMasterChg>
    </pc:docChg>
  </pc:docChgLst>
  <pc:docChgLst>
    <pc:chgData name="Christian Rummey" userId="1616f22b-5705-4d11-a330-2855031cc605" providerId="ADAL" clId="{8AFA1528-CF22-4F7C-B96F-03281A2A1DDB}"/>
    <pc:docChg chg="addSld delSld modSld modMainMaster">
      <pc:chgData name="Christian Rummey" userId="1616f22b-5705-4d11-a330-2855031cc605" providerId="ADAL" clId="{8AFA1528-CF22-4F7C-B96F-03281A2A1DDB}" dt="2025-09-14T13:30:20.506" v="9"/>
      <pc:docMkLst>
        <pc:docMk/>
      </pc:docMkLst>
      <pc:sldChg chg="new del">
        <pc:chgData name="Christian Rummey" userId="1616f22b-5705-4d11-a330-2855031cc605" providerId="ADAL" clId="{8AFA1528-CF22-4F7C-B96F-03281A2A1DDB}" dt="2025-09-14T11:25:19.975" v="7" actId="47"/>
        <pc:sldMkLst>
          <pc:docMk/>
          <pc:sldMk cId="2061475379" sldId="256"/>
        </pc:sldMkLst>
      </pc:sldChg>
      <pc:sldChg chg="add">
        <pc:chgData name="Christian Rummey" userId="1616f22b-5705-4d11-a330-2855031cc605" providerId="ADAL" clId="{8AFA1528-CF22-4F7C-B96F-03281A2A1DDB}" dt="2025-09-14T13:30:07.175" v="8"/>
        <pc:sldMkLst>
          <pc:docMk/>
          <pc:sldMk cId="0" sldId="257"/>
        </pc:sldMkLst>
      </pc:sldChg>
      <pc:sldChg chg="add">
        <pc:chgData name="Christian Rummey" userId="1616f22b-5705-4d11-a330-2855031cc605" providerId="ADAL" clId="{8AFA1528-CF22-4F7C-B96F-03281A2A1DDB}" dt="2025-09-14T13:30:20.506" v="9"/>
        <pc:sldMkLst>
          <pc:docMk/>
          <pc:sldMk cId="0" sldId="258"/>
        </pc:sldMkLst>
      </pc:sldChg>
      <pc:sldMasterChg chg="modSldLayout">
        <pc:chgData name="Christian Rummey" userId="1616f22b-5705-4d11-a330-2855031cc605" providerId="ADAL" clId="{8AFA1528-CF22-4F7C-B96F-03281A2A1DDB}" dt="2025-09-14T11:25:02.616" v="5" actId="255"/>
        <pc:sldMasterMkLst>
          <pc:docMk/>
          <pc:sldMasterMk cId="1297349460" sldId="2147483648"/>
        </pc:sldMasterMkLst>
        <pc:sldLayoutChg chg="modSp mod">
          <pc:chgData name="Christian Rummey" userId="1616f22b-5705-4d11-a330-2855031cc605" providerId="ADAL" clId="{8AFA1528-CF22-4F7C-B96F-03281A2A1DDB}" dt="2025-09-14T11:25:02.616" v="5" actId="255"/>
          <pc:sldLayoutMkLst>
            <pc:docMk/>
            <pc:sldMasterMk cId="1297349460" sldId="2147483648"/>
            <pc:sldLayoutMk cId="1779765834" sldId="2147483662"/>
          </pc:sldLayoutMkLst>
          <pc:spChg chg="mod">
            <ac:chgData name="Christian Rummey" userId="1616f22b-5705-4d11-a330-2855031cc605" providerId="ADAL" clId="{8AFA1528-CF22-4F7C-B96F-03281A2A1DDB}" dt="2025-09-14T11:25:02.616" v="5" actId="255"/>
            <ac:spMkLst>
              <pc:docMk/>
              <pc:sldMasterMk cId="1297349460" sldId="2147483648"/>
              <pc:sldLayoutMk cId="1779765834" sldId="2147483662"/>
              <ac:spMk id="2" creationId="{EBBB5403-9242-AA00-FE6E-B41EFCD3044B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EA492B1-D0E8-4066-8DC1-F40744AE626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2A53BC-9DD4-4B5D-A18C-F4610F5B990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4B9F4C-C8D0-46E8-90C7-9F3ADA02B81A}" type="datetimeFigureOut">
              <a:rPr lang="en-US" smtClean="0"/>
              <a:t>2025-09-14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48AFA9-FC76-4083-9FF9-28E93E1BD9F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EC296C-2E56-4970-8FE6-DA808391A25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FC8586-BA3B-4CFE-9E9B-579F1A69CC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6132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5603C9-0024-46CF-87BE-1939A334CBB0}" type="datetimeFigureOut">
              <a:rPr lang="en-US" smtClean="0"/>
              <a:t>2025-09-14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A0F714-9B13-41E9-A60E-D61BD25D56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913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Created at 2025-09-14 15-17-12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Created at 2025-09-14 15-29-51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Created at 2025-09-14 15-29-16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3" y="1709738"/>
            <a:ext cx="10515600" cy="2852737"/>
          </a:xfrm>
        </p:spPr>
        <p:txBody>
          <a:bodyPr anchor="b">
            <a:normAutofit/>
          </a:bodyPr>
          <a:lstStyle>
            <a:lvl1pPr algn="l">
              <a:defRPr lang="en-US" sz="5400" b="1" kern="1200" dirty="0">
                <a:solidFill>
                  <a:srgbClr val="2A3E75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3" y="4643120"/>
            <a:ext cx="10515600" cy="14465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solidFill>
                  <a:srgbClr val="4A4A4A"/>
                </a:solidFill>
                <a:latin typeface="Tenorite" panose="00000500000000000000" pitchFamily="2" charset="0"/>
              </a:defRPr>
            </a:lvl1pPr>
            <a:lvl2pPr marL="45721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2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5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6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8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9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AF3CD5-52C6-EFDB-39AA-9D2EC2448291}"/>
              </a:ext>
            </a:extLst>
          </p:cNvPr>
          <p:cNvCxnSpPr>
            <a:cxnSpLocks/>
          </p:cNvCxnSpPr>
          <p:nvPr userDrawn="1"/>
        </p:nvCxnSpPr>
        <p:spPr>
          <a:xfrm>
            <a:off x="833120" y="4599431"/>
            <a:ext cx="10515600" cy="0"/>
          </a:xfrm>
          <a:prstGeom prst="line">
            <a:avLst/>
          </a:prstGeom>
          <a:ln w="38100">
            <a:solidFill>
              <a:srgbClr val="C02F1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1539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120" y="179883"/>
            <a:ext cx="10515600" cy="3050497"/>
          </a:xfrm>
        </p:spPr>
        <p:txBody>
          <a:bodyPr anchor="b">
            <a:normAutofit/>
          </a:bodyPr>
          <a:lstStyle>
            <a:lvl1pPr algn="l">
              <a:defRPr lang="en-US" sz="5400" b="1" kern="1200" dirty="0">
                <a:solidFill>
                  <a:srgbClr val="2A3E75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AF3CD5-52C6-EFDB-39AA-9D2EC2448291}"/>
              </a:ext>
            </a:extLst>
          </p:cNvPr>
          <p:cNvCxnSpPr>
            <a:cxnSpLocks/>
          </p:cNvCxnSpPr>
          <p:nvPr userDrawn="1"/>
        </p:nvCxnSpPr>
        <p:spPr>
          <a:xfrm>
            <a:off x="831852" y="3288312"/>
            <a:ext cx="10515600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5CCC9ECA-AF17-77AA-3FBA-9C2ADA4E93EB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44547" y="3359464"/>
            <a:ext cx="10515600" cy="3041334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7917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D3389A-D1B1-8045-AF5C-E936D5011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09330"/>
            <a:ext cx="11731752" cy="1359705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625383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F3A1677-D5FD-6F4F-982B-D234B367698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28600" y="1783830"/>
            <a:ext cx="11731752" cy="4616970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189450AF-5B3A-1BE3-45D6-60D099856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CC33CE-F5D7-114C-2E5F-0BB1D6208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7979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E_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033271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A197C6F-4D88-488A-50DD-5D7BF6013154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228600" y="1143000"/>
            <a:ext cx="8666544" cy="5257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4572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1pPr>
            <a:lvl2pPr marL="9144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2pPr>
            <a:lvl3pPr marL="13716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3pPr>
            <a:lvl4pPr marL="18288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4pPr>
            <a:lvl5pPr marL="22860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A3D7ED22-F98E-C2C8-4338-C3DCEAFE0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09331"/>
            <a:ext cx="11731752" cy="80507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813FBF2-EE6A-7F21-DA43-BEB4A4204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EAF21E59-6130-9132-479A-6011AFDD6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4070C87E-DFA1-032D-5413-84B5C0EA6962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5874152" y="1143000"/>
            <a:ext cx="6079222" cy="316278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4572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1pPr>
            <a:lvl2pPr marL="9144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2pPr>
            <a:lvl3pPr marL="13716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3pPr>
            <a:lvl4pPr marL="18288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4pPr>
            <a:lvl5pPr marL="22860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75367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033271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A197C6F-4D88-488A-50DD-5D7BF6013154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228600" y="1143000"/>
            <a:ext cx="11731752" cy="5257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4572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1pPr>
            <a:lvl2pPr marL="9144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2pPr>
            <a:lvl3pPr marL="13716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3pPr>
            <a:lvl4pPr marL="18288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4pPr>
            <a:lvl5pPr marL="22860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A3D7ED22-F98E-C2C8-4338-C3DCEAFE0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09331"/>
            <a:ext cx="11731752" cy="80507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813FBF2-EE6A-7F21-DA43-BEB4A4204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EAF21E59-6130-9132-479A-6011AFDD6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4662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D3389A-D1B1-8045-AF5C-E936D5011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09330"/>
            <a:ext cx="11731752" cy="1359705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625383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F3A1677-D5FD-6F4F-982B-D234B367698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28600" y="1783830"/>
            <a:ext cx="5867400" cy="4616970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F78D01E8-C1E8-530B-2B36-96123687E1F0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6096000" y="1783830"/>
            <a:ext cx="5867402" cy="4616970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C96B0EB-DC02-C3E4-27BE-B09618C53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53035CB-67F1-9F4F-38E1-119BC05B9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7880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97" y="142929"/>
            <a:ext cx="4814636" cy="1692275"/>
          </a:xfrm>
        </p:spPr>
        <p:txBody>
          <a:bodyPr anchor="ctr">
            <a:normAutofit/>
          </a:bodyPr>
          <a:lstStyle>
            <a:lvl1pPr>
              <a:defRPr lang="en-US" sz="32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42929"/>
            <a:ext cx="6770187" cy="6606360"/>
          </a:xfrm>
          <a:prstGeom prst="rect">
            <a:avLst/>
          </a:prstGeom>
        </p:spPr>
        <p:txBody>
          <a:bodyPr/>
          <a:lstStyle>
            <a:lvl1pPr marL="274320">
              <a:defRPr sz="2400">
                <a:latin typeface="Tenorite" panose="00000500000000000000" pitchFamily="2" charset="0"/>
              </a:defRPr>
            </a:lvl1pPr>
            <a:lvl2pPr marL="548640">
              <a:buClr>
                <a:srgbClr val="D21145"/>
              </a:buClr>
              <a:defRPr sz="2000">
                <a:latin typeface="Tenorite" panose="00000500000000000000" pitchFamily="2" charset="0"/>
              </a:defRPr>
            </a:lvl2pPr>
            <a:lvl3pPr marL="822960">
              <a:buClr>
                <a:srgbClr val="003366"/>
              </a:buClr>
              <a:defRPr sz="1800">
                <a:latin typeface="Tenorite" panose="00000500000000000000" pitchFamily="2" charset="0"/>
              </a:defRPr>
            </a:lvl3pPr>
            <a:lvl4pPr marL="1097280">
              <a:buClr>
                <a:srgbClr val="D21145"/>
              </a:buClr>
              <a:defRPr sz="1600">
                <a:latin typeface="Tenorite" panose="00000500000000000000" pitchFamily="2" charset="0"/>
              </a:defRPr>
            </a:lvl4pPr>
            <a:lvl5pPr marL="1371600">
              <a:defRPr sz="1600">
                <a:latin typeface="Tenorite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30973" y="6492876"/>
            <a:ext cx="3912268" cy="256413"/>
          </a:xfrm>
          <a:prstGeom prst="rect">
            <a:avLst/>
          </a:prstGeo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D2F4DEA-5591-BB7D-6249-5D291621BA1D}"/>
              </a:ext>
            </a:extLst>
          </p:cNvPr>
          <p:cNvCxnSpPr>
            <a:cxnSpLocks/>
          </p:cNvCxnSpPr>
          <p:nvPr userDrawn="1"/>
        </p:nvCxnSpPr>
        <p:spPr>
          <a:xfrm>
            <a:off x="1" y="1992643"/>
            <a:ext cx="5074023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F8024D3-1A65-0428-57F2-93033CA6A491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61220" y="2150083"/>
            <a:ext cx="4804612" cy="4222141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Click to 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D894503-3C12-466A-60EE-312759D09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49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D3389A-D1B1-8045-AF5C-E936D5011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"/>
            <a:ext cx="11963400" cy="1033271"/>
          </a:xfrm>
          <a:prstGeom prst="rect">
            <a:avLst/>
          </a:prstGeom>
        </p:spPr>
        <p:txBody>
          <a:bodyPr anchor="ctr"/>
          <a:lstStyle>
            <a:lvl1pPr>
              <a:defRPr sz="3200">
                <a:solidFill>
                  <a:srgbClr val="105FAD"/>
                </a:solidFill>
                <a:latin typeface="Tenorite" panose="00000500000000000000" pitchFamily="2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033271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F3A1677-D5FD-6F4F-982B-D234B36769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600" y="1143000"/>
            <a:ext cx="3338065" cy="5257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1pPr>
            <a:lvl2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2pPr>
            <a:lvl3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3pPr>
            <a:lvl4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4pPr>
            <a:lvl5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F0CB0027-CAAB-A460-8537-923E442AB2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626" y="6490446"/>
            <a:ext cx="3215774" cy="2937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pPr defTabSz="609585"/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129F14-29DC-E5C7-B871-EFAFD4E6F8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600" y="6490446"/>
            <a:ext cx="3860800" cy="2937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pPr defTabSz="609585"/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EB7E8-F4B2-F9B3-0EE7-B55EA21C53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7599" y="6490446"/>
            <a:ext cx="3215775" cy="2937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pPr defTabSz="609585"/>
            <a:fld id="{C5EF2332-01BF-834F-8236-50238282D5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585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C0C1CB3-BE42-6AF9-C031-C43FC50879AF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677808" y="1142999"/>
            <a:ext cx="8275567" cy="5257801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Tenorite" panose="00000500000000000000" pitchFamily="2" charset="0"/>
              </a:defRPr>
            </a:lvl1pPr>
            <a:lvl2pPr>
              <a:defRPr sz="2000">
                <a:latin typeface="Tenorite" panose="00000500000000000000" pitchFamily="2" charset="0"/>
              </a:defRPr>
            </a:lvl2pPr>
            <a:lvl3pPr>
              <a:defRPr sz="2000">
                <a:latin typeface="Tenorite" panose="00000500000000000000" pitchFamily="2" charset="0"/>
              </a:defRPr>
            </a:lvl3pPr>
            <a:lvl4pPr>
              <a:defRPr sz="2000">
                <a:latin typeface="Tenorite" panose="00000500000000000000" pitchFamily="2" charset="0"/>
              </a:defRPr>
            </a:lvl4pPr>
            <a:lvl5pPr>
              <a:defRPr sz="2000">
                <a:latin typeface="Tenorite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56017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E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32577"/>
            <a:ext cx="2865265" cy="1692274"/>
          </a:xfrm>
        </p:spPr>
        <p:txBody>
          <a:bodyPr anchor="ctr"/>
          <a:lstStyle>
            <a:lvl1pPr>
              <a:defRPr sz="3200">
                <a:latin typeface="Tenorite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29455" y="226437"/>
            <a:ext cx="8823919" cy="6522849"/>
          </a:xfrm>
          <a:prstGeom prst="rect">
            <a:avLst/>
          </a:prstGeom>
        </p:spPr>
        <p:txBody>
          <a:bodyPr/>
          <a:lstStyle>
            <a:lvl1pPr>
              <a:defRPr sz="3200">
                <a:latin typeface="Tenorite" panose="00000500000000000000" pitchFamily="2" charset="0"/>
              </a:defRPr>
            </a:lvl1pPr>
            <a:lvl2pPr>
              <a:defRPr sz="2800">
                <a:latin typeface="Tenorite" panose="00000500000000000000" pitchFamily="2" charset="0"/>
              </a:defRPr>
            </a:lvl2pPr>
            <a:lvl3pPr>
              <a:defRPr sz="2400">
                <a:latin typeface="Tenorite" panose="00000500000000000000" pitchFamily="2" charset="0"/>
              </a:defRPr>
            </a:lvl3pPr>
            <a:lvl4pPr>
              <a:defRPr sz="2000">
                <a:latin typeface="Tenorite" panose="00000500000000000000" pitchFamily="2" charset="0"/>
              </a:defRPr>
            </a:lvl4pPr>
            <a:lvl5pPr>
              <a:defRPr sz="2000">
                <a:latin typeface="Tenorite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627" y="2057399"/>
            <a:ext cx="2859298" cy="43073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Tenorite" panose="000005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30969" y="6492874"/>
            <a:ext cx="2328252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787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sz="half" idx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  <a:lvl2pPr>
              <a:defRPr>
                <a:latin typeface="Tenorite" panose="00000500000000000000" pitchFamily="2" charset="0"/>
              </a:defRPr>
            </a:lvl2pPr>
            <a:lvl3pPr>
              <a:defRPr>
                <a:latin typeface="Tenorite" panose="00000500000000000000" pitchFamily="2" charset="0"/>
              </a:defRPr>
            </a:lvl3pPr>
            <a:lvl4pPr>
              <a:defRPr>
                <a:latin typeface="Tenorite" panose="00000500000000000000" pitchFamily="2" charset="0"/>
              </a:defRPr>
            </a:lvl4pPr>
            <a:lvl5pPr>
              <a:defRPr>
                <a:latin typeface="Tenorite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BB5403-9242-AA00-FE6E-B41EFCD30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7379" y="0"/>
            <a:ext cx="2584622" cy="518984"/>
          </a:xfrm>
        </p:spPr>
        <p:txBody>
          <a:bodyPr anchor="ctr">
            <a:noAutofit/>
          </a:bodyPr>
          <a:lstStyle>
            <a:lvl1pPr>
              <a:defRPr lang="en-US" sz="12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79765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38626" y="226438"/>
            <a:ext cx="11724774" cy="909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590020" y="6760161"/>
            <a:ext cx="601980" cy="978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r>
              <a:rPr lang="en-US"/>
              <a:t>8/27/2020 1:52:14 PM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30968" y="6492874"/>
            <a:ext cx="10822406" cy="2564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8626" y="6492874"/>
            <a:ext cx="892342" cy="256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7349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6" r:id="rId2"/>
    <p:sldLayoutId id="2147483685" r:id="rId3"/>
    <p:sldLayoutId id="2147483696" r:id="rId4"/>
    <p:sldLayoutId id="2147483697" r:id="rId5"/>
    <p:sldLayoutId id="2147483694" r:id="rId6"/>
    <p:sldLayoutId id="2147483695" r:id="rId7"/>
    <p:sldLayoutId id="2147483698" r:id="rId8"/>
    <p:sldLayoutId id="2147483675" r:id="rId9"/>
    <p:sldLayoutId id="2147483662" r:id="rId10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lang="en-US" sz="4400" b="1" kern="1200" dirty="0">
          <a:solidFill>
            <a:srgbClr val="2A3E75"/>
          </a:solidFill>
          <a:latin typeface="Tenorite" panose="00000500000000000000" pitchFamily="2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ontent Placeholder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rc4"/>
            <p:cNvSpPr/>
            <p:nvPr/>
          </p:nvSpPr>
          <p:spPr>
            <a:xfrm>
              <a:off x="0" y="1324101"/>
              <a:ext cx="12191999" cy="420979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" name="rc5"/>
            <p:cNvSpPr/>
            <p:nvPr/>
          </p:nvSpPr>
          <p:spPr>
            <a:xfrm>
              <a:off x="706930" y="1877653"/>
              <a:ext cx="652430" cy="652430"/>
            </a:xfrm>
            <a:prstGeom prst="rect">
              <a:avLst/>
            </a:prstGeom>
            <a:solidFill>
              <a:srgbClr val="9E73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rc6"/>
            <p:cNvSpPr/>
            <p:nvPr/>
          </p:nvSpPr>
          <p:spPr>
            <a:xfrm>
              <a:off x="706930" y="2530084"/>
              <a:ext cx="652430" cy="652430"/>
            </a:xfrm>
            <a:prstGeom prst="rect">
              <a:avLst/>
            </a:prstGeom>
            <a:solidFill>
              <a:srgbClr val="8C5F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rc7"/>
            <p:cNvSpPr/>
            <p:nvPr/>
          </p:nvSpPr>
          <p:spPr>
            <a:xfrm>
              <a:off x="706930" y="3182515"/>
              <a:ext cx="652430" cy="652430"/>
            </a:xfrm>
            <a:prstGeom prst="rect">
              <a:avLst/>
            </a:prstGeom>
            <a:solidFill>
              <a:srgbClr val="9165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rc8"/>
            <p:cNvSpPr/>
            <p:nvPr/>
          </p:nvSpPr>
          <p:spPr>
            <a:xfrm>
              <a:off x="706930" y="3834945"/>
              <a:ext cx="652430" cy="652430"/>
            </a:xfrm>
            <a:prstGeom prst="rect">
              <a:avLst/>
            </a:prstGeom>
            <a:solidFill>
              <a:srgbClr val="BB96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rc9"/>
            <p:cNvSpPr/>
            <p:nvPr/>
          </p:nvSpPr>
          <p:spPr>
            <a:xfrm>
              <a:off x="706930" y="4487376"/>
              <a:ext cx="652430" cy="652430"/>
            </a:xfrm>
            <a:prstGeom prst="rect">
              <a:avLst/>
            </a:prstGeom>
            <a:solidFill>
              <a:srgbClr val="BD98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rc10"/>
            <p:cNvSpPr/>
            <p:nvPr/>
          </p:nvSpPr>
          <p:spPr>
            <a:xfrm>
              <a:off x="2664223" y="1877653"/>
              <a:ext cx="652430" cy="652430"/>
            </a:xfrm>
            <a:prstGeom prst="rect">
              <a:avLst/>
            </a:prstGeom>
            <a:solidFill>
              <a:srgbClr val="E6D4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rc11"/>
            <p:cNvSpPr/>
            <p:nvPr/>
          </p:nvSpPr>
          <p:spPr>
            <a:xfrm>
              <a:off x="2664223" y="2530084"/>
              <a:ext cx="652430" cy="652430"/>
            </a:xfrm>
            <a:prstGeom prst="rect">
              <a:avLst/>
            </a:prstGeom>
            <a:solidFill>
              <a:srgbClr val="D1B5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rc12"/>
            <p:cNvSpPr/>
            <p:nvPr/>
          </p:nvSpPr>
          <p:spPr>
            <a:xfrm>
              <a:off x="2664223" y="3182515"/>
              <a:ext cx="652430" cy="652430"/>
            </a:xfrm>
            <a:prstGeom prst="rect">
              <a:avLst/>
            </a:prstGeom>
            <a:solidFill>
              <a:srgbClr val="DDC7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rc13"/>
            <p:cNvSpPr/>
            <p:nvPr/>
          </p:nvSpPr>
          <p:spPr>
            <a:xfrm>
              <a:off x="2664223" y="3834945"/>
              <a:ext cx="652430" cy="652430"/>
            </a:xfrm>
            <a:prstGeom prst="rect">
              <a:avLst/>
            </a:prstGeom>
            <a:solidFill>
              <a:srgbClr val="E7D6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rc14"/>
            <p:cNvSpPr/>
            <p:nvPr/>
          </p:nvSpPr>
          <p:spPr>
            <a:xfrm>
              <a:off x="2664223" y="4487376"/>
              <a:ext cx="652430" cy="652430"/>
            </a:xfrm>
            <a:prstGeom prst="rect">
              <a:avLst/>
            </a:prstGeom>
            <a:solidFill>
              <a:srgbClr val="C6A5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rc15"/>
            <p:cNvSpPr/>
            <p:nvPr/>
          </p:nvSpPr>
          <p:spPr>
            <a:xfrm>
              <a:off x="1359361" y="1877653"/>
              <a:ext cx="652430" cy="652430"/>
            </a:xfrm>
            <a:prstGeom prst="rect">
              <a:avLst/>
            </a:prstGeom>
            <a:solidFill>
              <a:srgbClr val="986C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rc16"/>
            <p:cNvSpPr/>
            <p:nvPr/>
          </p:nvSpPr>
          <p:spPr>
            <a:xfrm>
              <a:off x="1359361" y="2530084"/>
              <a:ext cx="652430" cy="652430"/>
            </a:xfrm>
            <a:prstGeom prst="rect">
              <a:avLst/>
            </a:prstGeom>
            <a:solidFill>
              <a:srgbClr val="9A6E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rc17"/>
            <p:cNvSpPr/>
            <p:nvPr/>
          </p:nvSpPr>
          <p:spPr>
            <a:xfrm>
              <a:off x="1359361" y="3182515"/>
              <a:ext cx="652430" cy="652430"/>
            </a:xfrm>
            <a:prstGeom prst="rect">
              <a:avLst/>
            </a:prstGeom>
            <a:solidFill>
              <a:srgbClr val="9063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rc18"/>
            <p:cNvSpPr/>
            <p:nvPr/>
          </p:nvSpPr>
          <p:spPr>
            <a:xfrm>
              <a:off x="1359361" y="3834945"/>
              <a:ext cx="652430" cy="652430"/>
            </a:xfrm>
            <a:prstGeom prst="rect">
              <a:avLst/>
            </a:prstGeom>
            <a:solidFill>
              <a:srgbClr val="D2B6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rc19"/>
            <p:cNvSpPr/>
            <p:nvPr/>
          </p:nvSpPr>
          <p:spPr>
            <a:xfrm>
              <a:off x="1359361" y="4487376"/>
              <a:ext cx="652430" cy="652430"/>
            </a:xfrm>
            <a:prstGeom prst="rect">
              <a:avLst/>
            </a:prstGeom>
            <a:solidFill>
              <a:srgbClr val="D0B3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rc20"/>
            <p:cNvSpPr/>
            <p:nvPr/>
          </p:nvSpPr>
          <p:spPr>
            <a:xfrm>
              <a:off x="3316654" y="1877653"/>
              <a:ext cx="652430" cy="652430"/>
            </a:xfrm>
            <a:prstGeom prst="rect">
              <a:avLst/>
            </a:prstGeom>
            <a:solidFill>
              <a:srgbClr val="E8D8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rc21"/>
            <p:cNvSpPr/>
            <p:nvPr/>
          </p:nvSpPr>
          <p:spPr>
            <a:xfrm>
              <a:off x="3316654" y="2530084"/>
              <a:ext cx="652430" cy="652430"/>
            </a:xfrm>
            <a:prstGeom prst="rect">
              <a:avLst/>
            </a:prstGeom>
            <a:solidFill>
              <a:srgbClr val="D9C0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rc22"/>
            <p:cNvSpPr/>
            <p:nvPr/>
          </p:nvSpPr>
          <p:spPr>
            <a:xfrm>
              <a:off x="3316654" y="3182515"/>
              <a:ext cx="652430" cy="652430"/>
            </a:xfrm>
            <a:prstGeom prst="rect">
              <a:avLst/>
            </a:prstGeom>
            <a:solidFill>
              <a:srgbClr val="DAC1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rc23"/>
            <p:cNvSpPr/>
            <p:nvPr/>
          </p:nvSpPr>
          <p:spPr>
            <a:xfrm>
              <a:off x="3316654" y="3834945"/>
              <a:ext cx="652430" cy="652430"/>
            </a:xfrm>
            <a:prstGeom prst="rect">
              <a:avLst/>
            </a:prstGeom>
            <a:solidFill>
              <a:srgbClr val="F1E6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rc24"/>
            <p:cNvSpPr/>
            <p:nvPr/>
          </p:nvSpPr>
          <p:spPr>
            <a:xfrm>
              <a:off x="3316654" y="4487376"/>
              <a:ext cx="652430" cy="652430"/>
            </a:xfrm>
            <a:prstGeom prst="rect">
              <a:avLst/>
            </a:prstGeom>
            <a:solidFill>
              <a:srgbClr val="F3E9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rc25"/>
            <p:cNvSpPr/>
            <p:nvPr/>
          </p:nvSpPr>
          <p:spPr>
            <a:xfrm>
              <a:off x="2011792" y="1877653"/>
              <a:ext cx="652430" cy="652430"/>
            </a:xfrm>
            <a:prstGeom prst="rect">
              <a:avLst/>
            </a:prstGeom>
            <a:solidFill>
              <a:srgbClr val="AF86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rc26"/>
            <p:cNvSpPr/>
            <p:nvPr/>
          </p:nvSpPr>
          <p:spPr>
            <a:xfrm>
              <a:off x="2011792" y="2530084"/>
              <a:ext cx="652430" cy="652430"/>
            </a:xfrm>
            <a:prstGeom prst="rect">
              <a:avLst/>
            </a:prstGeom>
            <a:solidFill>
              <a:srgbClr val="A176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rc27"/>
            <p:cNvSpPr/>
            <p:nvPr/>
          </p:nvSpPr>
          <p:spPr>
            <a:xfrm>
              <a:off x="2011792" y="3182515"/>
              <a:ext cx="652430" cy="652430"/>
            </a:xfrm>
            <a:prstGeom prst="rect">
              <a:avLst/>
            </a:prstGeom>
            <a:solidFill>
              <a:srgbClr val="AB81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rc28"/>
            <p:cNvSpPr/>
            <p:nvPr/>
          </p:nvSpPr>
          <p:spPr>
            <a:xfrm>
              <a:off x="2011792" y="3834945"/>
              <a:ext cx="652430" cy="652430"/>
            </a:xfrm>
            <a:prstGeom prst="rect">
              <a:avLst/>
            </a:prstGeom>
            <a:solidFill>
              <a:srgbClr val="BC97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rc29"/>
            <p:cNvSpPr/>
            <p:nvPr/>
          </p:nvSpPr>
          <p:spPr>
            <a:xfrm>
              <a:off x="2011792" y="4487376"/>
              <a:ext cx="652430" cy="652430"/>
            </a:xfrm>
            <a:prstGeom prst="rect">
              <a:avLst/>
            </a:prstGeom>
            <a:solidFill>
              <a:srgbClr val="D8BE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tx30"/>
            <p:cNvSpPr/>
            <p:nvPr/>
          </p:nvSpPr>
          <p:spPr>
            <a:xfrm>
              <a:off x="857323" y="2136380"/>
              <a:ext cx="351645" cy="13215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0.73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857323" y="2788899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0.78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857323" y="3441330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0.77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857323" y="4093761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0.62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857323" y="4746192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0.61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2814616" y="2136380"/>
              <a:ext cx="351645" cy="13215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0.43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2814616" y="2788899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0.52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2814616" y="3441330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0.47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2814616" y="4093761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0.42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2814616" y="4746192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0.57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1509754" y="2136468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0.74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1509754" y="2788899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0.74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1509754" y="3441330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0.77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509754" y="4093761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0.52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1509754" y="4746103"/>
              <a:ext cx="351645" cy="13215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0.53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3467046" y="2136468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0.42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467046" y="2788899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0.49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3467046" y="3441330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0.49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3467046" y="4093672"/>
              <a:ext cx="351645" cy="13215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0.37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3467046" y="4746103"/>
              <a:ext cx="351645" cy="13215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0.36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2162185" y="2136468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0.67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2162185" y="2788899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0.71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2162185" y="3441330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0.68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2162185" y="4093761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0.61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2162185" y="4746192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55" name="rc55"/>
            <p:cNvSpPr/>
            <p:nvPr/>
          </p:nvSpPr>
          <p:spPr>
            <a:xfrm>
              <a:off x="4169160" y="1877653"/>
              <a:ext cx="652430" cy="652430"/>
            </a:xfrm>
            <a:prstGeom prst="rect">
              <a:avLst/>
            </a:prstGeom>
            <a:solidFill>
              <a:srgbClr val="9A6E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rc56"/>
            <p:cNvSpPr/>
            <p:nvPr/>
          </p:nvSpPr>
          <p:spPr>
            <a:xfrm>
              <a:off x="4169160" y="2530084"/>
              <a:ext cx="652430" cy="652430"/>
            </a:xfrm>
            <a:prstGeom prst="rect">
              <a:avLst/>
            </a:prstGeom>
            <a:solidFill>
              <a:srgbClr val="8E61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" name="rc57"/>
            <p:cNvSpPr/>
            <p:nvPr/>
          </p:nvSpPr>
          <p:spPr>
            <a:xfrm>
              <a:off x="4169160" y="3182515"/>
              <a:ext cx="652430" cy="652430"/>
            </a:xfrm>
            <a:prstGeom prst="rect">
              <a:avLst/>
            </a:prstGeom>
            <a:solidFill>
              <a:srgbClr val="9265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" name="rc58"/>
            <p:cNvSpPr/>
            <p:nvPr/>
          </p:nvSpPr>
          <p:spPr>
            <a:xfrm>
              <a:off x="4169160" y="3834945"/>
              <a:ext cx="652430" cy="652430"/>
            </a:xfrm>
            <a:prstGeom prst="rect">
              <a:avLst/>
            </a:prstGeom>
            <a:solidFill>
              <a:srgbClr val="AF86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" name="rc59"/>
            <p:cNvSpPr/>
            <p:nvPr/>
          </p:nvSpPr>
          <p:spPr>
            <a:xfrm>
              <a:off x="4169160" y="4487376"/>
              <a:ext cx="652430" cy="652430"/>
            </a:xfrm>
            <a:prstGeom prst="rect">
              <a:avLst/>
            </a:prstGeom>
            <a:solidFill>
              <a:srgbClr val="B28B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" name="rc60"/>
            <p:cNvSpPr/>
            <p:nvPr/>
          </p:nvSpPr>
          <p:spPr>
            <a:xfrm>
              <a:off x="6126453" y="1877653"/>
              <a:ext cx="652430" cy="652430"/>
            </a:xfrm>
            <a:prstGeom prst="rect">
              <a:avLst/>
            </a:prstGeom>
            <a:solidFill>
              <a:srgbClr val="CFB1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" name="rc61"/>
            <p:cNvSpPr/>
            <p:nvPr/>
          </p:nvSpPr>
          <p:spPr>
            <a:xfrm>
              <a:off x="6126453" y="2530084"/>
              <a:ext cx="652430" cy="652430"/>
            </a:xfrm>
            <a:prstGeom prst="rect">
              <a:avLst/>
            </a:prstGeom>
            <a:solidFill>
              <a:srgbClr val="C19E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" name="rc62"/>
            <p:cNvSpPr/>
            <p:nvPr/>
          </p:nvSpPr>
          <p:spPr>
            <a:xfrm>
              <a:off x="6126453" y="3182515"/>
              <a:ext cx="652430" cy="652430"/>
            </a:xfrm>
            <a:prstGeom prst="rect">
              <a:avLst/>
            </a:prstGeom>
            <a:solidFill>
              <a:srgbClr val="CEAF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" name="rc63"/>
            <p:cNvSpPr/>
            <p:nvPr/>
          </p:nvSpPr>
          <p:spPr>
            <a:xfrm>
              <a:off x="6126453" y="3834945"/>
              <a:ext cx="652430" cy="652430"/>
            </a:xfrm>
            <a:prstGeom prst="rect">
              <a:avLst/>
            </a:prstGeom>
            <a:solidFill>
              <a:srgbClr val="D2B5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" name="rc64"/>
            <p:cNvSpPr/>
            <p:nvPr/>
          </p:nvSpPr>
          <p:spPr>
            <a:xfrm>
              <a:off x="6126453" y="4487376"/>
              <a:ext cx="652430" cy="652430"/>
            </a:xfrm>
            <a:prstGeom prst="rect">
              <a:avLst/>
            </a:prstGeom>
            <a:solidFill>
              <a:srgbClr val="C29F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" name="rc65"/>
            <p:cNvSpPr/>
            <p:nvPr/>
          </p:nvSpPr>
          <p:spPr>
            <a:xfrm>
              <a:off x="4821591" y="1877653"/>
              <a:ext cx="652430" cy="652430"/>
            </a:xfrm>
            <a:prstGeom prst="rect">
              <a:avLst/>
            </a:prstGeom>
            <a:solidFill>
              <a:srgbClr val="9D71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" name="rc66"/>
            <p:cNvSpPr/>
            <p:nvPr/>
          </p:nvSpPr>
          <p:spPr>
            <a:xfrm>
              <a:off x="4821591" y="2530084"/>
              <a:ext cx="652430" cy="652430"/>
            </a:xfrm>
            <a:prstGeom prst="rect">
              <a:avLst/>
            </a:prstGeom>
            <a:solidFill>
              <a:srgbClr val="A67B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" name="rc67"/>
            <p:cNvSpPr/>
            <p:nvPr/>
          </p:nvSpPr>
          <p:spPr>
            <a:xfrm>
              <a:off x="4821591" y="3182515"/>
              <a:ext cx="652430" cy="652430"/>
            </a:xfrm>
            <a:prstGeom prst="rect">
              <a:avLst/>
            </a:prstGeom>
            <a:solidFill>
              <a:srgbClr val="986C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" name="rc68"/>
            <p:cNvSpPr/>
            <p:nvPr/>
          </p:nvSpPr>
          <p:spPr>
            <a:xfrm>
              <a:off x="4821591" y="3834945"/>
              <a:ext cx="652430" cy="652430"/>
            </a:xfrm>
            <a:prstGeom prst="rect">
              <a:avLst/>
            </a:prstGeom>
            <a:solidFill>
              <a:srgbClr val="CFB2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" name="rc69"/>
            <p:cNvSpPr/>
            <p:nvPr/>
          </p:nvSpPr>
          <p:spPr>
            <a:xfrm>
              <a:off x="4821591" y="4487376"/>
              <a:ext cx="652430" cy="652430"/>
            </a:xfrm>
            <a:prstGeom prst="rect">
              <a:avLst/>
            </a:prstGeom>
            <a:solidFill>
              <a:srgbClr val="C8A7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" name="rc70"/>
            <p:cNvSpPr/>
            <p:nvPr/>
          </p:nvSpPr>
          <p:spPr>
            <a:xfrm>
              <a:off x="6778884" y="1877653"/>
              <a:ext cx="652430" cy="652430"/>
            </a:xfrm>
            <a:prstGeom prst="rect">
              <a:avLst/>
            </a:prstGeom>
            <a:solidFill>
              <a:srgbClr val="E4D1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" name="rc71"/>
            <p:cNvSpPr/>
            <p:nvPr/>
          </p:nvSpPr>
          <p:spPr>
            <a:xfrm>
              <a:off x="6778884" y="2530084"/>
              <a:ext cx="652430" cy="652430"/>
            </a:xfrm>
            <a:prstGeom prst="rect">
              <a:avLst/>
            </a:prstGeom>
            <a:solidFill>
              <a:srgbClr val="DEC7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" name="rc72"/>
            <p:cNvSpPr/>
            <p:nvPr/>
          </p:nvSpPr>
          <p:spPr>
            <a:xfrm>
              <a:off x="6778884" y="3182515"/>
              <a:ext cx="652430" cy="652430"/>
            </a:xfrm>
            <a:prstGeom prst="rect">
              <a:avLst/>
            </a:prstGeom>
            <a:solidFill>
              <a:srgbClr val="DFC9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" name="rc73"/>
            <p:cNvSpPr/>
            <p:nvPr/>
          </p:nvSpPr>
          <p:spPr>
            <a:xfrm>
              <a:off x="6778884" y="3834945"/>
              <a:ext cx="652430" cy="652430"/>
            </a:xfrm>
            <a:prstGeom prst="rect">
              <a:avLst/>
            </a:prstGeom>
            <a:solidFill>
              <a:srgbClr val="E9D8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" name="rc74"/>
            <p:cNvSpPr/>
            <p:nvPr/>
          </p:nvSpPr>
          <p:spPr>
            <a:xfrm>
              <a:off x="6778884" y="4487376"/>
              <a:ext cx="652430" cy="652430"/>
            </a:xfrm>
            <a:prstGeom prst="rect">
              <a:avLst/>
            </a:prstGeom>
            <a:solidFill>
              <a:srgbClr val="F7F0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" name="rc75"/>
            <p:cNvSpPr/>
            <p:nvPr/>
          </p:nvSpPr>
          <p:spPr>
            <a:xfrm>
              <a:off x="5474022" y="1877653"/>
              <a:ext cx="652430" cy="652430"/>
            </a:xfrm>
            <a:prstGeom prst="rect">
              <a:avLst/>
            </a:prstGeom>
            <a:solidFill>
              <a:srgbClr val="B189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" name="rc76"/>
            <p:cNvSpPr/>
            <p:nvPr/>
          </p:nvSpPr>
          <p:spPr>
            <a:xfrm>
              <a:off x="5474022" y="2530084"/>
              <a:ext cx="652430" cy="652430"/>
            </a:xfrm>
            <a:prstGeom prst="rect">
              <a:avLst/>
            </a:prstGeom>
            <a:solidFill>
              <a:srgbClr val="9D72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" name="rc77"/>
            <p:cNvSpPr/>
            <p:nvPr/>
          </p:nvSpPr>
          <p:spPr>
            <a:xfrm>
              <a:off x="5474022" y="3182515"/>
              <a:ext cx="652430" cy="652430"/>
            </a:xfrm>
            <a:prstGeom prst="rect">
              <a:avLst/>
            </a:prstGeom>
            <a:solidFill>
              <a:srgbClr val="A67C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" name="rc78"/>
            <p:cNvSpPr/>
            <p:nvPr/>
          </p:nvSpPr>
          <p:spPr>
            <a:xfrm>
              <a:off x="5474022" y="3834945"/>
              <a:ext cx="652430" cy="652430"/>
            </a:xfrm>
            <a:prstGeom prst="rect">
              <a:avLst/>
            </a:prstGeom>
            <a:solidFill>
              <a:srgbClr val="B087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" name="rc79"/>
            <p:cNvSpPr/>
            <p:nvPr/>
          </p:nvSpPr>
          <p:spPr>
            <a:xfrm>
              <a:off x="5474022" y="4487376"/>
              <a:ext cx="652430" cy="652430"/>
            </a:xfrm>
            <a:prstGeom prst="rect">
              <a:avLst/>
            </a:prstGeom>
            <a:solidFill>
              <a:srgbClr val="C29F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" name="tx80"/>
            <p:cNvSpPr/>
            <p:nvPr/>
          </p:nvSpPr>
          <p:spPr>
            <a:xfrm>
              <a:off x="4319553" y="2136468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0.74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4319553" y="2788899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0.78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4319553" y="3441330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0.77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4319553" y="4093761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0.66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4319553" y="4746192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0.65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6276845" y="2136468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0.54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6276845" y="2788899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0.59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6276845" y="3441330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0.54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6276845" y="4093761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0.52</a:t>
              </a:r>
            </a:p>
          </p:txBody>
        </p:sp>
        <p:sp>
          <p:nvSpPr>
            <p:cNvPr id="89" name="tx89"/>
            <p:cNvSpPr/>
            <p:nvPr/>
          </p:nvSpPr>
          <p:spPr>
            <a:xfrm>
              <a:off x="6276845" y="4746192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0.59</a:t>
              </a:r>
            </a:p>
          </p:txBody>
        </p:sp>
        <p:sp>
          <p:nvSpPr>
            <p:cNvPr id="90" name="tx90"/>
            <p:cNvSpPr/>
            <p:nvPr/>
          </p:nvSpPr>
          <p:spPr>
            <a:xfrm>
              <a:off x="4971983" y="2136380"/>
              <a:ext cx="351645" cy="13215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0.73</a:t>
              </a:r>
            </a:p>
          </p:txBody>
        </p:sp>
        <p:sp>
          <p:nvSpPr>
            <p:cNvPr id="91" name="tx91"/>
            <p:cNvSpPr/>
            <p:nvPr/>
          </p:nvSpPr>
          <p:spPr>
            <a:xfrm>
              <a:off x="4971983" y="2788899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0.70</a:t>
              </a:r>
            </a:p>
          </p:txBody>
        </p:sp>
        <p:sp>
          <p:nvSpPr>
            <p:cNvPr id="92" name="tx92"/>
            <p:cNvSpPr/>
            <p:nvPr/>
          </p:nvSpPr>
          <p:spPr>
            <a:xfrm>
              <a:off x="4971983" y="3441330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93" name="tx93"/>
            <p:cNvSpPr/>
            <p:nvPr/>
          </p:nvSpPr>
          <p:spPr>
            <a:xfrm>
              <a:off x="4971983" y="4093672"/>
              <a:ext cx="351645" cy="13215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0.53</a:t>
              </a:r>
            </a:p>
          </p:txBody>
        </p:sp>
        <p:sp>
          <p:nvSpPr>
            <p:cNvPr id="94" name="tx94"/>
            <p:cNvSpPr/>
            <p:nvPr/>
          </p:nvSpPr>
          <p:spPr>
            <a:xfrm>
              <a:off x="4971983" y="4746192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0.57</a:t>
              </a:r>
            </a:p>
          </p:txBody>
        </p:sp>
        <p:sp>
          <p:nvSpPr>
            <p:cNvPr id="95" name="tx95"/>
            <p:cNvSpPr/>
            <p:nvPr/>
          </p:nvSpPr>
          <p:spPr>
            <a:xfrm>
              <a:off x="6929276" y="2136468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0.44</a:t>
              </a:r>
            </a:p>
          </p:txBody>
        </p:sp>
        <p:sp>
          <p:nvSpPr>
            <p:cNvPr id="96" name="tx96"/>
            <p:cNvSpPr/>
            <p:nvPr/>
          </p:nvSpPr>
          <p:spPr>
            <a:xfrm>
              <a:off x="6929276" y="2788899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0.47</a:t>
              </a:r>
            </a:p>
          </p:txBody>
        </p:sp>
        <p:sp>
          <p:nvSpPr>
            <p:cNvPr id="97" name="tx97"/>
            <p:cNvSpPr/>
            <p:nvPr/>
          </p:nvSpPr>
          <p:spPr>
            <a:xfrm>
              <a:off x="6929276" y="3441330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0.46</a:t>
              </a:r>
            </a:p>
          </p:txBody>
        </p:sp>
        <p:sp>
          <p:nvSpPr>
            <p:cNvPr id="98" name="tx98"/>
            <p:cNvSpPr/>
            <p:nvPr/>
          </p:nvSpPr>
          <p:spPr>
            <a:xfrm>
              <a:off x="6929276" y="4093761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0.42</a:t>
              </a:r>
            </a:p>
          </p:txBody>
        </p:sp>
        <p:sp>
          <p:nvSpPr>
            <p:cNvPr id="99" name="tx99"/>
            <p:cNvSpPr/>
            <p:nvPr/>
          </p:nvSpPr>
          <p:spPr>
            <a:xfrm>
              <a:off x="6929276" y="4746103"/>
              <a:ext cx="351645" cy="13215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0.34</a:t>
              </a:r>
            </a:p>
          </p:txBody>
        </p:sp>
        <p:sp>
          <p:nvSpPr>
            <p:cNvPr id="100" name="tx100"/>
            <p:cNvSpPr/>
            <p:nvPr/>
          </p:nvSpPr>
          <p:spPr>
            <a:xfrm>
              <a:off x="5624414" y="2136468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0.66</a:t>
              </a:r>
            </a:p>
          </p:txBody>
        </p:sp>
        <p:sp>
          <p:nvSpPr>
            <p:cNvPr id="101" name="tx101"/>
            <p:cNvSpPr/>
            <p:nvPr/>
          </p:nvSpPr>
          <p:spPr>
            <a:xfrm>
              <a:off x="5624414" y="2788811"/>
              <a:ext cx="351645" cy="13215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0.73</a:t>
              </a:r>
            </a:p>
          </p:txBody>
        </p:sp>
        <p:sp>
          <p:nvSpPr>
            <p:cNvPr id="102" name="tx102"/>
            <p:cNvSpPr/>
            <p:nvPr/>
          </p:nvSpPr>
          <p:spPr>
            <a:xfrm>
              <a:off x="5624414" y="3441330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0.70</a:t>
              </a:r>
            </a:p>
          </p:txBody>
        </p:sp>
        <p:sp>
          <p:nvSpPr>
            <p:cNvPr id="103" name="tx103"/>
            <p:cNvSpPr/>
            <p:nvPr/>
          </p:nvSpPr>
          <p:spPr>
            <a:xfrm>
              <a:off x="5624414" y="4093761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0.66</a:t>
              </a:r>
            </a:p>
          </p:txBody>
        </p:sp>
        <p:sp>
          <p:nvSpPr>
            <p:cNvPr id="104" name="tx104"/>
            <p:cNvSpPr/>
            <p:nvPr/>
          </p:nvSpPr>
          <p:spPr>
            <a:xfrm>
              <a:off x="5624414" y="4746192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0.59</a:t>
              </a:r>
            </a:p>
          </p:txBody>
        </p:sp>
        <p:sp>
          <p:nvSpPr>
            <p:cNvPr id="105" name="rc105"/>
            <p:cNvSpPr/>
            <p:nvPr/>
          </p:nvSpPr>
          <p:spPr>
            <a:xfrm>
              <a:off x="7631390" y="1877653"/>
              <a:ext cx="652430" cy="652430"/>
            </a:xfrm>
            <a:prstGeom prst="rect">
              <a:avLst/>
            </a:prstGeom>
            <a:solidFill>
              <a:srgbClr val="A77D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" name="rc106"/>
            <p:cNvSpPr/>
            <p:nvPr/>
          </p:nvSpPr>
          <p:spPr>
            <a:xfrm>
              <a:off x="7631390" y="2530084"/>
              <a:ext cx="652430" cy="652430"/>
            </a:xfrm>
            <a:prstGeom prst="rect">
              <a:avLst/>
            </a:prstGeom>
            <a:solidFill>
              <a:srgbClr val="9164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" name="rc107"/>
            <p:cNvSpPr/>
            <p:nvPr/>
          </p:nvSpPr>
          <p:spPr>
            <a:xfrm>
              <a:off x="7631390" y="3182515"/>
              <a:ext cx="652430" cy="652430"/>
            </a:xfrm>
            <a:prstGeom prst="rect">
              <a:avLst/>
            </a:prstGeom>
            <a:solidFill>
              <a:srgbClr val="966A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" name="rc108"/>
            <p:cNvSpPr/>
            <p:nvPr/>
          </p:nvSpPr>
          <p:spPr>
            <a:xfrm>
              <a:off x="7631390" y="3834945"/>
              <a:ext cx="652430" cy="652430"/>
            </a:xfrm>
            <a:prstGeom prst="rect">
              <a:avLst/>
            </a:prstGeom>
            <a:solidFill>
              <a:srgbClr val="D4B8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" name="rc109"/>
            <p:cNvSpPr/>
            <p:nvPr/>
          </p:nvSpPr>
          <p:spPr>
            <a:xfrm>
              <a:off x="7631390" y="4487376"/>
              <a:ext cx="652430" cy="652430"/>
            </a:xfrm>
            <a:prstGeom prst="rect">
              <a:avLst/>
            </a:prstGeom>
            <a:solidFill>
              <a:srgbClr val="C7A5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" name="rc110"/>
            <p:cNvSpPr/>
            <p:nvPr/>
          </p:nvSpPr>
          <p:spPr>
            <a:xfrm>
              <a:off x="9588682" y="1877653"/>
              <a:ext cx="652430" cy="652430"/>
            </a:xfrm>
            <a:prstGeom prst="rect">
              <a:avLst/>
            </a:prstGeom>
            <a:solidFill>
              <a:srgbClr val="F1E7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" name="rc111"/>
            <p:cNvSpPr/>
            <p:nvPr/>
          </p:nvSpPr>
          <p:spPr>
            <a:xfrm>
              <a:off x="9588682" y="2530084"/>
              <a:ext cx="652430" cy="652430"/>
            </a:xfrm>
            <a:prstGeom prst="rect">
              <a:avLst/>
            </a:prstGeom>
            <a:solidFill>
              <a:srgbClr val="D9BF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" name="rc112"/>
            <p:cNvSpPr/>
            <p:nvPr/>
          </p:nvSpPr>
          <p:spPr>
            <a:xfrm>
              <a:off x="9588682" y="3182515"/>
              <a:ext cx="652430" cy="652430"/>
            </a:xfrm>
            <a:prstGeom prst="rect">
              <a:avLst/>
            </a:prstGeom>
            <a:solidFill>
              <a:srgbClr val="E3CF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" name="rc113"/>
            <p:cNvSpPr/>
            <p:nvPr/>
          </p:nvSpPr>
          <p:spPr>
            <a:xfrm>
              <a:off x="9588682" y="3834945"/>
              <a:ext cx="652430" cy="652430"/>
            </a:xfrm>
            <a:prstGeom prst="rect">
              <a:avLst/>
            </a:prstGeom>
            <a:solidFill>
              <a:srgbClr val="FBF8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" name="rc114"/>
            <p:cNvSpPr/>
            <p:nvPr/>
          </p:nvSpPr>
          <p:spPr>
            <a:xfrm>
              <a:off x="9588682" y="4487376"/>
              <a:ext cx="652430" cy="652430"/>
            </a:xfrm>
            <a:prstGeom prst="rect">
              <a:avLst/>
            </a:prstGeom>
            <a:solidFill>
              <a:srgbClr val="CBAB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" name="rc115"/>
            <p:cNvSpPr/>
            <p:nvPr/>
          </p:nvSpPr>
          <p:spPr>
            <a:xfrm>
              <a:off x="8283821" y="1877653"/>
              <a:ext cx="652430" cy="652430"/>
            </a:xfrm>
            <a:prstGeom prst="rect">
              <a:avLst/>
            </a:prstGeom>
            <a:solidFill>
              <a:srgbClr val="9C70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" name="rc116"/>
            <p:cNvSpPr/>
            <p:nvPr/>
          </p:nvSpPr>
          <p:spPr>
            <a:xfrm>
              <a:off x="8283821" y="2530084"/>
              <a:ext cx="652430" cy="652430"/>
            </a:xfrm>
            <a:prstGeom prst="rect">
              <a:avLst/>
            </a:prstGeom>
            <a:solidFill>
              <a:srgbClr val="9669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" name="rc117"/>
            <p:cNvSpPr/>
            <p:nvPr/>
          </p:nvSpPr>
          <p:spPr>
            <a:xfrm>
              <a:off x="8283821" y="3182515"/>
              <a:ext cx="652430" cy="652430"/>
            </a:xfrm>
            <a:prstGeom prst="rect">
              <a:avLst/>
            </a:prstGeom>
            <a:solidFill>
              <a:srgbClr val="8E61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" name="rc118"/>
            <p:cNvSpPr/>
            <p:nvPr/>
          </p:nvSpPr>
          <p:spPr>
            <a:xfrm>
              <a:off x="8283821" y="3834945"/>
              <a:ext cx="652430" cy="652430"/>
            </a:xfrm>
            <a:prstGeom prst="rect">
              <a:avLst/>
            </a:prstGeom>
            <a:solidFill>
              <a:srgbClr val="E3CF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" name="rc119"/>
            <p:cNvSpPr/>
            <p:nvPr/>
          </p:nvSpPr>
          <p:spPr>
            <a:xfrm>
              <a:off x="8283821" y="4487376"/>
              <a:ext cx="652430" cy="652430"/>
            </a:xfrm>
            <a:prstGeom prst="rect">
              <a:avLst/>
            </a:prstGeom>
            <a:solidFill>
              <a:srgbClr val="D7BD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" name="rc120"/>
            <p:cNvSpPr/>
            <p:nvPr/>
          </p:nvSpPr>
          <p:spPr>
            <a:xfrm>
              <a:off x="10241113" y="1877653"/>
              <a:ext cx="652430" cy="652430"/>
            </a:xfrm>
            <a:prstGeom prst="rect">
              <a:avLst/>
            </a:prstGeom>
            <a:solidFill>
              <a:srgbClr val="DDC6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" name="rc121"/>
            <p:cNvSpPr/>
            <p:nvPr/>
          </p:nvSpPr>
          <p:spPr>
            <a:xfrm>
              <a:off x="10241113" y="2530084"/>
              <a:ext cx="652430" cy="652430"/>
            </a:xfrm>
            <a:prstGeom prst="rect">
              <a:avLst/>
            </a:prstGeom>
            <a:solidFill>
              <a:srgbClr val="CAAB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" name="rc122"/>
            <p:cNvSpPr/>
            <p:nvPr/>
          </p:nvSpPr>
          <p:spPr>
            <a:xfrm>
              <a:off x="10241113" y="3182515"/>
              <a:ext cx="652430" cy="652430"/>
            </a:xfrm>
            <a:prstGeom prst="rect">
              <a:avLst/>
            </a:prstGeom>
            <a:solidFill>
              <a:srgbClr val="CCAD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" name="rc123"/>
            <p:cNvSpPr/>
            <p:nvPr/>
          </p:nvSpPr>
          <p:spPr>
            <a:xfrm>
              <a:off x="10241113" y="3834945"/>
              <a:ext cx="652430" cy="652430"/>
            </a:xfrm>
            <a:prstGeom prst="rect">
              <a:avLst/>
            </a:prstGeom>
            <a:solidFill>
              <a:srgbClr val="F6EF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" name="rc124"/>
            <p:cNvSpPr/>
            <p:nvPr/>
          </p:nvSpPr>
          <p:spPr>
            <a:xfrm>
              <a:off x="10241113" y="4487376"/>
              <a:ext cx="652430" cy="652430"/>
            </a:xfrm>
            <a:prstGeom prst="rect">
              <a:avLst/>
            </a:prstGeom>
            <a:solidFill>
              <a:srgbClr val="ECDD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" name="rc125"/>
            <p:cNvSpPr/>
            <p:nvPr/>
          </p:nvSpPr>
          <p:spPr>
            <a:xfrm>
              <a:off x="8936252" y="1877653"/>
              <a:ext cx="652430" cy="652430"/>
            </a:xfrm>
            <a:prstGeom prst="rect">
              <a:avLst/>
            </a:prstGeom>
            <a:solidFill>
              <a:srgbClr val="BF9C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" name="rc126"/>
            <p:cNvSpPr/>
            <p:nvPr/>
          </p:nvSpPr>
          <p:spPr>
            <a:xfrm>
              <a:off x="8936252" y="2530084"/>
              <a:ext cx="652430" cy="652430"/>
            </a:xfrm>
            <a:prstGeom prst="rect">
              <a:avLst/>
            </a:prstGeom>
            <a:solidFill>
              <a:srgbClr val="B38B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" name="rc127"/>
            <p:cNvSpPr/>
            <p:nvPr/>
          </p:nvSpPr>
          <p:spPr>
            <a:xfrm>
              <a:off x="8936252" y="3182515"/>
              <a:ext cx="652430" cy="652430"/>
            </a:xfrm>
            <a:prstGeom prst="rect">
              <a:avLst/>
            </a:prstGeom>
            <a:solidFill>
              <a:srgbClr val="BB96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" name="rc128"/>
            <p:cNvSpPr/>
            <p:nvPr/>
          </p:nvSpPr>
          <p:spPr>
            <a:xfrm>
              <a:off x="8936252" y="3834945"/>
              <a:ext cx="652430" cy="652430"/>
            </a:xfrm>
            <a:prstGeom prst="rect">
              <a:avLst/>
            </a:prstGeom>
            <a:solidFill>
              <a:srgbClr val="D7BD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" name="rc129"/>
            <p:cNvSpPr/>
            <p:nvPr/>
          </p:nvSpPr>
          <p:spPr>
            <a:xfrm>
              <a:off x="8936252" y="4487376"/>
              <a:ext cx="652430" cy="652430"/>
            </a:xfrm>
            <a:prstGeom prst="rect">
              <a:avLst/>
            </a:prstGeom>
            <a:solidFill>
              <a:srgbClr val="E9D9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" name="tx130"/>
            <p:cNvSpPr/>
            <p:nvPr/>
          </p:nvSpPr>
          <p:spPr>
            <a:xfrm>
              <a:off x="7781782" y="2136468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0.69</a:t>
              </a:r>
            </a:p>
          </p:txBody>
        </p:sp>
        <p:sp>
          <p:nvSpPr>
            <p:cNvPr id="131" name="tx131"/>
            <p:cNvSpPr/>
            <p:nvPr/>
          </p:nvSpPr>
          <p:spPr>
            <a:xfrm>
              <a:off x="7781782" y="2788899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0.77</a:t>
              </a:r>
            </a:p>
          </p:txBody>
        </p:sp>
        <p:sp>
          <p:nvSpPr>
            <p:cNvPr id="132" name="tx132"/>
            <p:cNvSpPr/>
            <p:nvPr/>
          </p:nvSpPr>
          <p:spPr>
            <a:xfrm>
              <a:off x="7781782" y="3441330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133" name="tx133"/>
            <p:cNvSpPr/>
            <p:nvPr/>
          </p:nvSpPr>
          <p:spPr>
            <a:xfrm>
              <a:off x="7781782" y="4093761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0.51</a:t>
              </a:r>
            </a:p>
          </p:txBody>
        </p:sp>
        <p:sp>
          <p:nvSpPr>
            <p:cNvPr id="134" name="tx134"/>
            <p:cNvSpPr/>
            <p:nvPr/>
          </p:nvSpPr>
          <p:spPr>
            <a:xfrm>
              <a:off x="7781782" y="4746192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0.57</a:t>
              </a:r>
            </a:p>
          </p:txBody>
        </p:sp>
        <p:sp>
          <p:nvSpPr>
            <p:cNvPr id="135" name="tx135"/>
            <p:cNvSpPr/>
            <p:nvPr/>
          </p:nvSpPr>
          <p:spPr>
            <a:xfrm>
              <a:off x="9739075" y="2136380"/>
              <a:ext cx="351645" cy="13215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0.37</a:t>
              </a:r>
            </a:p>
          </p:txBody>
        </p:sp>
        <p:sp>
          <p:nvSpPr>
            <p:cNvPr id="136" name="tx136"/>
            <p:cNvSpPr/>
            <p:nvPr/>
          </p:nvSpPr>
          <p:spPr>
            <a:xfrm>
              <a:off x="9739075" y="2788899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0.49</a:t>
              </a:r>
            </a:p>
          </p:txBody>
        </p:sp>
        <p:sp>
          <p:nvSpPr>
            <p:cNvPr id="137" name="tx137"/>
            <p:cNvSpPr/>
            <p:nvPr/>
          </p:nvSpPr>
          <p:spPr>
            <a:xfrm>
              <a:off x="9739075" y="3441330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0.44</a:t>
              </a:r>
            </a:p>
          </p:txBody>
        </p:sp>
        <p:sp>
          <p:nvSpPr>
            <p:cNvPr id="138" name="tx138"/>
            <p:cNvSpPr/>
            <p:nvPr/>
          </p:nvSpPr>
          <p:spPr>
            <a:xfrm>
              <a:off x="9739075" y="4093672"/>
              <a:ext cx="351645" cy="13215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0.32</a:t>
              </a:r>
            </a:p>
          </p:txBody>
        </p:sp>
        <p:sp>
          <p:nvSpPr>
            <p:cNvPr id="139" name="tx139"/>
            <p:cNvSpPr/>
            <p:nvPr/>
          </p:nvSpPr>
          <p:spPr>
            <a:xfrm>
              <a:off x="9739075" y="4746192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0.55</a:t>
              </a:r>
            </a:p>
          </p:txBody>
        </p:sp>
        <p:sp>
          <p:nvSpPr>
            <p:cNvPr id="140" name="tx140"/>
            <p:cNvSpPr/>
            <p:nvPr/>
          </p:nvSpPr>
          <p:spPr>
            <a:xfrm>
              <a:off x="8434213" y="2136380"/>
              <a:ext cx="351645" cy="13215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0.73</a:t>
              </a:r>
            </a:p>
          </p:txBody>
        </p:sp>
        <p:sp>
          <p:nvSpPr>
            <p:cNvPr id="141" name="tx141"/>
            <p:cNvSpPr/>
            <p:nvPr/>
          </p:nvSpPr>
          <p:spPr>
            <a:xfrm>
              <a:off x="8434213" y="2788899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142" name="tx142"/>
            <p:cNvSpPr/>
            <p:nvPr/>
          </p:nvSpPr>
          <p:spPr>
            <a:xfrm>
              <a:off x="8434213" y="3441330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0.78</a:t>
              </a:r>
            </a:p>
          </p:txBody>
        </p:sp>
        <p:sp>
          <p:nvSpPr>
            <p:cNvPr id="143" name="tx143"/>
            <p:cNvSpPr/>
            <p:nvPr/>
          </p:nvSpPr>
          <p:spPr>
            <a:xfrm>
              <a:off x="8434213" y="4093761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0.44</a:t>
              </a:r>
            </a:p>
          </p:txBody>
        </p:sp>
        <p:sp>
          <p:nvSpPr>
            <p:cNvPr id="144" name="tx144"/>
            <p:cNvSpPr/>
            <p:nvPr/>
          </p:nvSpPr>
          <p:spPr>
            <a:xfrm>
              <a:off x="8434213" y="4746192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145" name="tx145"/>
            <p:cNvSpPr/>
            <p:nvPr/>
          </p:nvSpPr>
          <p:spPr>
            <a:xfrm>
              <a:off x="10391506" y="2136468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0.47</a:t>
              </a:r>
            </a:p>
          </p:txBody>
        </p:sp>
        <p:sp>
          <p:nvSpPr>
            <p:cNvPr id="146" name="tx146"/>
            <p:cNvSpPr/>
            <p:nvPr/>
          </p:nvSpPr>
          <p:spPr>
            <a:xfrm>
              <a:off x="10391506" y="2788899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0.55</a:t>
              </a:r>
            </a:p>
          </p:txBody>
        </p:sp>
        <p:sp>
          <p:nvSpPr>
            <p:cNvPr id="147" name="tx147"/>
            <p:cNvSpPr/>
            <p:nvPr/>
          </p:nvSpPr>
          <p:spPr>
            <a:xfrm>
              <a:off x="10391506" y="3441330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0.55</a:t>
              </a:r>
            </a:p>
          </p:txBody>
        </p:sp>
        <p:sp>
          <p:nvSpPr>
            <p:cNvPr id="148" name="tx148"/>
            <p:cNvSpPr/>
            <p:nvPr/>
          </p:nvSpPr>
          <p:spPr>
            <a:xfrm>
              <a:off x="10391506" y="4093672"/>
              <a:ext cx="351645" cy="13215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0.35</a:t>
              </a:r>
            </a:p>
          </p:txBody>
        </p:sp>
        <p:sp>
          <p:nvSpPr>
            <p:cNvPr id="149" name="tx149"/>
            <p:cNvSpPr/>
            <p:nvPr/>
          </p:nvSpPr>
          <p:spPr>
            <a:xfrm>
              <a:off x="10391506" y="4746192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0.40</a:t>
              </a:r>
            </a:p>
          </p:txBody>
        </p:sp>
        <p:sp>
          <p:nvSpPr>
            <p:cNvPr id="150" name="tx150"/>
            <p:cNvSpPr/>
            <p:nvPr/>
          </p:nvSpPr>
          <p:spPr>
            <a:xfrm>
              <a:off x="9086644" y="2136468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0.60</a:t>
              </a:r>
            </a:p>
          </p:txBody>
        </p:sp>
        <p:sp>
          <p:nvSpPr>
            <p:cNvPr id="151" name="tx151"/>
            <p:cNvSpPr/>
            <p:nvPr/>
          </p:nvSpPr>
          <p:spPr>
            <a:xfrm>
              <a:off x="9086644" y="2788899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0.65</a:t>
              </a:r>
            </a:p>
          </p:txBody>
        </p:sp>
        <p:sp>
          <p:nvSpPr>
            <p:cNvPr id="152" name="tx152"/>
            <p:cNvSpPr/>
            <p:nvPr/>
          </p:nvSpPr>
          <p:spPr>
            <a:xfrm>
              <a:off x="9086644" y="3441330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0.62</a:t>
              </a:r>
            </a:p>
          </p:txBody>
        </p:sp>
        <p:sp>
          <p:nvSpPr>
            <p:cNvPr id="153" name="tx153"/>
            <p:cNvSpPr/>
            <p:nvPr/>
          </p:nvSpPr>
          <p:spPr>
            <a:xfrm>
              <a:off x="9086644" y="4093761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154" name="tx154"/>
            <p:cNvSpPr/>
            <p:nvPr/>
          </p:nvSpPr>
          <p:spPr>
            <a:xfrm>
              <a:off x="9086644" y="4746192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0.41</a:t>
              </a:r>
            </a:p>
          </p:txBody>
        </p:sp>
        <p:sp>
          <p:nvSpPr>
            <p:cNvPr id="155" name="tx155"/>
            <p:cNvSpPr/>
            <p:nvPr/>
          </p:nvSpPr>
          <p:spPr>
            <a:xfrm>
              <a:off x="2179699" y="1662250"/>
              <a:ext cx="316616" cy="8272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BOTH</a:t>
              </a:r>
            </a:p>
          </p:txBody>
        </p:sp>
        <p:sp>
          <p:nvSpPr>
            <p:cNvPr id="156" name="tx156"/>
            <p:cNvSpPr/>
            <p:nvPr/>
          </p:nvSpPr>
          <p:spPr>
            <a:xfrm>
              <a:off x="5561192" y="1662195"/>
              <a:ext cx="478090" cy="8278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CRCSCA</a:t>
              </a:r>
            </a:p>
          </p:txBody>
        </p:sp>
        <p:sp>
          <p:nvSpPr>
            <p:cNvPr id="157" name="tx157"/>
            <p:cNvSpPr/>
            <p:nvPr/>
          </p:nvSpPr>
          <p:spPr>
            <a:xfrm>
              <a:off x="9076219" y="1663614"/>
              <a:ext cx="372496" cy="8136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UNIFAI</a:t>
              </a:r>
            </a:p>
          </p:txBody>
        </p:sp>
        <p:sp>
          <p:nvSpPr>
            <p:cNvPr id="158" name="tx158"/>
            <p:cNvSpPr/>
            <p:nvPr/>
          </p:nvSpPr>
          <p:spPr>
            <a:xfrm>
              <a:off x="924442" y="5267681"/>
              <a:ext cx="217408" cy="8000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</a:t>
              </a:r>
            </a:p>
          </p:txBody>
        </p:sp>
        <p:sp>
          <p:nvSpPr>
            <p:cNvPr id="159" name="tx159"/>
            <p:cNvSpPr/>
            <p:nvPr/>
          </p:nvSpPr>
          <p:spPr>
            <a:xfrm>
              <a:off x="1427814" y="5266371"/>
              <a:ext cx="515525" cy="81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ADL.lower</a:t>
              </a:r>
            </a:p>
          </p:txBody>
        </p:sp>
        <p:sp>
          <p:nvSpPr>
            <p:cNvPr id="160" name="tx160"/>
            <p:cNvSpPr/>
            <p:nvPr/>
          </p:nvSpPr>
          <p:spPr>
            <a:xfrm>
              <a:off x="2070859" y="5245470"/>
              <a:ext cx="534297" cy="1022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ADL.upper</a:t>
              </a:r>
            </a:p>
          </p:txBody>
        </p:sp>
        <p:sp>
          <p:nvSpPr>
            <p:cNvPr id="161" name="tx161"/>
            <p:cNvSpPr/>
            <p:nvPr/>
          </p:nvSpPr>
          <p:spPr>
            <a:xfrm>
              <a:off x="2710875" y="5266371"/>
              <a:ext cx="559127" cy="81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ADL.bulbar</a:t>
              </a:r>
            </a:p>
          </p:txBody>
        </p:sp>
        <p:sp>
          <p:nvSpPr>
            <p:cNvPr id="162" name="tx162"/>
            <p:cNvSpPr/>
            <p:nvPr/>
          </p:nvSpPr>
          <p:spPr>
            <a:xfrm>
              <a:off x="3391273" y="5266371"/>
              <a:ext cx="503192" cy="81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ADL.other</a:t>
              </a:r>
            </a:p>
          </p:txBody>
        </p:sp>
        <p:sp>
          <p:nvSpPr>
            <p:cNvPr id="163" name="tx163"/>
            <p:cNvSpPr/>
            <p:nvPr/>
          </p:nvSpPr>
          <p:spPr>
            <a:xfrm>
              <a:off x="4386671" y="5267681"/>
              <a:ext cx="217408" cy="8000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</a:t>
              </a:r>
            </a:p>
          </p:txBody>
        </p:sp>
        <p:sp>
          <p:nvSpPr>
            <p:cNvPr id="164" name="tx164"/>
            <p:cNvSpPr/>
            <p:nvPr/>
          </p:nvSpPr>
          <p:spPr>
            <a:xfrm>
              <a:off x="4890043" y="5266371"/>
              <a:ext cx="515525" cy="81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ADL.lower</a:t>
              </a:r>
            </a:p>
          </p:txBody>
        </p:sp>
        <p:sp>
          <p:nvSpPr>
            <p:cNvPr id="165" name="tx165"/>
            <p:cNvSpPr/>
            <p:nvPr/>
          </p:nvSpPr>
          <p:spPr>
            <a:xfrm>
              <a:off x="5533088" y="5245470"/>
              <a:ext cx="534297" cy="1022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ADL.upper</a:t>
              </a:r>
            </a:p>
          </p:txBody>
        </p:sp>
        <p:sp>
          <p:nvSpPr>
            <p:cNvPr id="166" name="tx166"/>
            <p:cNvSpPr/>
            <p:nvPr/>
          </p:nvSpPr>
          <p:spPr>
            <a:xfrm>
              <a:off x="6173104" y="5266371"/>
              <a:ext cx="559127" cy="81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ADL.bulbar</a:t>
              </a:r>
            </a:p>
          </p:txBody>
        </p:sp>
        <p:sp>
          <p:nvSpPr>
            <p:cNvPr id="167" name="tx167"/>
            <p:cNvSpPr/>
            <p:nvPr/>
          </p:nvSpPr>
          <p:spPr>
            <a:xfrm>
              <a:off x="6853503" y="5266371"/>
              <a:ext cx="503192" cy="81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ADL.other</a:t>
              </a:r>
            </a:p>
          </p:txBody>
        </p:sp>
        <p:sp>
          <p:nvSpPr>
            <p:cNvPr id="168" name="tx168"/>
            <p:cNvSpPr/>
            <p:nvPr/>
          </p:nvSpPr>
          <p:spPr>
            <a:xfrm>
              <a:off x="7848901" y="5267681"/>
              <a:ext cx="217408" cy="8000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</a:t>
              </a:r>
            </a:p>
          </p:txBody>
        </p:sp>
        <p:sp>
          <p:nvSpPr>
            <p:cNvPr id="169" name="tx169"/>
            <p:cNvSpPr/>
            <p:nvPr/>
          </p:nvSpPr>
          <p:spPr>
            <a:xfrm>
              <a:off x="8352273" y="5266371"/>
              <a:ext cx="515525" cy="81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ADL.lower</a:t>
              </a:r>
            </a:p>
          </p:txBody>
        </p:sp>
        <p:sp>
          <p:nvSpPr>
            <p:cNvPr id="170" name="tx170"/>
            <p:cNvSpPr/>
            <p:nvPr/>
          </p:nvSpPr>
          <p:spPr>
            <a:xfrm>
              <a:off x="8995318" y="5245470"/>
              <a:ext cx="534297" cy="1022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ADL.upper</a:t>
              </a:r>
            </a:p>
          </p:txBody>
        </p:sp>
        <p:sp>
          <p:nvSpPr>
            <p:cNvPr id="171" name="tx171"/>
            <p:cNvSpPr/>
            <p:nvPr/>
          </p:nvSpPr>
          <p:spPr>
            <a:xfrm>
              <a:off x="9635334" y="5266371"/>
              <a:ext cx="559127" cy="81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ADL.bulbar</a:t>
              </a:r>
            </a:p>
          </p:txBody>
        </p:sp>
        <p:sp>
          <p:nvSpPr>
            <p:cNvPr id="172" name="tx172"/>
            <p:cNvSpPr/>
            <p:nvPr/>
          </p:nvSpPr>
          <p:spPr>
            <a:xfrm>
              <a:off x="10315732" y="5266371"/>
              <a:ext cx="503192" cy="81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ADL.other</a:t>
              </a:r>
            </a:p>
          </p:txBody>
        </p:sp>
        <p:sp>
          <p:nvSpPr>
            <p:cNvPr id="173" name="tx173"/>
            <p:cNvSpPr/>
            <p:nvPr/>
          </p:nvSpPr>
          <p:spPr>
            <a:xfrm>
              <a:off x="69589" y="4751382"/>
              <a:ext cx="509468" cy="1022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s4.speech</a:t>
              </a:r>
            </a:p>
          </p:txBody>
        </p:sp>
        <p:sp>
          <p:nvSpPr>
            <p:cNvPr id="174" name="tx174"/>
            <p:cNvSpPr/>
            <p:nvPr/>
          </p:nvSpPr>
          <p:spPr>
            <a:xfrm>
              <a:off x="125632" y="4118432"/>
              <a:ext cx="453424" cy="8272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SARA.ku</a:t>
              </a:r>
            </a:p>
          </p:txBody>
        </p:sp>
        <p:sp>
          <p:nvSpPr>
            <p:cNvPr id="175" name="tx175"/>
            <p:cNvSpPr/>
            <p:nvPr/>
          </p:nvSpPr>
          <p:spPr>
            <a:xfrm>
              <a:off x="125632" y="3466001"/>
              <a:ext cx="453424" cy="8272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SARA.ax</a:t>
              </a:r>
            </a:p>
          </p:txBody>
        </p:sp>
        <p:sp>
          <p:nvSpPr>
            <p:cNvPr id="176" name="tx176"/>
            <p:cNvSpPr/>
            <p:nvPr/>
          </p:nvSpPr>
          <p:spPr>
            <a:xfrm>
              <a:off x="274718" y="2813571"/>
              <a:ext cx="304338" cy="8272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SARA</a:t>
              </a:r>
            </a:p>
          </p:txBody>
        </p:sp>
        <p:sp>
          <p:nvSpPr>
            <p:cNvPr id="177" name="tx177"/>
            <p:cNvSpPr/>
            <p:nvPr/>
          </p:nvSpPr>
          <p:spPr>
            <a:xfrm>
              <a:off x="349261" y="2161140"/>
              <a:ext cx="229795" cy="8272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USS</a:t>
              </a:r>
            </a:p>
          </p:txBody>
        </p:sp>
        <p:sp>
          <p:nvSpPr>
            <p:cNvPr id="178" name="tx178"/>
            <p:cNvSpPr/>
            <p:nvPr/>
          </p:nvSpPr>
          <p:spPr>
            <a:xfrm>
              <a:off x="11167555" y="2845827"/>
              <a:ext cx="885266" cy="12946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Spearman rho</a:t>
              </a:r>
            </a:p>
          </p:txBody>
        </p:sp>
        <p:pic>
          <p:nvPicPr>
            <p:cNvPr id="179" name="pic17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67555" y="3059584"/>
              <a:ext cx="219455" cy="1097280"/>
            </a:xfrm>
            <a:prstGeom prst="rect">
              <a:avLst/>
            </a:prstGeom>
          </p:spPr>
        </p:pic>
        <p:sp>
          <p:nvSpPr>
            <p:cNvPr id="180" name="pl180"/>
            <p:cNvSpPr/>
            <p:nvPr/>
          </p:nvSpPr>
          <p:spPr>
            <a:xfrm>
              <a:off x="11343119" y="3998804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1" name="pl181"/>
            <p:cNvSpPr/>
            <p:nvPr/>
          </p:nvSpPr>
          <p:spPr>
            <a:xfrm>
              <a:off x="11343119" y="3686340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2" name="pl182"/>
            <p:cNvSpPr/>
            <p:nvPr/>
          </p:nvSpPr>
          <p:spPr>
            <a:xfrm>
              <a:off x="11343119" y="3373877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3" name="pl183"/>
            <p:cNvSpPr/>
            <p:nvPr/>
          </p:nvSpPr>
          <p:spPr>
            <a:xfrm>
              <a:off x="11343119" y="3061413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4" name="pl184"/>
            <p:cNvSpPr/>
            <p:nvPr/>
          </p:nvSpPr>
          <p:spPr>
            <a:xfrm>
              <a:off x="11167555" y="3998804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5" name="pl185"/>
            <p:cNvSpPr/>
            <p:nvPr/>
          </p:nvSpPr>
          <p:spPr>
            <a:xfrm>
              <a:off x="11167555" y="3686340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6" name="pl186"/>
            <p:cNvSpPr/>
            <p:nvPr/>
          </p:nvSpPr>
          <p:spPr>
            <a:xfrm>
              <a:off x="11167555" y="3373877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7" name="pl187"/>
            <p:cNvSpPr/>
            <p:nvPr/>
          </p:nvSpPr>
          <p:spPr>
            <a:xfrm>
              <a:off x="11167555" y="3061413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8" name="tx188"/>
            <p:cNvSpPr/>
            <p:nvPr/>
          </p:nvSpPr>
          <p:spPr>
            <a:xfrm>
              <a:off x="11456600" y="3957112"/>
              <a:ext cx="15536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</a:t>
              </a:r>
            </a:p>
          </p:txBody>
        </p:sp>
        <p:sp>
          <p:nvSpPr>
            <p:cNvPr id="189" name="tx189"/>
            <p:cNvSpPr/>
            <p:nvPr/>
          </p:nvSpPr>
          <p:spPr>
            <a:xfrm>
              <a:off x="11456600" y="3644649"/>
              <a:ext cx="15536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0.6</a:t>
              </a:r>
            </a:p>
          </p:txBody>
        </p:sp>
        <p:sp>
          <p:nvSpPr>
            <p:cNvPr id="190" name="tx190"/>
            <p:cNvSpPr/>
            <p:nvPr/>
          </p:nvSpPr>
          <p:spPr>
            <a:xfrm>
              <a:off x="11456600" y="3332185"/>
              <a:ext cx="15536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0.8</a:t>
              </a:r>
            </a:p>
          </p:txBody>
        </p:sp>
        <p:sp>
          <p:nvSpPr>
            <p:cNvPr id="191" name="tx191"/>
            <p:cNvSpPr/>
            <p:nvPr/>
          </p:nvSpPr>
          <p:spPr>
            <a:xfrm>
              <a:off x="11456600" y="3019722"/>
              <a:ext cx="15536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1.0</a:t>
              </a:r>
            </a:p>
          </p:txBody>
        </p:sp>
      </p:grpSp>
      <p:sp>
        <p:nvSpPr>
          <p:cNvPr id="192" name="Title 1"/>
          <p:cNvSpPr>
            <a:spLocks noGrp="1"/>
          </p:cNvSpPr>
          <p:nvPr>
            <p:ph type="title"/>
          </p:nvPr>
        </p:nvSpPr>
        <p:spPr>
          <a:xfrm>
            <a:off x="9607379" y="0"/>
            <a:ext cx="2584622" cy="518984"/>
          </a:xfrm>
        </p:spPr>
        <p:txBody>
          <a:bodyPr/>
          <a:lstStyle/>
          <a:p>
            <a:r>
              <a:t>title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ontent Placeholder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rc4"/>
            <p:cNvSpPr/>
            <p:nvPr/>
          </p:nvSpPr>
          <p:spPr>
            <a:xfrm>
              <a:off x="0" y="1283980"/>
              <a:ext cx="12191999" cy="429003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" name="rc5"/>
            <p:cNvSpPr/>
            <p:nvPr/>
          </p:nvSpPr>
          <p:spPr>
            <a:xfrm>
              <a:off x="708473" y="1839075"/>
              <a:ext cx="667861" cy="667861"/>
            </a:xfrm>
            <a:prstGeom prst="rect">
              <a:avLst/>
            </a:prstGeom>
            <a:solidFill>
              <a:srgbClr val="9F74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rc6"/>
            <p:cNvSpPr/>
            <p:nvPr/>
          </p:nvSpPr>
          <p:spPr>
            <a:xfrm>
              <a:off x="708473" y="2506937"/>
              <a:ext cx="667861" cy="667861"/>
            </a:xfrm>
            <a:prstGeom prst="rect">
              <a:avLst/>
            </a:prstGeom>
            <a:solidFill>
              <a:srgbClr val="8E61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rc7"/>
            <p:cNvSpPr/>
            <p:nvPr/>
          </p:nvSpPr>
          <p:spPr>
            <a:xfrm>
              <a:off x="708473" y="3174799"/>
              <a:ext cx="667861" cy="667861"/>
            </a:xfrm>
            <a:prstGeom prst="rect">
              <a:avLst/>
            </a:prstGeom>
            <a:solidFill>
              <a:srgbClr val="9064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rc8"/>
            <p:cNvSpPr/>
            <p:nvPr/>
          </p:nvSpPr>
          <p:spPr>
            <a:xfrm>
              <a:off x="708473" y="3842661"/>
              <a:ext cx="667861" cy="667861"/>
            </a:xfrm>
            <a:prstGeom prst="rect">
              <a:avLst/>
            </a:prstGeom>
            <a:solidFill>
              <a:srgbClr val="BE9A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rc9"/>
            <p:cNvSpPr/>
            <p:nvPr/>
          </p:nvSpPr>
          <p:spPr>
            <a:xfrm>
              <a:off x="708473" y="4510523"/>
              <a:ext cx="667861" cy="667861"/>
            </a:xfrm>
            <a:prstGeom prst="rect">
              <a:avLst/>
            </a:prstGeom>
            <a:solidFill>
              <a:srgbClr val="BF9B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rc10"/>
            <p:cNvSpPr/>
            <p:nvPr/>
          </p:nvSpPr>
          <p:spPr>
            <a:xfrm>
              <a:off x="2712059" y="1839075"/>
              <a:ext cx="667861" cy="667861"/>
            </a:xfrm>
            <a:prstGeom prst="rect">
              <a:avLst/>
            </a:prstGeom>
            <a:solidFill>
              <a:srgbClr val="EADA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rc11"/>
            <p:cNvSpPr/>
            <p:nvPr/>
          </p:nvSpPr>
          <p:spPr>
            <a:xfrm>
              <a:off x="2712059" y="2506937"/>
              <a:ext cx="667861" cy="667861"/>
            </a:xfrm>
            <a:prstGeom prst="rect">
              <a:avLst/>
            </a:prstGeom>
            <a:solidFill>
              <a:srgbClr val="D2B6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rc12"/>
            <p:cNvSpPr/>
            <p:nvPr/>
          </p:nvSpPr>
          <p:spPr>
            <a:xfrm>
              <a:off x="2712059" y="3174799"/>
              <a:ext cx="667861" cy="667861"/>
            </a:xfrm>
            <a:prstGeom prst="rect">
              <a:avLst/>
            </a:prstGeom>
            <a:solidFill>
              <a:srgbClr val="DBC3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rc13"/>
            <p:cNvSpPr/>
            <p:nvPr/>
          </p:nvSpPr>
          <p:spPr>
            <a:xfrm>
              <a:off x="2712059" y="3842661"/>
              <a:ext cx="667861" cy="667861"/>
            </a:xfrm>
            <a:prstGeom prst="rect">
              <a:avLst/>
            </a:prstGeom>
            <a:solidFill>
              <a:srgbClr val="E9D9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rc14"/>
            <p:cNvSpPr/>
            <p:nvPr/>
          </p:nvSpPr>
          <p:spPr>
            <a:xfrm>
              <a:off x="2712059" y="4510523"/>
              <a:ext cx="667861" cy="667861"/>
            </a:xfrm>
            <a:prstGeom prst="rect">
              <a:avLst/>
            </a:prstGeom>
            <a:solidFill>
              <a:srgbClr val="C9A8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rc15"/>
            <p:cNvSpPr/>
            <p:nvPr/>
          </p:nvSpPr>
          <p:spPr>
            <a:xfrm>
              <a:off x="1376335" y="1839075"/>
              <a:ext cx="667861" cy="667861"/>
            </a:xfrm>
            <a:prstGeom prst="rect">
              <a:avLst/>
            </a:prstGeom>
            <a:solidFill>
              <a:srgbClr val="9C70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rc16"/>
            <p:cNvSpPr/>
            <p:nvPr/>
          </p:nvSpPr>
          <p:spPr>
            <a:xfrm>
              <a:off x="1376335" y="2506937"/>
              <a:ext cx="667861" cy="667861"/>
            </a:xfrm>
            <a:prstGeom prst="rect">
              <a:avLst/>
            </a:prstGeom>
            <a:solidFill>
              <a:srgbClr val="996D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rc17"/>
            <p:cNvSpPr/>
            <p:nvPr/>
          </p:nvSpPr>
          <p:spPr>
            <a:xfrm>
              <a:off x="1376335" y="3174799"/>
              <a:ext cx="667861" cy="667861"/>
            </a:xfrm>
            <a:prstGeom prst="rect">
              <a:avLst/>
            </a:prstGeom>
            <a:solidFill>
              <a:srgbClr val="895D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rc18"/>
            <p:cNvSpPr/>
            <p:nvPr/>
          </p:nvSpPr>
          <p:spPr>
            <a:xfrm>
              <a:off x="1376335" y="3842661"/>
              <a:ext cx="667861" cy="667861"/>
            </a:xfrm>
            <a:prstGeom prst="rect">
              <a:avLst/>
            </a:prstGeom>
            <a:solidFill>
              <a:srgbClr val="D4B8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rc19"/>
            <p:cNvSpPr/>
            <p:nvPr/>
          </p:nvSpPr>
          <p:spPr>
            <a:xfrm>
              <a:off x="1376335" y="4510523"/>
              <a:ext cx="667861" cy="667861"/>
            </a:xfrm>
            <a:prstGeom prst="rect">
              <a:avLst/>
            </a:prstGeom>
            <a:solidFill>
              <a:srgbClr val="D1B4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rc20"/>
            <p:cNvSpPr/>
            <p:nvPr/>
          </p:nvSpPr>
          <p:spPr>
            <a:xfrm>
              <a:off x="3379921" y="1839075"/>
              <a:ext cx="667861" cy="667861"/>
            </a:xfrm>
            <a:prstGeom prst="rect">
              <a:avLst/>
            </a:prstGeom>
            <a:solidFill>
              <a:srgbClr val="E8D8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rc21"/>
            <p:cNvSpPr/>
            <p:nvPr/>
          </p:nvSpPr>
          <p:spPr>
            <a:xfrm>
              <a:off x="3379921" y="2506937"/>
              <a:ext cx="667861" cy="667861"/>
            </a:xfrm>
            <a:prstGeom prst="rect">
              <a:avLst/>
            </a:prstGeom>
            <a:solidFill>
              <a:srgbClr val="DDC6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rc22"/>
            <p:cNvSpPr/>
            <p:nvPr/>
          </p:nvSpPr>
          <p:spPr>
            <a:xfrm>
              <a:off x="3379921" y="3174799"/>
              <a:ext cx="667861" cy="667861"/>
            </a:xfrm>
            <a:prstGeom prst="rect">
              <a:avLst/>
            </a:prstGeom>
            <a:solidFill>
              <a:srgbClr val="DCC4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rc23"/>
            <p:cNvSpPr/>
            <p:nvPr/>
          </p:nvSpPr>
          <p:spPr>
            <a:xfrm>
              <a:off x="3379921" y="3842661"/>
              <a:ext cx="667861" cy="667861"/>
            </a:xfrm>
            <a:prstGeom prst="rect">
              <a:avLst/>
            </a:prstGeom>
            <a:solidFill>
              <a:srgbClr val="F4EC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rc24"/>
            <p:cNvSpPr/>
            <p:nvPr/>
          </p:nvSpPr>
          <p:spPr>
            <a:xfrm>
              <a:off x="3379921" y="4510523"/>
              <a:ext cx="667861" cy="667861"/>
            </a:xfrm>
            <a:prstGeom prst="rect">
              <a:avLst/>
            </a:prstGeom>
            <a:solidFill>
              <a:srgbClr val="F5EE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rc25"/>
            <p:cNvSpPr/>
            <p:nvPr/>
          </p:nvSpPr>
          <p:spPr>
            <a:xfrm>
              <a:off x="2044197" y="1839075"/>
              <a:ext cx="667861" cy="667861"/>
            </a:xfrm>
            <a:prstGeom prst="rect">
              <a:avLst/>
            </a:prstGeom>
            <a:solidFill>
              <a:srgbClr val="AC83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rc26"/>
            <p:cNvSpPr/>
            <p:nvPr/>
          </p:nvSpPr>
          <p:spPr>
            <a:xfrm>
              <a:off x="2044197" y="2506937"/>
              <a:ext cx="667861" cy="667861"/>
            </a:xfrm>
            <a:prstGeom prst="rect">
              <a:avLst/>
            </a:prstGeom>
            <a:solidFill>
              <a:srgbClr val="A379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rc27"/>
            <p:cNvSpPr/>
            <p:nvPr/>
          </p:nvSpPr>
          <p:spPr>
            <a:xfrm>
              <a:off x="2044197" y="3174799"/>
              <a:ext cx="667861" cy="667861"/>
            </a:xfrm>
            <a:prstGeom prst="rect">
              <a:avLst/>
            </a:prstGeom>
            <a:solidFill>
              <a:srgbClr val="AD84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rc28"/>
            <p:cNvSpPr/>
            <p:nvPr/>
          </p:nvSpPr>
          <p:spPr>
            <a:xfrm>
              <a:off x="2044197" y="3842661"/>
              <a:ext cx="667861" cy="667861"/>
            </a:xfrm>
            <a:prstGeom prst="rect">
              <a:avLst/>
            </a:prstGeom>
            <a:solidFill>
              <a:srgbClr val="BD98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rc29"/>
            <p:cNvSpPr/>
            <p:nvPr/>
          </p:nvSpPr>
          <p:spPr>
            <a:xfrm>
              <a:off x="2044197" y="4510523"/>
              <a:ext cx="667861" cy="667861"/>
            </a:xfrm>
            <a:prstGeom prst="rect">
              <a:avLst/>
            </a:prstGeom>
            <a:solidFill>
              <a:srgbClr val="D7BD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tx30"/>
            <p:cNvSpPr/>
            <p:nvPr/>
          </p:nvSpPr>
          <p:spPr>
            <a:xfrm>
              <a:off x="866581" y="2105606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0.72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866581" y="2773468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0.78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866581" y="3441330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0.77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866581" y="4109192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0.61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866581" y="4777054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0.60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2870167" y="2105606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0.41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2870167" y="2773468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0.52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2870167" y="3441330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0.48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2870167" y="4109192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0.41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2870167" y="4777054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0.56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1534443" y="2105518"/>
              <a:ext cx="351645" cy="13215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0.73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1534443" y="2773468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0.74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1534443" y="3441330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0.79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534443" y="4109192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0.51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1534443" y="4777054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0.52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3538029" y="2105606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0.42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538029" y="2773468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0.47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3538029" y="3441330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0.48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3538029" y="4109103"/>
              <a:ext cx="351645" cy="13215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0.36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3538029" y="4776965"/>
              <a:ext cx="351645" cy="13215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0.35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2202305" y="2105606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0.68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2202305" y="2773468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0.71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2202305" y="3441330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0.67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2202305" y="4109192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0.61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2202305" y="4777054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55" name="rc55"/>
            <p:cNvSpPr/>
            <p:nvPr/>
          </p:nvSpPr>
          <p:spPr>
            <a:xfrm>
              <a:off x="4250944" y="1839075"/>
              <a:ext cx="667861" cy="667861"/>
            </a:xfrm>
            <a:prstGeom prst="rect">
              <a:avLst/>
            </a:prstGeom>
            <a:solidFill>
              <a:srgbClr val="9B6F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rc56"/>
            <p:cNvSpPr/>
            <p:nvPr/>
          </p:nvSpPr>
          <p:spPr>
            <a:xfrm>
              <a:off x="4250944" y="2506937"/>
              <a:ext cx="667861" cy="667861"/>
            </a:xfrm>
            <a:prstGeom prst="rect">
              <a:avLst/>
            </a:prstGeom>
            <a:solidFill>
              <a:srgbClr val="9164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" name="rc57"/>
            <p:cNvSpPr/>
            <p:nvPr/>
          </p:nvSpPr>
          <p:spPr>
            <a:xfrm>
              <a:off x="4250944" y="3174799"/>
              <a:ext cx="667861" cy="667861"/>
            </a:xfrm>
            <a:prstGeom prst="rect">
              <a:avLst/>
            </a:prstGeom>
            <a:solidFill>
              <a:srgbClr val="9164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" name="rc58"/>
            <p:cNvSpPr/>
            <p:nvPr/>
          </p:nvSpPr>
          <p:spPr>
            <a:xfrm>
              <a:off x="4250944" y="3842661"/>
              <a:ext cx="667861" cy="667861"/>
            </a:xfrm>
            <a:prstGeom prst="rect">
              <a:avLst/>
            </a:prstGeom>
            <a:solidFill>
              <a:srgbClr val="B48D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" name="rc59"/>
            <p:cNvSpPr/>
            <p:nvPr/>
          </p:nvSpPr>
          <p:spPr>
            <a:xfrm>
              <a:off x="4250944" y="4510523"/>
              <a:ext cx="667861" cy="667861"/>
            </a:xfrm>
            <a:prstGeom prst="rect">
              <a:avLst/>
            </a:prstGeom>
            <a:solidFill>
              <a:srgbClr val="B38B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" name="rc60"/>
            <p:cNvSpPr/>
            <p:nvPr/>
          </p:nvSpPr>
          <p:spPr>
            <a:xfrm>
              <a:off x="6254530" y="1839075"/>
              <a:ext cx="667861" cy="667861"/>
            </a:xfrm>
            <a:prstGeom prst="rect">
              <a:avLst/>
            </a:prstGeom>
            <a:solidFill>
              <a:srgbClr val="D2B5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" name="rc61"/>
            <p:cNvSpPr/>
            <p:nvPr/>
          </p:nvSpPr>
          <p:spPr>
            <a:xfrm>
              <a:off x="6254530" y="2506937"/>
              <a:ext cx="667861" cy="667861"/>
            </a:xfrm>
            <a:prstGeom prst="rect">
              <a:avLst/>
            </a:prstGeom>
            <a:solidFill>
              <a:srgbClr val="C3A0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" name="rc62"/>
            <p:cNvSpPr/>
            <p:nvPr/>
          </p:nvSpPr>
          <p:spPr>
            <a:xfrm>
              <a:off x="6254530" y="3174799"/>
              <a:ext cx="667861" cy="667861"/>
            </a:xfrm>
            <a:prstGeom prst="rect">
              <a:avLst/>
            </a:prstGeom>
            <a:solidFill>
              <a:srgbClr val="CFB1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" name="rc63"/>
            <p:cNvSpPr/>
            <p:nvPr/>
          </p:nvSpPr>
          <p:spPr>
            <a:xfrm>
              <a:off x="6254530" y="3842661"/>
              <a:ext cx="667861" cy="667861"/>
            </a:xfrm>
            <a:prstGeom prst="rect">
              <a:avLst/>
            </a:prstGeom>
            <a:solidFill>
              <a:srgbClr val="D3B7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" name="rc64"/>
            <p:cNvSpPr/>
            <p:nvPr/>
          </p:nvSpPr>
          <p:spPr>
            <a:xfrm>
              <a:off x="6254530" y="4510523"/>
              <a:ext cx="667861" cy="667861"/>
            </a:xfrm>
            <a:prstGeom prst="rect">
              <a:avLst/>
            </a:prstGeom>
            <a:solidFill>
              <a:srgbClr val="C5A3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" name="rc65"/>
            <p:cNvSpPr/>
            <p:nvPr/>
          </p:nvSpPr>
          <p:spPr>
            <a:xfrm>
              <a:off x="4918806" y="1839075"/>
              <a:ext cx="667861" cy="667861"/>
            </a:xfrm>
            <a:prstGeom prst="rect">
              <a:avLst/>
            </a:prstGeom>
            <a:solidFill>
              <a:srgbClr val="9E72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" name="rc66"/>
            <p:cNvSpPr/>
            <p:nvPr/>
          </p:nvSpPr>
          <p:spPr>
            <a:xfrm>
              <a:off x="4918806" y="2506937"/>
              <a:ext cx="667861" cy="667861"/>
            </a:xfrm>
            <a:prstGeom prst="rect">
              <a:avLst/>
            </a:prstGeom>
            <a:solidFill>
              <a:srgbClr val="A378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" name="rc67"/>
            <p:cNvSpPr/>
            <p:nvPr/>
          </p:nvSpPr>
          <p:spPr>
            <a:xfrm>
              <a:off x="4918806" y="3174799"/>
              <a:ext cx="667861" cy="667861"/>
            </a:xfrm>
            <a:prstGeom prst="rect">
              <a:avLst/>
            </a:prstGeom>
            <a:solidFill>
              <a:srgbClr val="9164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" name="rc68"/>
            <p:cNvSpPr/>
            <p:nvPr/>
          </p:nvSpPr>
          <p:spPr>
            <a:xfrm>
              <a:off x="4918806" y="3842661"/>
              <a:ext cx="667861" cy="667861"/>
            </a:xfrm>
            <a:prstGeom prst="rect">
              <a:avLst/>
            </a:prstGeom>
            <a:solidFill>
              <a:srgbClr val="CEB0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" name="rc69"/>
            <p:cNvSpPr/>
            <p:nvPr/>
          </p:nvSpPr>
          <p:spPr>
            <a:xfrm>
              <a:off x="4918806" y="4510523"/>
              <a:ext cx="667861" cy="667861"/>
            </a:xfrm>
            <a:prstGeom prst="rect">
              <a:avLst/>
            </a:prstGeom>
            <a:solidFill>
              <a:srgbClr val="C9A9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" name="rc70"/>
            <p:cNvSpPr/>
            <p:nvPr/>
          </p:nvSpPr>
          <p:spPr>
            <a:xfrm>
              <a:off x="6922392" y="1839075"/>
              <a:ext cx="667861" cy="667861"/>
            </a:xfrm>
            <a:prstGeom prst="rect">
              <a:avLst/>
            </a:prstGeom>
            <a:solidFill>
              <a:srgbClr val="EBDD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" name="rc71"/>
            <p:cNvSpPr/>
            <p:nvPr/>
          </p:nvSpPr>
          <p:spPr>
            <a:xfrm>
              <a:off x="6922392" y="2506937"/>
              <a:ext cx="667861" cy="667861"/>
            </a:xfrm>
            <a:prstGeom prst="rect">
              <a:avLst/>
            </a:prstGeom>
            <a:solidFill>
              <a:srgbClr val="E9DA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" name="rc72"/>
            <p:cNvSpPr/>
            <p:nvPr/>
          </p:nvSpPr>
          <p:spPr>
            <a:xfrm>
              <a:off x="6922392" y="3174799"/>
              <a:ext cx="667861" cy="667861"/>
            </a:xfrm>
            <a:prstGeom prst="rect">
              <a:avLst/>
            </a:prstGeom>
            <a:solidFill>
              <a:srgbClr val="E9D9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" name="rc73"/>
            <p:cNvSpPr/>
            <p:nvPr/>
          </p:nvSpPr>
          <p:spPr>
            <a:xfrm>
              <a:off x="6922392" y="3842661"/>
              <a:ext cx="667861" cy="667861"/>
            </a:xfrm>
            <a:prstGeom prst="rect">
              <a:avLst/>
            </a:prstGeom>
            <a:solidFill>
              <a:srgbClr val="F2E8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" name="rc74"/>
            <p:cNvSpPr/>
            <p:nvPr/>
          </p:nvSpPr>
          <p:spPr>
            <a:xfrm>
              <a:off x="6922392" y="4510523"/>
              <a:ext cx="667861" cy="667861"/>
            </a:xfrm>
            <a:prstGeom prst="rect">
              <a:avLst/>
            </a:prstGeom>
            <a:solidFill>
              <a:srgbClr val="FDFB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" name="rc75"/>
            <p:cNvSpPr/>
            <p:nvPr/>
          </p:nvSpPr>
          <p:spPr>
            <a:xfrm>
              <a:off x="5586668" y="1839075"/>
              <a:ext cx="667861" cy="667861"/>
            </a:xfrm>
            <a:prstGeom prst="rect">
              <a:avLst/>
            </a:prstGeom>
            <a:solidFill>
              <a:srgbClr val="B58D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" name="rc76"/>
            <p:cNvSpPr/>
            <p:nvPr/>
          </p:nvSpPr>
          <p:spPr>
            <a:xfrm>
              <a:off x="5586668" y="2506937"/>
              <a:ext cx="667861" cy="667861"/>
            </a:xfrm>
            <a:prstGeom prst="rect">
              <a:avLst/>
            </a:prstGeom>
            <a:solidFill>
              <a:srgbClr val="A77D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" name="rc77"/>
            <p:cNvSpPr/>
            <p:nvPr/>
          </p:nvSpPr>
          <p:spPr>
            <a:xfrm>
              <a:off x="5586668" y="3174799"/>
              <a:ext cx="667861" cy="667861"/>
            </a:xfrm>
            <a:prstGeom prst="rect">
              <a:avLst/>
            </a:prstGeom>
            <a:solidFill>
              <a:srgbClr val="AF87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" name="rc78"/>
            <p:cNvSpPr/>
            <p:nvPr/>
          </p:nvSpPr>
          <p:spPr>
            <a:xfrm>
              <a:off x="5586668" y="3842661"/>
              <a:ext cx="667861" cy="667861"/>
            </a:xfrm>
            <a:prstGeom prst="rect">
              <a:avLst/>
            </a:prstGeom>
            <a:solidFill>
              <a:srgbClr val="BC96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" name="rc79"/>
            <p:cNvSpPr/>
            <p:nvPr/>
          </p:nvSpPr>
          <p:spPr>
            <a:xfrm>
              <a:off x="5586668" y="4510523"/>
              <a:ext cx="667861" cy="667861"/>
            </a:xfrm>
            <a:prstGeom prst="rect">
              <a:avLst/>
            </a:prstGeom>
            <a:solidFill>
              <a:srgbClr val="C19E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" name="tx80"/>
            <p:cNvSpPr/>
            <p:nvPr/>
          </p:nvSpPr>
          <p:spPr>
            <a:xfrm>
              <a:off x="4409052" y="2105606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0.74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4409052" y="2773468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0.77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4409052" y="3441330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0.77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4409052" y="4109192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0.64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4409052" y="4777054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0.65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6412638" y="2105606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0.52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6412638" y="2773468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0.59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6412638" y="3441242"/>
              <a:ext cx="351645" cy="13215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0.53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6412638" y="4109192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0.52</a:t>
              </a:r>
            </a:p>
          </p:txBody>
        </p:sp>
        <p:sp>
          <p:nvSpPr>
            <p:cNvPr id="89" name="tx89"/>
            <p:cNvSpPr/>
            <p:nvPr/>
          </p:nvSpPr>
          <p:spPr>
            <a:xfrm>
              <a:off x="6412638" y="4777054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0.58</a:t>
              </a:r>
            </a:p>
          </p:txBody>
        </p:sp>
        <p:sp>
          <p:nvSpPr>
            <p:cNvPr id="90" name="tx90"/>
            <p:cNvSpPr/>
            <p:nvPr/>
          </p:nvSpPr>
          <p:spPr>
            <a:xfrm>
              <a:off x="5076914" y="2105518"/>
              <a:ext cx="351645" cy="13215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0.73</a:t>
              </a:r>
            </a:p>
          </p:txBody>
        </p:sp>
        <p:sp>
          <p:nvSpPr>
            <p:cNvPr id="91" name="tx91"/>
            <p:cNvSpPr/>
            <p:nvPr/>
          </p:nvSpPr>
          <p:spPr>
            <a:xfrm>
              <a:off x="5076914" y="2773468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0.71</a:t>
              </a:r>
            </a:p>
          </p:txBody>
        </p:sp>
        <p:sp>
          <p:nvSpPr>
            <p:cNvPr id="92" name="tx92"/>
            <p:cNvSpPr/>
            <p:nvPr/>
          </p:nvSpPr>
          <p:spPr>
            <a:xfrm>
              <a:off x="5076914" y="3441330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0.77</a:t>
              </a:r>
            </a:p>
          </p:txBody>
        </p:sp>
        <p:sp>
          <p:nvSpPr>
            <p:cNvPr id="93" name="tx93"/>
            <p:cNvSpPr/>
            <p:nvPr/>
          </p:nvSpPr>
          <p:spPr>
            <a:xfrm>
              <a:off x="5076914" y="4109192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0.54</a:t>
              </a:r>
            </a:p>
          </p:txBody>
        </p:sp>
        <p:sp>
          <p:nvSpPr>
            <p:cNvPr id="94" name="tx94"/>
            <p:cNvSpPr/>
            <p:nvPr/>
          </p:nvSpPr>
          <p:spPr>
            <a:xfrm>
              <a:off x="5076914" y="4777054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0.56</a:t>
              </a:r>
            </a:p>
          </p:txBody>
        </p:sp>
        <p:sp>
          <p:nvSpPr>
            <p:cNvPr id="95" name="tx95"/>
            <p:cNvSpPr/>
            <p:nvPr/>
          </p:nvSpPr>
          <p:spPr>
            <a:xfrm>
              <a:off x="7080500" y="2105606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0.40</a:t>
              </a:r>
            </a:p>
          </p:txBody>
        </p:sp>
        <p:sp>
          <p:nvSpPr>
            <p:cNvPr id="96" name="tx96"/>
            <p:cNvSpPr/>
            <p:nvPr/>
          </p:nvSpPr>
          <p:spPr>
            <a:xfrm>
              <a:off x="7080500" y="2773468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0.41</a:t>
              </a:r>
            </a:p>
          </p:txBody>
        </p:sp>
        <p:sp>
          <p:nvSpPr>
            <p:cNvPr id="97" name="tx97"/>
            <p:cNvSpPr/>
            <p:nvPr/>
          </p:nvSpPr>
          <p:spPr>
            <a:xfrm>
              <a:off x="7080500" y="3441330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0.41</a:t>
              </a:r>
            </a:p>
          </p:txBody>
        </p:sp>
        <p:sp>
          <p:nvSpPr>
            <p:cNvPr id="98" name="tx98"/>
            <p:cNvSpPr/>
            <p:nvPr/>
          </p:nvSpPr>
          <p:spPr>
            <a:xfrm>
              <a:off x="7080500" y="4109103"/>
              <a:ext cx="351645" cy="13215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0.37</a:t>
              </a:r>
            </a:p>
          </p:txBody>
        </p:sp>
        <p:sp>
          <p:nvSpPr>
            <p:cNvPr id="99" name="tx99"/>
            <p:cNvSpPr/>
            <p:nvPr/>
          </p:nvSpPr>
          <p:spPr>
            <a:xfrm>
              <a:off x="7080500" y="4776965"/>
              <a:ext cx="351645" cy="13215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0.31</a:t>
              </a:r>
            </a:p>
          </p:txBody>
        </p:sp>
        <p:sp>
          <p:nvSpPr>
            <p:cNvPr id="100" name="tx100"/>
            <p:cNvSpPr/>
            <p:nvPr/>
          </p:nvSpPr>
          <p:spPr>
            <a:xfrm>
              <a:off x="5744776" y="2105606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0.64</a:t>
              </a:r>
            </a:p>
          </p:txBody>
        </p:sp>
        <p:sp>
          <p:nvSpPr>
            <p:cNvPr id="101" name="tx101"/>
            <p:cNvSpPr/>
            <p:nvPr/>
          </p:nvSpPr>
          <p:spPr>
            <a:xfrm>
              <a:off x="5744776" y="2773468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0.69</a:t>
              </a:r>
            </a:p>
          </p:txBody>
        </p:sp>
        <p:sp>
          <p:nvSpPr>
            <p:cNvPr id="102" name="tx102"/>
            <p:cNvSpPr/>
            <p:nvPr/>
          </p:nvSpPr>
          <p:spPr>
            <a:xfrm>
              <a:off x="5744776" y="3441330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0.66</a:t>
              </a:r>
            </a:p>
          </p:txBody>
        </p:sp>
        <p:sp>
          <p:nvSpPr>
            <p:cNvPr id="103" name="tx103"/>
            <p:cNvSpPr/>
            <p:nvPr/>
          </p:nvSpPr>
          <p:spPr>
            <a:xfrm>
              <a:off x="5744776" y="4109192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0.62</a:t>
              </a:r>
            </a:p>
          </p:txBody>
        </p:sp>
        <p:sp>
          <p:nvSpPr>
            <p:cNvPr id="104" name="tx104"/>
            <p:cNvSpPr/>
            <p:nvPr/>
          </p:nvSpPr>
          <p:spPr>
            <a:xfrm>
              <a:off x="5744776" y="4777054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0.59</a:t>
              </a:r>
            </a:p>
          </p:txBody>
        </p:sp>
        <p:sp>
          <p:nvSpPr>
            <p:cNvPr id="105" name="rc105"/>
            <p:cNvSpPr/>
            <p:nvPr/>
          </p:nvSpPr>
          <p:spPr>
            <a:xfrm>
              <a:off x="7793415" y="1839075"/>
              <a:ext cx="667861" cy="667861"/>
            </a:xfrm>
            <a:prstGeom prst="rect">
              <a:avLst/>
            </a:prstGeom>
            <a:solidFill>
              <a:srgbClr val="AB82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" name="rc106"/>
            <p:cNvSpPr/>
            <p:nvPr/>
          </p:nvSpPr>
          <p:spPr>
            <a:xfrm>
              <a:off x="7793415" y="2506937"/>
              <a:ext cx="667861" cy="667861"/>
            </a:xfrm>
            <a:prstGeom prst="rect">
              <a:avLst/>
            </a:prstGeom>
            <a:solidFill>
              <a:srgbClr val="9367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" name="rc107"/>
            <p:cNvSpPr/>
            <p:nvPr/>
          </p:nvSpPr>
          <p:spPr>
            <a:xfrm>
              <a:off x="7793415" y="3174799"/>
              <a:ext cx="667861" cy="667861"/>
            </a:xfrm>
            <a:prstGeom prst="rect">
              <a:avLst/>
            </a:prstGeom>
            <a:solidFill>
              <a:srgbClr val="986B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" name="rc108"/>
            <p:cNvSpPr/>
            <p:nvPr/>
          </p:nvSpPr>
          <p:spPr>
            <a:xfrm>
              <a:off x="7793415" y="3842661"/>
              <a:ext cx="667861" cy="667861"/>
            </a:xfrm>
            <a:prstGeom prst="rect">
              <a:avLst/>
            </a:prstGeom>
            <a:solidFill>
              <a:srgbClr val="D9C0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" name="rc109"/>
            <p:cNvSpPr/>
            <p:nvPr/>
          </p:nvSpPr>
          <p:spPr>
            <a:xfrm>
              <a:off x="7793415" y="4510523"/>
              <a:ext cx="667861" cy="667861"/>
            </a:xfrm>
            <a:prstGeom prst="rect">
              <a:avLst/>
            </a:prstGeom>
            <a:solidFill>
              <a:srgbClr val="CEB0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" name="rc110"/>
            <p:cNvSpPr/>
            <p:nvPr/>
          </p:nvSpPr>
          <p:spPr>
            <a:xfrm>
              <a:off x="9797001" y="1839075"/>
              <a:ext cx="667861" cy="667861"/>
            </a:xfrm>
            <a:prstGeom prst="rect">
              <a:avLst/>
            </a:prstGeom>
            <a:solidFill>
              <a:srgbClr val="F5ED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" name="rc111"/>
            <p:cNvSpPr/>
            <p:nvPr/>
          </p:nvSpPr>
          <p:spPr>
            <a:xfrm>
              <a:off x="9797001" y="2506937"/>
              <a:ext cx="667861" cy="667861"/>
            </a:xfrm>
            <a:prstGeom prst="rect">
              <a:avLst/>
            </a:prstGeom>
            <a:solidFill>
              <a:srgbClr val="D7BD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" name="rc112"/>
            <p:cNvSpPr/>
            <p:nvPr/>
          </p:nvSpPr>
          <p:spPr>
            <a:xfrm>
              <a:off x="9797001" y="3174799"/>
              <a:ext cx="667861" cy="667861"/>
            </a:xfrm>
            <a:prstGeom prst="rect">
              <a:avLst/>
            </a:prstGeom>
            <a:solidFill>
              <a:srgbClr val="DFC9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" name="rc113"/>
            <p:cNvSpPr/>
            <p:nvPr/>
          </p:nvSpPr>
          <p:spPr>
            <a:xfrm>
              <a:off x="9797001" y="3842661"/>
              <a:ext cx="667861" cy="667861"/>
            </a:xfrm>
            <a:prstGeom prst="rect">
              <a:avLst/>
            </a:prstGeom>
            <a:solidFill>
              <a:srgbClr val="FEFC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" name="rc114"/>
            <p:cNvSpPr/>
            <p:nvPr/>
          </p:nvSpPr>
          <p:spPr>
            <a:xfrm>
              <a:off x="9797001" y="4510523"/>
              <a:ext cx="667861" cy="667861"/>
            </a:xfrm>
            <a:prstGeom prst="rect">
              <a:avLst/>
            </a:prstGeom>
            <a:solidFill>
              <a:srgbClr val="CDAE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" name="rc115"/>
            <p:cNvSpPr/>
            <p:nvPr/>
          </p:nvSpPr>
          <p:spPr>
            <a:xfrm>
              <a:off x="8461277" y="1839075"/>
              <a:ext cx="667861" cy="667861"/>
            </a:xfrm>
            <a:prstGeom prst="rect">
              <a:avLst/>
            </a:prstGeom>
            <a:solidFill>
              <a:srgbClr val="9F73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" name="rc116"/>
            <p:cNvSpPr/>
            <p:nvPr/>
          </p:nvSpPr>
          <p:spPr>
            <a:xfrm>
              <a:off x="8461277" y="2506937"/>
              <a:ext cx="667861" cy="667861"/>
            </a:xfrm>
            <a:prstGeom prst="rect">
              <a:avLst/>
            </a:prstGeom>
            <a:solidFill>
              <a:srgbClr val="9569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" name="rc117"/>
            <p:cNvSpPr/>
            <p:nvPr/>
          </p:nvSpPr>
          <p:spPr>
            <a:xfrm>
              <a:off x="8461277" y="3174799"/>
              <a:ext cx="667861" cy="667861"/>
            </a:xfrm>
            <a:prstGeom prst="rect">
              <a:avLst/>
            </a:prstGeom>
            <a:solidFill>
              <a:srgbClr val="8A5D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" name="rc118"/>
            <p:cNvSpPr/>
            <p:nvPr/>
          </p:nvSpPr>
          <p:spPr>
            <a:xfrm>
              <a:off x="8461277" y="3842661"/>
              <a:ext cx="667861" cy="667861"/>
            </a:xfrm>
            <a:prstGeom prst="rect">
              <a:avLst/>
            </a:prstGeom>
            <a:solidFill>
              <a:srgbClr val="EBDC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" name="rc119"/>
            <p:cNvSpPr/>
            <p:nvPr/>
          </p:nvSpPr>
          <p:spPr>
            <a:xfrm>
              <a:off x="8461277" y="4510523"/>
              <a:ext cx="667861" cy="667861"/>
            </a:xfrm>
            <a:prstGeom prst="rect">
              <a:avLst/>
            </a:prstGeom>
            <a:solidFill>
              <a:srgbClr val="D9C1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" name="rc120"/>
            <p:cNvSpPr/>
            <p:nvPr/>
          </p:nvSpPr>
          <p:spPr>
            <a:xfrm>
              <a:off x="10464863" y="1839075"/>
              <a:ext cx="667861" cy="667861"/>
            </a:xfrm>
            <a:prstGeom prst="rect">
              <a:avLst/>
            </a:prstGeom>
            <a:solidFill>
              <a:srgbClr val="D5BA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" name="rc121"/>
            <p:cNvSpPr/>
            <p:nvPr/>
          </p:nvSpPr>
          <p:spPr>
            <a:xfrm>
              <a:off x="10464863" y="2506937"/>
              <a:ext cx="667861" cy="667861"/>
            </a:xfrm>
            <a:prstGeom prst="rect">
              <a:avLst/>
            </a:prstGeom>
            <a:solidFill>
              <a:srgbClr val="C4A1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" name="rc122"/>
            <p:cNvSpPr/>
            <p:nvPr/>
          </p:nvSpPr>
          <p:spPr>
            <a:xfrm>
              <a:off x="10464863" y="3174799"/>
              <a:ext cx="667861" cy="667861"/>
            </a:xfrm>
            <a:prstGeom prst="rect">
              <a:avLst/>
            </a:prstGeom>
            <a:solidFill>
              <a:srgbClr val="C6A4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" name="rc123"/>
            <p:cNvSpPr/>
            <p:nvPr/>
          </p:nvSpPr>
          <p:spPr>
            <a:xfrm>
              <a:off x="10464863" y="3842661"/>
              <a:ext cx="667861" cy="667861"/>
            </a:xfrm>
            <a:prstGeom prst="rect">
              <a:avLst/>
            </a:prstGeom>
            <a:solidFill>
              <a:srgbClr val="F1E7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" name="rc124"/>
            <p:cNvSpPr/>
            <p:nvPr/>
          </p:nvSpPr>
          <p:spPr>
            <a:xfrm>
              <a:off x="10464863" y="4510523"/>
              <a:ext cx="667861" cy="667861"/>
            </a:xfrm>
            <a:prstGeom prst="rect">
              <a:avLst/>
            </a:prstGeom>
            <a:solidFill>
              <a:srgbClr val="EADB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" name="rc125"/>
            <p:cNvSpPr/>
            <p:nvPr/>
          </p:nvSpPr>
          <p:spPr>
            <a:xfrm>
              <a:off x="9129139" y="1839075"/>
              <a:ext cx="667861" cy="667861"/>
            </a:xfrm>
            <a:prstGeom prst="rect">
              <a:avLst/>
            </a:prstGeom>
            <a:solidFill>
              <a:srgbClr val="C4A2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" name="rc126"/>
            <p:cNvSpPr/>
            <p:nvPr/>
          </p:nvSpPr>
          <p:spPr>
            <a:xfrm>
              <a:off x="9129139" y="2506937"/>
              <a:ext cx="667861" cy="667861"/>
            </a:xfrm>
            <a:prstGeom prst="rect">
              <a:avLst/>
            </a:prstGeom>
            <a:solidFill>
              <a:srgbClr val="B690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" name="rc127"/>
            <p:cNvSpPr/>
            <p:nvPr/>
          </p:nvSpPr>
          <p:spPr>
            <a:xfrm>
              <a:off x="9129139" y="3174799"/>
              <a:ext cx="667861" cy="667861"/>
            </a:xfrm>
            <a:prstGeom prst="rect">
              <a:avLst/>
            </a:prstGeom>
            <a:solidFill>
              <a:srgbClr val="BF9C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" name="rc128"/>
            <p:cNvSpPr/>
            <p:nvPr/>
          </p:nvSpPr>
          <p:spPr>
            <a:xfrm>
              <a:off x="9129139" y="3842661"/>
              <a:ext cx="667861" cy="667861"/>
            </a:xfrm>
            <a:prstGeom prst="rect">
              <a:avLst/>
            </a:prstGeom>
            <a:solidFill>
              <a:srgbClr val="D9C0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" name="rc129"/>
            <p:cNvSpPr/>
            <p:nvPr/>
          </p:nvSpPr>
          <p:spPr>
            <a:xfrm>
              <a:off x="9129139" y="4510523"/>
              <a:ext cx="667861" cy="667861"/>
            </a:xfrm>
            <a:prstGeom prst="rect">
              <a:avLst/>
            </a:prstGeom>
            <a:solidFill>
              <a:srgbClr val="F0E5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" name="tx130"/>
            <p:cNvSpPr/>
            <p:nvPr/>
          </p:nvSpPr>
          <p:spPr>
            <a:xfrm>
              <a:off x="7951523" y="2105606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0.68</a:t>
              </a:r>
            </a:p>
          </p:txBody>
        </p:sp>
        <p:sp>
          <p:nvSpPr>
            <p:cNvPr id="131" name="tx131"/>
            <p:cNvSpPr/>
            <p:nvPr/>
          </p:nvSpPr>
          <p:spPr>
            <a:xfrm>
              <a:off x="7951523" y="2773468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0.76</a:t>
              </a:r>
            </a:p>
          </p:txBody>
        </p:sp>
        <p:sp>
          <p:nvSpPr>
            <p:cNvPr id="132" name="tx132"/>
            <p:cNvSpPr/>
            <p:nvPr/>
          </p:nvSpPr>
          <p:spPr>
            <a:xfrm>
              <a:off x="7951523" y="3441330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133" name="tx133"/>
            <p:cNvSpPr/>
            <p:nvPr/>
          </p:nvSpPr>
          <p:spPr>
            <a:xfrm>
              <a:off x="7951523" y="4109192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0.49</a:t>
              </a:r>
            </a:p>
          </p:txBody>
        </p:sp>
        <p:sp>
          <p:nvSpPr>
            <p:cNvPr id="134" name="tx134"/>
            <p:cNvSpPr/>
            <p:nvPr/>
          </p:nvSpPr>
          <p:spPr>
            <a:xfrm>
              <a:off x="7951523" y="4777054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0.54</a:t>
              </a:r>
            </a:p>
          </p:txBody>
        </p:sp>
        <p:sp>
          <p:nvSpPr>
            <p:cNvPr id="135" name="tx135"/>
            <p:cNvSpPr/>
            <p:nvPr/>
          </p:nvSpPr>
          <p:spPr>
            <a:xfrm>
              <a:off x="9955109" y="2105518"/>
              <a:ext cx="351645" cy="13215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0.35</a:t>
              </a:r>
            </a:p>
          </p:txBody>
        </p:sp>
        <p:sp>
          <p:nvSpPr>
            <p:cNvPr id="136" name="tx136"/>
            <p:cNvSpPr/>
            <p:nvPr/>
          </p:nvSpPr>
          <p:spPr>
            <a:xfrm>
              <a:off x="9955109" y="2773468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137" name="tx137"/>
            <p:cNvSpPr/>
            <p:nvPr/>
          </p:nvSpPr>
          <p:spPr>
            <a:xfrm>
              <a:off x="9955109" y="3441330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0.46</a:t>
              </a:r>
            </a:p>
          </p:txBody>
        </p:sp>
        <p:sp>
          <p:nvSpPr>
            <p:cNvPr id="138" name="tx138"/>
            <p:cNvSpPr/>
            <p:nvPr/>
          </p:nvSpPr>
          <p:spPr>
            <a:xfrm>
              <a:off x="9955109" y="4109103"/>
              <a:ext cx="351645" cy="13215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0.31</a:t>
              </a:r>
            </a:p>
          </p:txBody>
        </p:sp>
        <p:sp>
          <p:nvSpPr>
            <p:cNvPr id="139" name="tx139"/>
            <p:cNvSpPr/>
            <p:nvPr/>
          </p:nvSpPr>
          <p:spPr>
            <a:xfrm>
              <a:off x="9955109" y="4777054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0.54</a:t>
              </a:r>
            </a:p>
          </p:txBody>
        </p:sp>
        <p:sp>
          <p:nvSpPr>
            <p:cNvPr id="140" name="tx140"/>
            <p:cNvSpPr/>
            <p:nvPr/>
          </p:nvSpPr>
          <p:spPr>
            <a:xfrm>
              <a:off x="8619385" y="2105606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0.72</a:t>
              </a:r>
            </a:p>
          </p:txBody>
        </p:sp>
        <p:sp>
          <p:nvSpPr>
            <p:cNvPr id="141" name="tx141"/>
            <p:cNvSpPr/>
            <p:nvPr/>
          </p:nvSpPr>
          <p:spPr>
            <a:xfrm>
              <a:off x="8619385" y="2773468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142" name="tx142"/>
            <p:cNvSpPr/>
            <p:nvPr/>
          </p:nvSpPr>
          <p:spPr>
            <a:xfrm>
              <a:off x="8619385" y="3441330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0.79</a:t>
              </a:r>
            </a:p>
          </p:txBody>
        </p:sp>
        <p:sp>
          <p:nvSpPr>
            <p:cNvPr id="143" name="tx143"/>
            <p:cNvSpPr/>
            <p:nvPr/>
          </p:nvSpPr>
          <p:spPr>
            <a:xfrm>
              <a:off x="8619385" y="4109192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0.40</a:t>
              </a:r>
            </a:p>
          </p:txBody>
        </p:sp>
        <p:sp>
          <p:nvSpPr>
            <p:cNvPr id="144" name="tx144"/>
            <p:cNvSpPr/>
            <p:nvPr/>
          </p:nvSpPr>
          <p:spPr>
            <a:xfrm>
              <a:off x="8619385" y="4777054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0.49</a:t>
              </a:r>
            </a:p>
          </p:txBody>
        </p:sp>
        <p:sp>
          <p:nvSpPr>
            <p:cNvPr id="145" name="tx145"/>
            <p:cNvSpPr/>
            <p:nvPr/>
          </p:nvSpPr>
          <p:spPr>
            <a:xfrm>
              <a:off x="10622971" y="2105606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0.51</a:t>
              </a:r>
            </a:p>
          </p:txBody>
        </p:sp>
        <p:sp>
          <p:nvSpPr>
            <p:cNvPr id="146" name="tx146"/>
            <p:cNvSpPr/>
            <p:nvPr/>
          </p:nvSpPr>
          <p:spPr>
            <a:xfrm>
              <a:off x="10622971" y="2773468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0.58</a:t>
              </a:r>
            </a:p>
          </p:txBody>
        </p:sp>
        <p:sp>
          <p:nvSpPr>
            <p:cNvPr id="147" name="tx147"/>
            <p:cNvSpPr/>
            <p:nvPr/>
          </p:nvSpPr>
          <p:spPr>
            <a:xfrm>
              <a:off x="10622971" y="3441330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0.57</a:t>
              </a:r>
            </a:p>
          </p:txBody>
        </p:sp>
        <p:sp>
          <p:nvSpPr>
            <p:cNvPr id="148" name="tx148"/>
            <p:cNvSpPr/>
            <p:nvPr/>
          </p:nvSpPr>
          <p:spPr>
            <a:xfrm>
              <a:off x="10622971" y="4109103"/>
              <a:ext cx="351645" cy="13215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0.37</a:t>
              </a:r>
            </a:p>
          </p:txBody>
        </p:sp>
        <p:sp>
          <p:nvSpPr>
            <p:cNvPr id="149" name="tx149"/>
            <p:cNvSpPr/>
            <p:nvPr/>
          </p:nvSpPr>
          <p:spPr>
            <a:xfrm>
              <a:off x="10622971" y="4777054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0.41</a:t>
              </a:r>
            </a:p>
          </p:txBody>
        </p:sp>
        <p:sp>
          <p:nvSpPr>
            <p:cNvPr id="150" name="tx150"/>
            <p:cNvSpPr/>
            <p:nvPr/>
          </p:nvSpPr>
          <p:spPr>
            <a:xfrm>
              <a:off x="9287247" y="2105606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0.58</a:t>
              </a:r>
            </a:p>
          </p:txBody>
        </p:sp>
        <p:sp>
          <p:nvSpPr>
            <p:cNvPr id="151" name="tx151"/>
            <p:cNvSpPr/>
            <p:nvPr/>
          </p:nvSpPr>
          <p:spPr>
            <a:xfrm>
              <a:off x="9287247" y="2773468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0.64</a:t>
              </a:r>
            </a:p>
          </p:txBody>
        </p:sp>
        <p:sp>
          <p:nvSpPr>
            <p:cNvPr id="152" name="tx152"/>
            <p:cNvSpPr/>
            <p:nvPr/>
          </p:nvSpPr>
          <p:spPr>
            <a:xfrm>
              <a:off x="9287247" y="3441330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0.60</a:t>
              </a:r>
            </a:p>
          </p:txBody>
        </p:sp>
        <p:sp>
          <p:nvSpPr>
            <p:cNvPr id="153" name="tx153"/>
            <p:cNvSpPr/>
            <p:nvPr/>
          </p:nvSpPr>
          <p:spPr>
            <a:xfrm>
              <a:off x="9287247" y="4109192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0.49</a:t>
              </a:r>
            </a:p>
          </p:txBody>
        </p:sp>
        <p:sp>
          <p:nvSpPr>
            <p:cNvPr id="154" name="tx154"/>
            <p:cNvSpPr/>
            <p:nvPr/>
          </p:nvSpPr>
          <p:spPr>
            <a:xfrm>
              <a:off x="9287247" y="4776965"/>
              <a:ext cx="351645" cy="13215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0.38</a:t>
              </a:r>
            </a:p>
          </p:txBody>
        </p:sp>
        <p:sp>
          <p:nvSpPr>
            <p:cNvPr id="155" name="tx155"/>
            <p:cNvSpPr/>
            <p:nvPr/>
          </p:nvSpPr>
          <p:spPr>
            <a:xfrm>
              <a:off x="2219820" y="1622129"/>
              <a:ext cx="316616" cy="8272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BOTH</a:t>
              </a:r>
            </a:p>
          </p:txBody>
        </p:sp>
        <p:sp>
          <p:nvSpPr>
            <p:cNvPr id="156" name="tx156"/>
            <p:cNvSpPr/>
            <p:nvPr/>
          </p:nvSpPr>
          <p:spPr>
            <a:xfrm>
              <a:off x="5681554" y="1622075"/>
              <a:ext cx="478090" cy="8278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CRCSCA</a:t>
              </a:r>
            </a:p>
          </p:txBody>
        </p:sp>
        <p:sp>
          <p:nvSpPr>
            <p:cNvPr id="157" name="tx157"/>
            <p:cNvSpPr/>
            <p:nvPr/>
          </p:nvSpPr>
          <p:spPr>
            <a:xfrm>
              <a:off x="9276821" y="1623494"/>
              <a:ext cx="372496" cy="8136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UNIFAI</a:t>
              </a:r>
            </a:p>
          </p:txBody>
        </p:sp>
        <p:sp>
          <p:nvSpPr>
            <p:cNvPr id="158" name="tx158"/>
            <p:cNvSpPr/>
            <p:nvPr/>
          </p:nvSpPr>
          <p:spPr>
            <a:xfrm>
              <a:off x="933700" y="5307801"/>
              <a:ext cx="217408" cy="8000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</a:t>
              </a:r>
            </a:p>
          </p:txBody>
        </p:sp>
        <p:sp>
          <p:nvSpPr>
            <p:cNvPr id="159" name="tx159"/>
            <p:cNvSpPr/>
            <p:nvPr/>
          </p:nvSpPr>
          <p:spPr>
            <a:xfrm>
              <a:off x="1452503" y="5306491"/>
              <a:ext cx="515525" cy="81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ADL.lower</a:t>
              </a:r>
            </a:p>
          </p:txBody>
        </p:sp>
        <p:sp>
          <p:nvSpPr>
            <p:cNvPr id="160" name="tx160"/>
            <p:cNvSpPr/>
            <p:nvPr/>
          </p:nvSpPr>
          <p:spPr>
            <a:xfrm>
              <a:off x="2110979" y="5285591"/>
              <a:ext cx="534297" cy="1022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ADL.upper</a:t>
              </a:r>
            </a:p>
          </p:txBody>
        </p:sp>
        <p:sp>
          <p:nvSpPr>
            <p:cNvPr id="161" name="tx161"/>
            <p:cNvSpPr/>
            <p:nvPr/>
          </p:nvSpPr>
          <p:spPr>
            <a:xfrm>
              <a:off x="2766426" y="5306491"/>
              <a:ext cx="559127" cy="81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ADL.bulbar</a:t>
              </a:r>
            </a:p>
          </p:txBody>
        </p:sp>
        <p:sp>
          <p:nvSpPr>
            <p:cNvPr id="162" name="tx162"/>
            <p:cNvSpPr/>
            <p:nvPr/>
          </p:nvSpPr>
          <p:spPr>
            <a:xfrm>
              <a:off x="3462255" y="5306491"/>
              <a:ext cx="503192" cy="81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ADL.other</a:t>
              </a:r>
            </a:p>
          </p:txBody>
        </p:sp>
        <p:sp>
          <p:nvSpPr>
            <p:cNvPr id="163" name="tx163"/>
            <p:cNvSpPr/>
            <p:nvPr/>
          </p:nvSpPr>
          <p:spPr>
            <a:xfrm>
              <a:off x="4476171" y="5307801"/>
              <a:ext cx="217408" cy="8000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</a:t>
              </a:r>
            </a:p>
          </p:txBody>
        </p:sp>
        <p:sp>
          <p:nvSpPr>
            <p:cNvPr id="164" name="tx164"/>
            <p:cNvSpPr/>
            <p:nvPr/>
          </p:nvSpPr>
          <p:spPr>
            <a:xfrm>
              <a:off x="4994974" y="5306491"/>
              <a:ext cx="515525" cy="81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ADL.lower</a:t>
              </a:r>
            </a:p>
          </p:txBody>
        </p:sp>
        <p:sp>
          <p:nvSpPr>
            <p:cNvPr id="165" name="tx165"/>
            <p:cNvSpPr/>
            <p:nvPr/>
          </p:nvSpPr>
          <p:spPr>
            <a:xfrm>
              <a:off x="5653450" y="5285591"/>
              <a:ext cx="534297" cy="1022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ADL.upper</a:t>
              </a:r>
            </a:p>
          </p:txBody>
        </p:sp>
        <p:sp>
          <p:nvSpPr>
            <p:cNvPr id="166" name="tx166"/>
            <p:cNvSpPr/>
            <p:nvPr/>
          </p:nvSpPr>
          <p:spPr>
            <a:xfrm>
              <a:off x="6308897" y="5306491"/>
              <a:ext cx="559127" cy="81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ADL.bulbar</a:t>
              </a:r>
            </a:p>
          </p:txBody>
        </p:sp>
        <p:sp>
          <p:nvSpPr>
            <p:cNvPr id="167" name="tx167"/>
            <p:cNvSpPr/>
            <p:nvPr/>
          </p:nvSpPr>
          <p:spPr>
            <a:xfrm>
              <a:off x="7004726" y="5306491"/>
              <a:ext cx="503192" cy="81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ADL.other</a:t>
              </a:r>
            </a:p>
          </p:txBody>
        </p:sp>
        <p:sp>
          <p:nvSpPr>
            <p:cNvPr id="168" name="tx168"/>
            <p:cNvSpPr/>
            <p:nvPr/>
          </p:nvSpPr>
          <p:spPr>
            <a:xfrm>
              <a:off x="8018642" y="5307801"/>
              <a:ext cx="217408" cy="8000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</a:t>
              </a:r>
            </a:p>
          </p:txBody>
        </p:sp>
        <p:sp>
          <p:nvSpPr>
            <p:cNvPr id="169" name="tx169"/>
            <p:cNvSpPr/>
            <p:nvPr/>
          </p:nvSpPr>
          <p:spPr>
            <a:xfrm>
              <a:off x="8537445" y="5306491"/>
              <a:ext cx="515525" cy="81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ADL.lower</a:t>
              </a:r>
            </a:p>
          </p:txBody>
        </p:sp>
        <p:sp>
          <p:nvSpPr>
            <p:cNvPr id="170" name="tx170"/>
            <p:cNvSpPr/>
            <p:nvPr/>
          </p:nvSpPr>
          <p:spPr>
            <a:xfrm>
              <a:off x="9195921" y="5285591"/>
              <a:ext cx="534297" cy="1022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ADL.upper</a:t>
              </a:r>
            </a:p>
          </p:txBody>
        </p:sp>
        <p:sp>
          <p:nvSpPr>
            <p:cNvPr id="171" name="tx171"/>
            <p:cNvSpPr/>
            <p:nvPr/>
          </p:nvSpPr>
          <p:spPr>
            <a:xfrm>
              <a:off x="9851368" y="5306491"/>
              <a:ext cx="559127" cy="81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ADL.bulbar</a:t>
              </a:r>
            </a:p>
          </p:txBody>
        </p:sp>
        <p:sp>
          <p:nvSpPr>
            <p:cNvPr id="172" name="tx172"/>
            <p:cNvSpPr/>
            <p:nvPr/>
          </p:nvSpPr>
          <p:spPr>
            <a:xfrm>
              <a:off x="10547197" y="5306491"/>
              <a:ext cx="503192" cy="81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ADL.other</a:t>
              </a:r>
            </a:p>
          </p:txBody>
        </p:sp>
        <p:sp>
          <p:nvSpPr>
            <p:cNvPr id="173" name="tx173"/>
            <p:cNvSpPr/>
            <p:nvPr/>
          </p:nvSpPr>
          <p:spPr>
            <a:xfrm>
              <a:off x="69589" y="4782244"/>
              <a:ext cx="509468" cy="1022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s4.speech</a:t>
              </a:r>
            </a:p>
          </p:txBody>
        </p:sp>
        <p:sp>
          <p:nvSpPr>
            <p:cNvPr id="174" name="tx174"/>
            <p:cNvSpPr/>
            <p:nvPr/>
          </p:nvSpPr>
          <p:spPr>
            <a:xfrm>
              <a:off x="125632" y="4133863"/>
              <a:ext cx="453424" cy="8272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SARA.ku</a:t>
              </a:r>
            </a:p>
          </p:txBody>
        </p:sp>
        <p:sp>
          <p:nvSpPr>
            <p:cNvPr id="175" name="tx175"/>
            <p:cNvSpPr/>
            <p:nvPr/>
          </p:nvSpPr>
          <p:spPr>
            <a:xfrm>
              <a:off x="125632" y="3466001"/>
              <a:ext cx="453424" cy="8272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SARA.ax</a:t>
              </a:r>
            </a:p>
          </p:txBody>
        </p:sp>
        <p:sp>
          <p:nvSpPr>
            <p:cNvPr id="176" name="tx176"/>
            <p:cNvSpPr/>
            <p:nvPr/>
          </p:nvSpPr>
          <p:spPr>
            <a:xfrm>
              <a:off x="274718" y="2798140"/>
              <a:ext cx="304338" cy="8272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SARA</a:t>
              </a:r>
            </a:p>
          </p:txBody>
        </p:sp>
        <p:sp>
          <p:nvSpPr>
            <p:cNvPr id="177" name="tx177"/>
            <p:cNvSpPr/>
            <p:nvPr/>
          </p:nvSpPr>
          <p:spPr>
            <a:xfrm>
              <a:off x="349261" y="2130278"/>
              <a:ext cx="229795" cy="8272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USS</a:t>
              </a:r>
            </a:p>
          </p:txBody>
        </p:sp>
        <p:sp>
          <p:nvSpPr>
            <p:cNvPr id="178" name="tx178"/>
            <p:cNvSpPr/>
            <p:nvPr/>
          </p:nvSpPr>
          <p:spPr>
            <a:xfrm>
              <a:off x="11408278" y="2845827"/>
              <a:ext cx="644543" cy="12946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Spearman</a:t>
              </a:r>
            </a:p>
          </p:txBody>
        </p:sp>
        <p:pic>
          <p:nvPicPr>
            <p:cNvPr id="179" name="pic17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408278" y="3059584"/>
              <a:ext cx="219455" cy="1097280"/>
            </a:xfrm>
            <a:prstGeom prst="rect">
              <a:avLst/>
            </a:prstGeom>
          </p:spPr>
        </p:pic>
        <p:sp>
          <p:nvSpPr>
            <p:cNvPr id="180" name="pl180"/>
            <p:cNvSpPr/>
            <p:nvPr/>
          </p:nvSpPr>
          <p:spPr>
            <a:xfrm>
              <a:off x="11583843" y="3998804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1" name="pl181"/>
            <p:cNvSpPr/>
            <p:nvPr/>
          </p:nvSpPr>
          <p:spPr>
            <a:xfrm>
              <a:off x="11583843" y="3686340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2" name="pl182"/>
            <p:cNvSpPr/>
            <p:nvPr/>
          </p:nvSpPr>
          <p:spPr>
            <a:xfrm>
              <a:off x="11583843" y="3373877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3" name="pl183"/>
            <p:cNvSpPr/>
            <p:nvPr/>
          </p:nvSpPr>
          <p:spPr>
            <a:xfrm>
              <a:off x="11583843" y="3061413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4" name="pl184"/>
            <p:cNvSpPr/>
            <p:nvPr/>
          </p:nvSpPr>
          <p:spPr>
            <a:xfrm>
              <a:off x="11408278" y="3998804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5" name="pl185"/>
            <p:cNvSpPr/>
            <p:nvPr/>
          </p:nvSpPr>
          <p:spPr>
            <a:xfrm>
              <a:off x="11408278" y="3686340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6" name="pl186"/>
            <p:cNvSpPr/>
            <p:nvPr/>
          </p:nvSpPr>
          <p:spPr>
            <a:xfrm>
              <a:off x="11408278" y="3373877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7" name="pl187"/>
            <p:cNvSpPr/>
            <p:nvPr/>
          </p:nvSpPr>
          <p:spPr>
            <a:xfrm>
              <a:off x="11408278" y="3061413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8" name="tx188"/>
            <p:cNvSpPr/>
            <p:nvPr/>
          </p:nvSpPr>
          <p:spPr>
            <a:xfrm>
              <a:off x="11697323" y="3957112"/>
              <a:ext cx="15536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</a:t>
              </a:r>
            </a:p>
          </p:txBody>
        </p:sp>
        <p:sp>
          <p:nvSpPr>
            <p:cNvPr id="189" name="tx189"/>
            <p:cNvSpPr/>
            <p:nvPr/>
          </p:nvSpPr>
          <p:spPr>
            <a:xfrm>
              <a:off x="11697323" y="3644649"/>
              <a:ext cx="15536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0.6</a:t>
              </a:r>
            </a:p>
          </p:txBody>
        </p:sp>
        <p:sp>
          <p:nvSpPr>
            <p:cNvPr id="190" name="tx190"/>
            <p:cNvSpPr/>
            <p:nvPr/>
          </p:nvSpPr>
          <p:spPr>
            <a:xfrm>
              <a:off x="11697323" y="3332185"/>
              <a:ext cx="15536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0.8</a:t>
              </a:r>
            </a:p>
          </p:txBody>
        </p:sp>
        <p:sp>
          <p:nvSpPr>
            <p:cNvPr id="191" name="tx191"/>
            <p:cNvSpPr/>
            <p:nvPr/>
          </p:nvSpPr>
          <p:spPr>
            <a:xfrm>
              <a:off x="11697323" y="3019722"/>
              <a:ext cx="15536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1.0</a:t>
              </a:r>
            </a:p>
          </p:txBody>
        </p:sp>
      </p:grpSp>
      <p:sp>
        <p:nvSpPr>
          <p:cNvPr id="192" name="Title 1"/>
          <p:cNvSpPr>
            <a:spLocks noGrp="1"/>
          </p:cNvSpPr>
          <p:nvPr>
            <p:ph type="title"/>
          </p:nvPr>
        </p:nvSpPr>
        <p:spPr>
          <a:xfrm>
            <a:off x="9607379" y="0"/>
            <a:ext cx="2584622" cy="518984"/>
          </a:xfrm>
        </p:spPr>
        <p:txBody>
          <a:bodyPr/>
          <a:lstStyle/>
          <a:p>
            <a:r>
              <a:t>Spearman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ontent Placeholder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rc4"/>
            <p:cNvSpPr/>
            <p:nvPr/>
          </p:nvSpPr>
          <p:spPr>
            <a:xfrm>
              <a:off x="0" y="1324101"/>
              <a:ext cx="12191999" cy="420979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" name="rc5"/>
            <p:cNvSpPr/>
            <p:nvPr/>
          </p:nvSpPr>
          <p:spPr>
            <a:xfrm>
              <a:off x="706930" y="1877653"/>
              <a:ext cx="652430" cy="652430"/>
            </a:xfrm>
            <a:prstGeom prst="rect">
              <a:avLst/>
            </a:prstGeom>
            <a:solidFill>
              <a:srgbClr val="9E72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rc6"/>
            <p:cNvSpPr/>
            <p:nvPr/>
          </p:nvSpPr>
          <p:spPr>
            <a:xfrm>
              <a:off x="706930" y="2530084"/>
              <a:ext cx="652430" cy="652430"/>
            </a:xfrm>
            <a:prstGeom prst="rect">
              <a:avLst/>
            </a:prstGeom>
            <a:solidFill>
              <a:srgbClr val="8E61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rc7"/>
            <p:cNvSpPr/>
            <p:nvPr/>
          </p:nvSpPr>
          <p:spPr>
            <a:xfrm>
              <a:off x="706930" y="3182515"/>
              <a:ext cx="652430" cy="652430"/>
            </a:xfrm>
            <a:prstGeom prst="rect">
              <a:avLst/>
            </a:prstGeom>
            <a:solidFill>
              <a:srgbClr val="9366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rc8"/>
            <p:cNvSpPr/>
            <p:nvPr/>
          </p:nvSpPr>
          <p:spPr>
            <a:xfrm>
              <a:off x="706930" y="3834945"/>
              <a:ext cx="652430" cy="652430"/>
            </a:xfrm>
            <a:prstGeom prst="rect">
              <a:avLst/>
            </a:prstGeom>
            <a:solidFill>
              <a:srgbClr val="BE99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rc9"/>
            <p:cNvSpPr/>
            <p:nvPr/>
          </p:nvSpPr>
          <p:spPr>
            <a:xfrm>
              <a:off x="706930" y="4487376"/>
              <a:ext cx="652430" cy="652430"/>
            </a:xfrm>
            <a:prstGeom prst="rect">
              <a:avLst/>
            </a:prstGeom>
            <a:solidFill>
              <a:srgbClr val="BD99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rc10"/>
            <p:cNvSpPr/>
            <p:nvPr/>
          </p:nvSpPr>
          <p:spPr>
            <a:xfrm>
              <a:off x="2664223" y="1877653"/>
              <a:ext cx="652430" cy="652430"/>
            </a:xfrm>
            <a:prstGeom prst="rect">
              <a:avLst/>
            </a:prstGeom>
            <a:solidFill>
              <a:srgbClr val="E6D5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rc11"/>
            <p:cNvSpPr/>
            <p:nvPr/>
          </p:nvSpPr>
          <p:spPr>
            <a:xfrm>
              <a:off x="2664223" y="2530084"/>
              <a:ext cx="652430" cy="652430"/>
            </a:xfrm>
            <a:prstGeom prst="rect">
              <a:avLst/>
            </a:prstGeom>
            <a:solidFill>
              <a:srgbClr val="D3B7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rc12"/>
            <p:cNvSpPr/>
            <p:nvPr/>
          </p:nvSpPr>
          <p:spPr>
            <a:xfrm>
              <a:off x="2664223" y="3182515"/>
              <a:ext cx="652430" cy="652430"/>
            </a:xfrm>
            <a:prstGeom prst="rect">
              <a:avLst/>
            </a:prstGeom>
            <a:solidFill>
              <a:srgbClr val="DFC9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rc13"/>
            <p:cNvSpPr/>
            <p:nvPr/>
          </p:nvSpPr>
          <p:spPr>
            <a:xfrm>
              <a:off x="2664223" y="3834945"/>
              <a:ext cx="652430" cy="652430"/>
            </a:xfrm>
            <a:prstGeom prst="rect">
              <a:avLst/>
            </a:prstGeom>
            <a:solidFill>
              <a:srgbClr val="E9DA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rc14"/>
            <p:cNvSpPr/>
            <p:nvPr/>
          </p:nvSpPr>
          <p:spPr>
            <a:xfrm>
              <a:off x="2664223" y="4487376"/>
              <a:ext cx="652430" cy="652430"/>
            </a:xfrm>
            <a:prstGeom prst="rect">
              <a:avLst/>
            </a:prstGeom>
            <a:solidFill>
              <a:srgbClr val="C7A5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rc15"/>
            <p:cNvSpPr/>
            <p:nvPr/>
          </p:nvSpPr>
          <p:spPr>
            <a:xfrm>
              <a:off x="1359361" y="1877653"/>
              <a:ext cx="652430" cy="652430"/>
            </a:xfrm>
            <a:prstGeom prst="rect">
              <a:avLst/>
            </a:prstGeom>
            <a:solidFill>
              <a:srgbClr val="996D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rc16"/>
            <p:cNvSpPr/>
            <p:nvPr/>
          </p:nvSpPr>
          <p:spPr>
            <a:xfrm>
              <a:off x="1359361" y="2530084"/>
              <a:ext cx="652430" cy="652430"/>
            </a:xfrm>
            <a:prstGeom prst="rect">
              <a:avLst/>
            </a:prstGeom>
            <a:solidFill>
              <a:srgbClr val="9B6F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rc17"/>
            <p:cNvSpPr/>
            <p:nvPr/>
          </p:nvSpPr>
          <p:spPr>
            <a:xfrm>
              <a:off x="1359361" y="3182515"/>
              <a:ext cx="652430" cy="652430"/>
            </a:xfrm>
            <a:prstGeom prst="rect">
              <a:avLst/>
            </a:prstGeom>
            <a:solidFill>
              <a:srgbClr val="9063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rc18"/>
            <p:cNvSpPr/>
            <p:nvPr/>
          </p:nvSpPr>
          <p:spPr>
            <a:xfrm>
              <a:off x="1359361" y="3834945"/>
              <a:ext cx="652430" cy="652430"/>
            </a:xfrm>
            <a:prstGeom prst="rect">
              <a:avLst/>
            </a:prstGeom>
            <a:solidFill>
              <a:srgbClr val="D3B7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rc19"/>
            <p:cNvSpPr/>
            <p:nvPr/>
          </p:nvSpPr>
          <p:spPr>
            <a:xfrm>
              <a:off x="1359361" y="4487376"/>
              <a:ext cx="652430" cy="652430"/>
            </a:xfrm>
            <a:prstGeom prst="rect">
              <a:avLst/>
            </a:prstGeom>
            <a:solidFill>
              <a:srgbClr val="D1B4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rc20"/>
            <p:cNvSpPr/>
            <p:nvPr/>
          </p:nvSpPr>
          <p:spPr>
            <a:xfrm>
              <a:off x="3316654" y="1877653"/>
              <a:ext cx="652430" cy="652430"/>
            </a:xfrm>
            <a:prstGeom prst="rect">
              <a:avLst/>
            </a:prstGeom>
            <a:solidFill>
              <a:srgbClr val="E9D9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rc21"/>
            <p:cNvSpPr/>
            <p:nvPr/>
          </p:nvSpPr>
          <p:spPr>
            <a:xfrm>
              <a:off x="3316654" y="2530084"/>
              <a:ext cx="652430" cy="652430"/>
            </a:xfrm>
            <a:prstGeom prst="rect">
              <a:avLst/>
            </a:prstGeom>
            <a:solidFill>
              <a:srgbClr val="DBC3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rc22"/>
            <p:cNvSpPr/>
            <p:nvPr/>
          </p:nvSpPr>
          <p:spPr>
            <a:xfrm>
              <a:off x="3316654" y="3182515"/>
              <a:ext cx="652430" cy="652430"/>
            </a:xfrm>
            <a:prstGeom prst="rect">
              <a:avLst/>
            </a:prstGeom>
            <a:solidFill>
              <a:srgbClr val="DBC4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rc23"/>
            <p:cNvSpPr/>
            <p:nvPr/>
          </p:nvSpPr>
          <p:spPr>
            <a:xfrm>
              <a:off x="3316654" y="3834945"/>
              <a:ext cx="652430" cy="652430"/>
            </a:xfrm>
            <a:prstGeom prst="rect">
              <a:avLst/>
            </a:prstGeom>
            <a:solidFill>
              <a:srgbClr val="F3EB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rc24"/>
            <p:cNvSpPr/>
            <p:nvPr/>
          </p:nvSpPr>
          <p:spPr>
            <a:xfrm>
              <a:off x="3316654" y="4487376"/>
              <a:ext cx="652430" cy="652430"/>
            </a:xfrm>
            <a:prstGeom prst="rect">
              <a:avLst/>
            </a:prstGeom>
            <a:solidFill>
              <a:srgbClr val="F3EB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rc25"/>
            <p:cNvSpPr/>
            <p:nvPr/>
          </p:nvSpPr>
          <p:spPr>
            <a:xfrm>
              <a:off x="2011792" y="1877653"/>
              <a:ext cx="652430" cy="652430"/>
            </a:xfrm>
            <a:prstGeom prst="rect">
              <a:avLst/>
            </a:prstGeom>
            <a:solidFill>
              <a:srgbClr val="AF86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rc26"/>
            <p:cNvSpPr/>
            <p:nvPr/>
          </p:nvSpPr>
          <p:spPr>
            <a:xfrm>
              <a:off x="2011792" y="2530084"/>
              <a:ext cx="652430" cy="652430"/>
            </a:xfrm>
            <a:prstGeom prst="rect">
              <a:avLst/>
            </a:prstGeom>
            <a:solidFill>
              <a:srgbClr val="A378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rc27"/>
            <p:cNvSpPr/>
            <p:nvPr/>
          </p:nvSpPr>
          <p:spPr>
            <a:xfrm>
              <a:off x="2011792" y="3182515"/>
              <a:ext cx="652430" cy="652430"/>
            </a:xfrm>
            <a:prstGeom prst="rect">
              <a:avLst/>
            </a:prstGeom>
            <a:solidFill>
              <a:srgbClr val="AC83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rc28"/>
            <p:cNvSpPr/>
            <p:nvPr/>
          </p:nvSpPr>
          <p:spPr>
            <a:xfrm>
              <a:off x="2011792" y="3834945"/>
              <a:ext cx="652430" cy="652430"/>
            </a:xfrm>
            <a:prstGeom prst="rect">
              <a:avLst/>
            </a:prstGeom>
            <a:solidFill>
              <a:srgbClr val="BE9A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rc29"/>
            <p:cNvSpPr/>
            <p:nvPr/>
          </p:nvSpPr>
          <p:spPr>
            <a:xfrm>
              <a:off x="2011792" y="4487376"/>
              <a:ext cx="652430" cy="652430"/>
            </a:xfrm>
            <a:prstGeom prst="rect">
              <a:avLst/>
            </a:prstGeom>
            <a:solidFill>
              <a:srgbClr val="D8BF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tx30"/>
            <p:cNvSpPr/>
            <p:nvPr/>
          </p:nvSpPr>
          <p:spPr>
            <a:xfrm>
              <a:off x="857323" y="2136380"/>
              <a:ext cx="351645" cy="13215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0.73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857323" y="2788899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0.78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857323" y="3441330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0.76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857323" y="4093761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0.61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857323" y="4746192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0.61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2814616" y="2136380"/>
              <a:ext cx="351645" cy="13215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0.43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2814616" y="2788899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0.52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2814616" y="3441330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0.46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2814616" y="4093761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0.41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2814616" y="4746192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0.57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1509754" y="2136468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0.74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1509754" y="2788899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0.74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1509754" y="3441330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0.77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509754" y="4093761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0.52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1509754" y="4746103"/>
              <a:ext cx="351645" cy="13215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0.53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3467046" y="2136468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0.41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467046" y="2788899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0.48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3467046" y="3441330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0.48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3467046" y="4093672"/>
              <a:ext cx="351645" cy="13215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0.36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3467046" y="4746103"/>
              <a:ext cx="351645" cy="13215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0.36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2162185" y="2136468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0.67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2162185" y="2788899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0.71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2162185" y="3441330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0.68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2162185" y="4093761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0.60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2162185" y="4746192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0.49</a:t>
              </a:r>
            </a:p>
          </p:txBody>
        </p:sp>
        <p:sp>
          <p:nvSpPr>
            <p:cNvPr id="55" name="rc55"/>
            <p:cNvSpPr/>
            <p:nvPr/>
          </p:nvSpPr>
          <p:spPr>
            <a:xfrm>
              <a:off x="4169160" y="1877653"/>
              <a:ext cx="652430" cy="652430"/>
            </a:xfrm>
            <a:prstGeom prst="rect">
              <a:avLst/>
            </a:prstGeom>
            <a:solidFill>
              <a:srgbClr val="9A6E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rc56"/>
            <p:cNvSpPr/>
            <p:nvPr/>
          </p:nvSpPr>
          <p:spPr>
            <a:xfrm>
              <a:off x="4169160" y="2530084"/>
              <a:ext cx="652430" cy="652430"/>
            </a:xfrm>
            <a:prstGeom prst="rect">
              <a:avLst/>
            </a:prstGeom>
            <a:solidFill>
              <a:srgbClr val="9164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" name="rc57"/>
            <p:cNvSpPr/>
            <p:nvPr/>
          </p:nvSpPr>
          <p:spPr>
            <a:xfrm>
              <a:off x="4169160" y="3182515"/>
              <a:ext cx="652430" cy="652430"/>
            </a:xfrm>
            <a:prstGeom prst="rect">
              <a:avLst/>
            </a:prstGeom>
            <a:solidFill>
              <a:srgbClr val="9568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" name="rc58"/>
            <p:cNvSpPr/>
            <p:nvPr/>
          </p:nvSpPr>
          <p:spPr>
            <a:xfrm>
              <a:off x="4169160" y="3834945"/>
              <a:ext cx="652430" cy="652430"/>
            </a:xfrm>
            <a:prstGeom prst="rect">
              <a:avLst/>
            </a:prstGeom>
            <a:solidFill>
              <a:srgbClr val="B48C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" name="rc59"/>
            <p:cNvSpPr/>
            <p:nvPr/>
          </p:nvSpPr>
          <p:spPr>
            <a:xfrm>
              <a:off x="4169160" y="4487376"/>
              <a:ext cx="652430" cy="652430"/>
            </a:xfrm>
            <a:prstGeom prst="rect">
              <a:avLst/>
            </a:prstGeom>
            <a:solidFill>
              <a:srgbClr val="B28B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" name="rc60"/>
            <p:cNvSpPr/>
            <p:nvPr/>
          </p:nvSpPr>
          <p:spPr>
            <a:xfrm>
              <a:off x="6126453" y="1877653"/>
              <a:ext cx="652430" cy="652430"/>
            </a:xfrm>
            <a:prstGeom prst="rect">
              <a:avLst/>
            </a:prstGeom>
            <a:solidFill>
              <a:srgbClr val="D0B3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" name="rc61"/>
            <p:cNvSpPr/>
            <p:nvPr/>
          </p:nvSpPr>
          <p:spPr>
            <a:xfrm>
              <a:off x="6126453" y="2530084"/>
              <a:ext cx="652430" cy="652430"/>
            </a:xfrm>
            <a:prstGeom prst="rect">
              <a:avLst/>
            </a:prstGeom>
            <a:solidFill>
              <a:srgbClr val="C4A2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" name="rc62"/>
            <p:cNvSpPr/>
            <p:nvPr/>
          </p:nvSpPr>
          <p:spPr>
            <a:xfrm>
              <a:off x="6126453" y="3182515"/>
              <a:ext cx="652430" cy="652430"/>
            </a:xfrm>
            <a:prstGeom prst="rect">
              <a:avLst/>
            </a:prstGeom>
            <a:solidFill>
              <a:srgbClr val="D1B4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" name="rc63"/>
            <p:cNvSpPr/>
            <p:nvPr/>
          </p:nvSpPr>
          <p:spPr>
            <a:xfrm>
              <a:off x="6126453" y="3834945"/>
              <a:ext cx="652430" cy="652430"/>
            </a:xfrm>
            <a:prstGeom prst="rect">
              <a:avLst/>
            </a:prstGeom>
            <a:solidFill>
              <a:srgbClr val="D6BB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" name="rc64"/>
            <p:cNvSpPr/>
            <p:nvPr/>
          </p:nvSpPr>
          <p:spPr>
            <a:xfrm>
              <a:off x="6126453" y="4487376"/>
              <a:ext cx="652430" cy="652430"/>
            </a:xfrm>
            <a:prstGeom prst="rect">
              <a:avLst/>
            </a:prstGeom>
            <a:solidFill>
              <a:srgbClr val="C3A0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" name="rc65"/>
            <p:cNvSpPr/>
            <p:nvPr/>
          </p:nvSpPr>
          <p:spPr>
            <a:xfrm>
              <a:off x="4821591" y="1877653"/>
              <a:ext cx="652430" cy="652430"/>
            </a:xfrm>
            <a:prstGeom prst="rect">
              <a:avLst/>
            </a:prstGeom>
            <a:solidFill>
              <a:srgbClr val="9E72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" name="rc66"/>
            <p:cNvSpPr/>
            <p:nvPr/>
          </p:nvSpPr>
          <p:spPr>
            <a:xfrm>
              <a:off x="4821591" y="2530084"/>
              <a:ext cx="652430" cy="652430"/>
            </a:xfrm>
            <a:prstGeom prst="rect">
              <a:avLst/>
            </a:prstGeom>
            <a:solidFill>
              <a:srgbClr val="A77D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" name="rc67"/>
            <p:cNvSpPr/>
            <p:nvPr/>
          </p:nvSpPr>
          <p:spPr>
            <a:xfrm>
              <a:off x="4821591" y="3182515"/>
              <a:ext cx="652430" cy="652430"/>
            </a:xfrm>
            <a:prstGeom prst="rect">
              <a:avLst/>
            </a:prstGeom>
            <a:solidFill>
              <a:srgbClr val="9A6E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" name="rc68"/>
            <p:cNvSpPr/>
            <p:nvPr/>
          </p:nvSpPr>
          <p:spPr>
            <a:xfrm>
              <a:off x="4821591" y="3834945"/>
              <a:ext cx="652430" cy="652430"/>
            </a:xfrm>
            <a:prstGeom prst="rect">
              <a:avLst/>
            </a:prstGeom>
            <a:solidFill>
              <a:srgbClr val="D2B5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" name="rc69"/>
            <p:cNvSpPr/>
            <p:nvPr/>
          </p:nvSpPr>
          <p:spPr>
            <a:xfrm>
              <a:off x="4821591" y="4487376"/>
              <a:ext cx="652430" cy="652430"/>
            </a:xfrm>
            <a:prstGeom prst="rect">
              <a:avLst/>
            </a:prstGeom>
            <a:solidFill>
              <a:srgbClr val="C8A8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" name="rc70"/>
            <p:cNvSpPr/>
            <p:nvPr/>
          </p:nvSpPr>
          <p:spPr>
            <a:xfrm>
              <a:off x="6778884" y="1877653"/>
              <a:ext cx="652430" cy="652430"/>
            </a:xfrm>
            <a:prstGeom prst="rect">
              <a:avLst/>
            </a:prstGeom>
            <a:solidFill>
              <a:srgbClr val="E6D4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" name="rc71"/>
            <p:cNvSpPr/>
            <p:nvPr/>
          </p:nvSpPr>
          <p:spPr>
            <a:xfrm>
              <a:off x="6778884" y="2530084"/>
              <a:ext cx="652430" cy="652430"/>
            </a:xfrm>
            <a:prstGeom prst="rect">
              <a:avLst/>
            </a:prstGeom>
            <a:solidFill>
              <a:srgbClr val="E2CE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" name="rc72"/>
            <p:cNvSpPr/>
            <p:nvPr/>
          </p:nvSpPr>
          <p:spPr>
            <a:xfrm>
              <a:off x="6778884" y="3182515"/>
              <a:ext cx="652430" cy="652430"/>
            </a:xfrm>
            <a:prstGeom prst="rect">
              <a:avLst/>
            </a:prstGeom>
            <a:solidFill>
              <a:srgbClr val="E3CF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" name="rc73"/>
            <p:cNvSpPr/>
            <p:nvPr/>
          </p:nvSpPr>
          <p:spPr>
            <a:xfrm>
              <a:off x="6778884" y="3834945"/>
              <a:ext cx="652430" cy="652430"/>
            </a:xfrm>
            <a:prstGeom prst="rect">
              <a:avLst/>
            </a:prstGeom>
            <a:solidFill>
              <a:srgbClr val="EDE0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" name="rc74"/>
            <p:cNvSpPr/>
            <p:nvPr/>
          </p:nvSpPr>
          <p:spPr>
            <a:xfrm>
              <a:off x="6778884" y="4487376"/>
              <a:ext cx="652430" cy="652430"/>
            </a:xfrm>
            <a:prstGeom prst="rect">
              <a:avLst/>
            </a:prstGeom>
            <a:solidFill>
              <a:srgbClr val="F8F3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" name="rc75"/>
            <p:cNvSpPr/>
            <p:nvPr/>
          </p:nvSpPr>
          <p:spPr>
            <a:xfrm>
              <a:off x="5474022" y="1877653"/>
              <a:ext cx="652430" cy="652430"/>
            </a:xfrm>
            <a:prstGeom prst="rect">
              <a:avLst/>
            </a:prstGeom>
            <a:solidFill>
              <a:srgbClr val="B28A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" name="rc76"/>
            <p:cNvSpPr/>
            <p:nvPr/>
          </p:nvSpPr>
          <p:spPr>
            <a:xfrm>
              <a:off x="5474022" y="2530084"/>
              <a:ext cx="652430" cy="652430"/>
            </a:xfrm>
            <a:prstGeom prst="rect">
              <a:avLst/>
            </a:prstGeom>
            <a:solidFill>
              <a:srgbClr val="A176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" name="rc77"/>
            <p:cNvSpPr/>
            <p:nvPr/>
          </p:nvSpPr>
          <p:spPr>
            <a:xfrm>
              <a:off x="5474022" y="3182515"/>
              <a:ext cx="652430" cy="652430"/>
            </a:xfrm>
            <a:prstGeom prst="rect">
              <a:avLst/>
            </a:prstGeom>
            <a:solidFill>
              <a:srgbClr val="AA80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" name="rc78"/>
            <p:cNvSpPr/>
            <p:nvPr/>
          </p:nvSpPr>
          <p:spPr>
            <a:xfrm>
              <a:off x="5474022" y="3834945"/>
              <a:ext cx="652430" cy="652430"/>
            </a:xfrm>
            <a:prstGeom prst="rect">
              <a:avLst/>
            </a:prstGeom>
            <a:solidFill>
              <a:srgbClr val="B58E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" name="rc79"/>
            <p:cNvSpPr/>
            <p:nvPr/>
          </p:nvSpPr>
          <p:spPr>
            <a:xfrm>
              <a:off x="5474022" y="4487376"/>
              <a:ext cx="652430" cy="652430"/>
            </a:xfrm>
            <a:prstGeom prst="rect">
              <a:avLst/>
            </a:prstGeom>
            <a:solidFill>
              <a:srgbClr val="C29F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" name="tx80"/>
            <p:cNvSpPr/>
            <p:nvPr/>
          </p:nvSpPr>
          <p:spPr>
            <a:xfrm>
              <a:off x="4319553" y="2136468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0.74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4319553" y="2788899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0.77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4319553" y="3441330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0.76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4319553" y="4093761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0.65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4319553" y="4746192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0.65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6276845" y="2136380"/>
              <a:ext cx="351645" cy="13215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0.53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6276845" y="2788899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0.58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6276845" y="3441242"/>
              <a:ext cx="351645" cy="13215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0.53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6276845" y="4093761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89" name="tx89"/>
            <p:cNvSpPr/>
            <p:nvPr/>
          </p:nvSpPr>
          <p:spPr>
            <a:xfrm>
              <a:off x="6276845" y="4746192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0.59</a:t>
              </a:r>
            </a:p>
          </p:txBody>
        </p:sp>
        <p:sp>
          <p:nvSpPr>
            <p:cNvPr id="90" name="tx90"/>
            <p:cNvSpPr/>
            <p:nvPr/>
          </p:nvSpPr>
          <p:spPr>
            <a:xfrm>
              <a:off x="4971983" y="2136380"/>
              <a:ext cx="351645" cy="13215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0.73</a:t>
              </a:r>
            </a:p>
          </p:txBody>
        </p:sp>
        <p:sp>
          <p:nvSpPr>
            <p:cNvPr id="91" name="tx91"/>
            <p:cNvSpPr/>
            <p:nvPr/>
          </p:nvSpPr>
          <p:spPr>
            <a:xfrm>
              <a:off x="4971983" y="2788899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0.69</a:t>
              </a:r>
            </a:p>
          </p:txBody>
        </p:sp>
        <p:sp>
          <p:nvSpPr>
            <p:cNvPr id="92" name="tx92"/>
            <p:cNvSpPr/>
            <p:nvPr/>
          </p:nvSpPr>
          <p:spPr>
            <a:xfrm>
              <a:off x="4971983" y="3441330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0.74</a:t>
              </a:r>
            </a:p>
          </p:txBody>
        </p:sp>
        <p:sp>
          <p:nvSpPr>
            <p:cNvPr id="93" name="tx93"/>
            <p:cNvSpPr/>
            <p:nvPr/>
          </p:nvSpPr>
          <p:spPr>
            <a:xfrm>
              <a:off x="4971983" y="4093761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0.52</a:t>
              </a:r>
            </a:p>
          </p:txBody>
        </p:sp>
        <p:sp>
          <p:nvSpPr>
            <p:cNvPr id="94" name="tx94"/>
            <p:cNvSpPr/>
            <p:nvPr/>
          </p:nvSpPr>
          <p:spPr>
            <a:xfrm>
              <a:off x="4971983" y="4746192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0.56</a:t>
              </a:r>
            </a:p>
          </p:txBody>
        </p:sp>
        <p:sp>
          <p:nvSpPr>
            <p:cNvPr id="95" name="tx95"/>
            <p:cNvSpPr/>
            <p:nvPr/>
          </p:nvSpPr>
          <p:spPr>
            <a:xfrm>
              <a:off x="6929276" y="2136380"/>
              <a:ext cx="351645" cy="13215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0.43</a:t>
              </a:r>
            </a:p>
          </p:txBody>
        </p:sp>
        <p:sp>
          <p:nvSpPr>
            <p:cNvPr id="96" name="tx96"/>
            <p:cNvSpPr/>
            <p:nvPr/>
          </p:nvSpPr>
          <p:spPr>
            <a:xfrm>
              <a:off x="6929276" y="2788899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0.45</a:t>
              </a:r>
            </a:p>
          </p:txBody>
        </p:sp>
        <p:sp>
          <p:nvSpPr>
            <p:cNvPr id="97" name="tx97"/>
            <p:cNvSpPr/>
            <p:nvPr/>
          </p:nvSpPr>
          <p:spPr>
            <a:xfrm>
              <a:off x="6929276" y="3441330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0.44</a:t>
              </a:r>
            </a:p>
          </p:txBody>
        </p:sp>
        <p:sp>
          <p:nvSpPr>
            <p:cNvPr id="98" name="tx98"/>
            <p:cNvSpPr/>
            <p:nvPr/>
          </p:nvSpPr>
          <p:spPr>
            <a:xfrm>
              <a:off x="6929276" y="4093672"/>
              <a:ext cx="351645" cy="13215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0.39</a:t>
              </a:r>
            </a:p>
          </p:txBody>
        </p:sp>
        <p:sp>
          <p:nvSpPr>
            <p:cNvPr id="99" name="tx99"/>
            <p:cNvSpPr/>
            <p:nvPr/>
          </p:nvSpPr>
          <p:spPr>
            <a:xfrm>
              <a:off x="6929276" y="4746103"/>
              <a:ext cx="351645" cy="13215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0.34</a:t>
              </a:r>
            </a:p>
          </p:txBody>
        </p:sp>
        <p:sp>
          <p:nvSpPr>
            <p:cNvPr id="100" name="tx100"/>
            <p:cNvSpPr/>
            <p:nvPr/>
          </p:nvSpPr>
          <p:spPr>
            <a:xfrm>
              <a:off x="5624414" y="2136468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0.65</a:t>
              </a:r>
            </a:p>
          </p:txBody>
        </p:sp>
        <p:sp>
          <p:nvSpPr>
            <p:cNvPr id="101" name="tx101"/>
            <p:cNvSpPr/>
            <p:nvPr/>
          </p:nvSpPr>
          <p:spPr>
            <a:xfrm>
              <a:off x="5624414" y="2788899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0.72</a:t>
              </a:r>
            </a:p>
          </p:txBody>
        </p:sp>
        <p:sp>
          <p:nvSpPr>
            <p:cNvPr id="102" name="tx102"/>
            <p:cNvSpPr/>
            <p:nvPr/>
          </p:nvSpPr>
          <p:spPr>
            <a:xfrm>
              <a:off x="5624414" y="3441330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0.68</a:t>
              </a:r>
            </a:p>
          </p:txBody>
        </p:sp>
        <p:sp>
          <p:nvSpPr>
            <p:cNvPr id="103" name="tx103"/>
            <p:cNvSpPr/>
            <p:nvPr/>
          </p:nvSpPr>
          <p:spPr>
            <a:xfrm>
              <a:off x="5624414" y="4093761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0.64</a:t>
              </a:r>
            </a:p>
          </p:txBody>
        </p:sp>
        <p:sp>
          <p:nvSpPr>
            <p:cNvPr id="104" name="tx104"/>
            <p:cNvSpPr/>
            <p:nvPr/>
          </p:nvSpPr>
          <p:spPr>
            <a:xfrm>
              <a:off x="5624414" y="4746192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0.59</a:t>
              </a:r>
            </a:p>
          </p:txBody>
        </p:sp>
        <p:sp>
          <p:nvSpPr>
            <p:cNvPr id="105" name="rc105"/>
            <p:cNvSpPr/>
            <p:nvPr/>
          </p:nvSpPr>
          <p:spPr>
            <a:xfrm>
              <a:off x="7631390" y="1877653"/>
              <a:ext cx="652430" cy="652430"/>
            </a:xfrm>
            <a:prstGeom prst="rect">
              <a:avLst/>
            </a:prstGeom>
            <a:solidFill>
              <a:srgbClr val="A77D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" name="rc106"/>
            <p:cNvSpPr/>
            <p:nvPr/>
          </p:nvSpPr>
          <p:spPr>
            <a:xfrm>
              <a:off x="7631390" y="2530084"/>
              <a:ext cx="652430" cy="652430"/>
            </a:xfrm>
            <a:prstGeom prst="rect">
              <a:avLst/>
            </a:prstGeom>
            <a:solidFill>
              <a:srgbClr val="9164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" name="rc107"/>
            <p:cNvSpPr/>
            <p:nvPr/>
          </p:nvSpPr>
          <p:spPr>
            <a:xfrm>
              <a:off x="7631390" y="3182515"/>
              <a:ext cx="652430" cy="652430"/>
            </a:xfrm>
            <a:prstGeom prst="rect">
              <a:avLst/>
            </a:prstGeom>
            <a:solidFill>
              <a:srgbClr val="966A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" name="rc108"/>
            <p:cNvSpPr/>
            <p:nvPr/>
          </p:nvSpPr>
          <p:spPr>
            <a:xfrm>
              <a:off x="7631390" y="3834945"/>
              <a:ext cx="652430" cy="652430"/>
            </a:xfrm>
            <a:prstGeom prst="rect">
              <a:avLst/>
            </a:prstGeom>
            <a:solidFill>
              <a:srgbClr val="D4B8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" name="rc109"/>
            <p:cNvSpPr/>
            <p:nvPr/>
          </p:nvSpPr>
          <p:spPr>
            <a:xfrm>
              <a:off x="7631390" y="4487376"/>
              <a:ext cx="652430" cy="652430"/>
            </a:xfrm>
            <a:prstGeom prst="rect">
              <a:avLst/>
            </a:prstGeom>
            <a:solidFill>
              <a:srgbClr val="C7A5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" name="rc110"/>
            <p:cNvSpPr/>
            <p:nvPr/>
          </p:nvSpPr>
          <p:spPr>
            <a:xfrm>
              <a:off x="9588682" y="1877653"/>
              <a:ext cx="652430" cy="652430"/>
            </a:xfrm>
            <a:prstGeom prst="rect">
              <a:avLst/>
            </a:prstGeom>
            <a:solidFill>
              <a:srgbClr val="F1E7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" name="rc111"/>
            <p:cNvSpPr/>
            <p:nvPr/>
          </p:nvSpPr>
          <p:spPr>
            <a:xfrm>
              <a:off x="9588682" y="2530084"/>
              <a:ext cx="652430" cy="652430"/>
            </a:xfrm>
            <a:prstGeom prst="rect">
              <a:avLst/>
            </a:prstGeom>
            <a:solidFill>
              <a:srgbClr val="D9BF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" name="rc112"/>
            <p:cNvSpPr/>
            <p:nvPr/>
          </p:nvSpPr>
          <p:spPr>
            <a:xfrm>
              <a:off x="9588682" y="3182515"/>
              <a:ext cx="652430" cy="652430"/>
            </a:xfrm>
            <a:prstGeom prst="rect">
              <a:avLst/>
            </a:prstGeom>
            <a:solidFill>
              <a:srgbClr val="E3CF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" name="rc113"/>
            <p:cNvSpPr/>
            <p:nvPr/>
          </p:nvSpPr>
          <p:spPr>
            <a:xfrm>
              <a:off x="9588682" y="3834945"/>
              <a:ext cx="652430" cy="652430"/>
            </a:xfrm>
            <a:prstGeom prst="rect">
              <a:avLst/>
            </a:prstGeom>
            <a:solidFill>
              <a:srgbClr val="FBF8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" name="rc114"/>
            <p:cNvSpPr/>
            <p:nvPr/>
          </p:nvSpPr>
          <p:spPr>
            <a:xfrm>
              <a:off x="9588682" y="4487376"/>
              <a:ext cx="652430" cy="652430"/>
            </a:xfrm>
            <a:prstGeom prst="rect">
              <a:avLst/>
            </a:prstGeom>
            <a:solidFill>
              <a:srgbClr val="CBAB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" name="rc115"/>
            <p:cNvSpPr/>
            <p:nvPr/>
          </p:nvSpPr>
          <p:spPr>
            <a:xfrm>
              <a:off x="8283821" y="1877653"/>
              <a:ext cx="652430" cy="652430"/>
            </a:xfrm>
            <a:prstGeom prst="rect">
              <a:avLst/>
            </a:prstGeom>
            <a:solidFill>
              <a:srgbClr val="9C70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" name="rc116"/>
            <p:cNvSpPr/>
            <p:nvPr/>
          </p:nvSpPr>
          <p:spPr>
            <a:xfrm>
              <a:off x="8283821" y="2530084"/>
              <a:ext cx="652430" cy="652430"/>
            </a:xfrm>
            <a:prstGeom prst="rect">
              <a:avLst/>
            </a:prstGeom>
            <a:solidFill>
              <a:srgbClr val="9669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" name="rc117"/>
            <p:cNvSpPr/>
            <p:nvPr/>
          </p:nvSpPr>
          <p:spPr>
            <a:xfrm>
              <a:off x="8283821" y="3182515"/>
              <a:ext cx="652430" cy="652430"/>
            </a:xfrm>
            <a:prstGeom prst="rect">
              <a:avLst/>
            </a:prstGeom>
            <a:solidFill>
              <a:srgbClr val="8E61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" name="rc118"/>
            <p:cNvSpPr/>
            <p:nvPr/>
          </p:nvSpPr>
          <p:spPr>
            <a:xfrm>
              <a:off x="8283821" y="3834945"/>
              <a:ext cx="652430" cy="652430"/>
            </a:xfrm>
            <a:prstGeom prst="rect">
              <a:avLst/>
            </a:prstGeom>
            <a:solidFill>
              <a:srgbClr val="E3CF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" name="rc119"/>
            <p:cNvSpPr/>
            <p:nvPr/>
          </p:nvSpPr>
          <p:spPr>
            <a:xfrm>
              <a:off x="8283821" y="4487376"/>
              <a:ext cx="652430" cy="652430"/>
            </a:xfrm>
            <a:prstGeom prst="rect">
              <a:avLst/>
            </a:prstGeom>
            <a:solidFill>
              <a:srgbClr val="D7BD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" name="rc120"/>
            <p:cNvSpPr/>
            <p:nvPr/>
          </p:nvSpPr>
          <p:spPr>
            <a:xfrm>
              <a:off x="10241113" y="1877653"/>
              <a:ext cx="652430" cy="652430"/>
            </a:xfrm>
            <a:prstGeom prst="rect">
              <a:avLst/>
            </a:prstGeom>
            <a:solidFill>
              <a:srgbClr val="DDC6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" name="rc121"/>
            <p:cNvSpPr/>
            <p:nvPr/>
          </p:nvSpPr>
          <p:spPr>
            <a:xfrm>
              <a:off x="10241113" y="2530084"/>
              <a:ext cx="652430" cy="652430"/>
            </a:xfrm>
            <a:prstGeom prst="rect">
              <a:avLst/>
            </a:prstGeom>
            <a:solidFill>
              <a:srgbClr val="CAAB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" name="rc122"/>
            <p:cNvSpPr/>
            <p:nvPr/>
          </p:nvSpPr>
          <p:spPr>
            <a:xfrm>
              <a:off x="10241113" y="3182515"/>
              <a:ext cx="652430" cy="652430"/>
            </a:xfrm>
            <a:prstGeom prst="rect">
              <a:avLst/>
            </a:prstGeom>
            <a:solidFill>
              <a:srgbClr val="CCAD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" name="rc123"/>
            <p:cNvSpPr/>
            <p:nvPr/>
          </p:nvSpPr>
          <p:spPr>
            <a:xfrm>
              <a:off x="10241113" y="3834945"/>
              <a:ext cx="652430" cy="652430"/>
            </a:xfrm>
            <a:prstGeom prst="rect">
              <a:avLst/>
            </a:prstGeom>
            <a:solidFill>
              <a:srgbClr val="F6EF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" name="rc124"/>
            <p:cNvSpPr/>
            <p:nvPr/>
          </p:nvSpPr>
          <p:spPr>
            <a:xfrm>
              <a:off x="10241113" y="4487376"/>
              <a:ext cx="652430" cy="652430"/>
            </a:xfrm>
            <a:prstGeom prst="rect">
              <a:avLst/>
            </a:prstGeom>
            <a:solidFill>
              <a:srgbClr val="ECDD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" name="rc125"/>
            <p:cNvSpPr/>
            <p:nvPr/>
          </p:nvSpPr>
          <p:spPr>
            <a:xfrm>
              <a:off x="8936252" y="1877653"/>
              <a:ext cx="652430" cy="652430"/>
            </a:xfrm>
            <a:prstGeom prst="rect">
              <a:avLst/>
            </a:prstGeom>
            <a:solidFill>
              <a:srgbClr val="BF9C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" name="rc126"/>
            <p:cNvSpPr/>
            <p:nvPr/>
          </p:nvSpPr>
          <p:spPr>
            <a:xfrm>
              <a:off x="8936252" y="2530084"/>
              <a:ext cx="652430" cy="652430"/>
            </a:xfrm>
            <a:prstGeom prst="rect">
              <a:avLst/>
            </a:prstGeom>
            <a:solidFill>
              <a:srgbClr val="B38B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" name="rc127"/>
            <p:cNvSpPr/>
            <p:nvPr/>
          </p:nvSpPr>
          <p:spPr>
            <a:xfrm>
              <a:off x="8936252" y="3182515"/>
              <a:ext cx="652430" cy="652430"/>
            </a:xfrm>
            <a:prstGeom prst="rect">
              <a:avLst/>
            </a:prstGeom>
            <a:solidFill>
              <a:srgbClr val="BB96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" name="rc128"/>
            <p:cNvSpPr/>
            <p:nvPr/>
          </p:nvSpPr>
          <p:spPr>
            <a:xfrm>
              <a:off x="8936252" y="3834945"/>
              <a:ext cx="652430" cy="652430"/>
            </a:xfrm>
            <a:prstGeom prst="rect">
              <a:avLst/>
            </a:prstGeom>
            <a:solidFill>
              <a:srgbClr val="D7BD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" name="rc129"/>
            <p:cNvSpPr/>
            <p:nvPr/>
          </p:nvSpPr>
          <p:spPr>
            <a:xfrm>
              <a:off x="8936252" y="4487376"/>
              <a:ext cx="652430" cy="652430"/>
            </a:xfrm>
            <a:prstGeom prst="rect">
              <a:avLst/>
            </a:prstGeom>
            <a:solidFill>
              <a:srgbClr val="E9D9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" name="tx130"/>
            <p:cNvSpPr/>
            <p:nvPr/>
          </p:nvSpPr>
          <p:spPr>
            <a:xfrm>
              <a:off x="7781782" y="2136468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0.69</a:t>
              </a:r>
            </a:p>
          </p:txBody>
        </p:sp>
        <p:sp>
          <p:nvSpPr>
            <p:cNvPr id="131" name="tx131"/>
            <p:cNvSpPr/>
            <p:nvPr/>
          </p:nvSpPr>
          <p:spPr>
            <a:xfrm>
              <a:off x="7781782" y="2788899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0.77</a:t>
              </a:r>
            </a:p>
          </p:txBody>
        </p:sp>
        <p:sp>
          <p:nvSpPr>
            <p:cNvPr id="132" name="tx132"/>
            <p:cNvSpPr/>
            <p:nvPr/>
          </p:nvSpPr>
          <p:spPr>
            <a:xfrm>
              <a:off x="7781782" y="3441330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133" name="tx133"/>
            <p:cNvSpPr/>
            <p:nvPr/>
          </p:nvSpPr>
          <p:spPr>
            <a:xfrm>
              <a:off x="7781782" y="4093761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0.51</a:t>
              </a:r>
            </a:p>
          </p:txBody>
        </p:sp>
        <p:sp>
          <p:nvSpPr>
            <p:cNvPr id="134" name="tx134"/>
            <p:cNvSpPr/>
            <p:nvPr/>
          </p:nvSpPr>
          <p:spPr>
            <a:xfrm>
              <a:off x="7781782" y="4746192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0.57</a:t>
              </a:r>
            </a:p>
          </p:txBody>
        </p:sp>
        <p:sp>
          <p:nvSpPr>
            <p:cNvPr id="135" name="tx135"/>
            <p:cNvSpPr/>
            <p:nvPr/>
          </p:nvSpPr>
          <p:spPr>
            <a:xfrm>
              <a:off x="9739075" y="2136380"/>
              <a:ext cx="351645" cy="13215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0.37</a:t>
              </a:r>
            </a:p>
          </p:txBody>
        </p:sp>
        <p:sp>
          <p:nvSpPr>
            <p:cNvPr id="136" name="tx136"/>
            <p:cNvSpPr/>
            <p:nvPr/>
          </p:nvSpPr>
          <p:spPr>
            <a:xfrm>
              <a:off x="9739075" y="2788899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0.49</a:t>
              </a:r>
            </a:p>
          </p:txBody>
        </p:sp>
        <p:sp>
          <p:nvSpPr>
            <p:cNvPr id="137" name="tx137"/>
            <p:cNvSpPr/>
            <p:nvPr/>
          </p:nvSpPr>
          <p:spPr>
            <a:xfrm>
              <a:off x="9739075" y="3441330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0.44</a:t>
              </a:r>
            </a:p>
          </p:txBody>
        </p:sp>
        <p:sp>
          <p:nvSpPr>
            <p:cNvPr id="138" name="tx138"/>
            <p:cNvSpPr/>
            <p:nvPr/>
          </p:nvSpPr>
          <p:spPr>
            <a:xfrm>
              <a:off x="9739075" y="4093672"/>
              <a:ext cx="351645" cy="13215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0.32</a:t>
              </a:r>
            </a:p>
          </p:txBody>
        </p:sp>
        <p:sp>
          <p:nvSpPr>
            <p:cNvPr id="139" name="tx139"/>
            <p:cNvSpPr/>
            <p:nvPr/>
          </p:nvSpPr>
          <p:spPr>
            <a:xfrm>
              <a:off x="9739075" y="4746192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0.55</a:t>
              </a:r>
            </a:p>
          </p:txBody>
        </p:sp>
        <p:sp>
          <p:nvSpPr>
            <p:cNvPr id="140" name="tx140"/>
            <p:cNvSpPr/>
            <p:nvPr/>
          </p:nvSpPr>
          <p:spPr>
            <a:xfrm>
              <a:off x="8434213" y="2136380"/>
              <a:ext cx="351645" cy="13215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0.73</a:t>
              </a:r>
            </a:p>
          </p:txBody>
        </p:sp>
        <p:sp>
          <p:nvSpPr>
            <p:cNvPr id="141" name="tx141"/>
            <p:cNvSpPr/>
            <p:nvPr/>
          </p:nvSpPr>
          <p:spPr>
            <a:xfrm>
              <a:off x="8434213" y="2788899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142" name="tx142"/>
            <p:cNvSpPr/>
            <p:nvPr/>
          </p:nvSpPr>
          <p:spPr>
            <a:xfrm>
              <a:off x="8434213" y="3441330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0.78</a:t>
              </a:r>
            </a:p>
          </p:txBody>
        </p:sp>
        <p:sp>
          <p:nvSpPr>
            <p:cNvPr id="143" name="tx143"/>
            <p:cNvSpPr/>
            <p:nvPr/>
          </p:nvSpPr>
          <p:spPr>
            <a:xfrm>
              <a:off x="8434213" y="4093761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0.44</a:t>
              </a:r>
            </a:p>
          </p:txBody>
        </p:sp>
        <p:sp>
          <p:nvSpPr>
            <p:cNvPr id="144" name="tx144"/>
            <p:cNvSpPr/>
            <p:nvPr/>
          </p:nvSpPr>
          <p:spPr>
            <a:xfrm>
              <a:off x="8434213" y="4746192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145" name="tx145"/>
            <p:cNvSpPr/>
            <p:nvPr/>
          </p:nvSpPr>
          <p:spPr>
            <a:xfrm>
              <a:off x="10391506" y="2136468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0.47</a:t>
              </a:r>
            </a:p>
          </p:txBody>
        </p:sp>
        <p:sp>
          <p:nvSpPr>
            <p:cNvPr id="146" name="tx146"/>
            <p:cNvSpPr/>
            <p:nvPr/>
          </p:nvSpPr>
          <p:spPr>
            <a:xfrm>
              <a:off x="10391506" y="2788899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0.55</a:t>
              </a:r>
            </a:p>
          </p:txBody>
        </p:sp>
        <p:sp>
          <p:nvSpPr>
            <p:cNvPr id="147" name="tx147"/>
            <p:cNvSpPr/>
            <p:nvPr/>
          </p:nvSpPr>
          <p:spPr>
            <a:xfrm>
              <a:off x="10391506" y="3441330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0.55</a:t>
              </a:r>
            </a:p>
          </p:txBody>
        </p:sp>
        <p:sp>
          <p:nvSpPr>
            <p:cNvPr id="148" name="tx148"/>
            <p:cNvSpPr/>
            <p:nvPr/>
          </p:nvSpPr>
          <p:spPr>
            <a:xfrm>
              <a:off x="10391506" y="4093672"/>
              <a:ext cx="351645" cy="13215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0.35</a:t>
              </a:r>
            </a:p>
          </p:txBody>
        </p:sp>
        <p:sp>
          <p:nvSpPr>
            <p:cNvPr id="149" name="tx149"/>
            <p:cNvSpPr/>
            <p:nvPr/>
          </p:nvSpPr>
          <p:spPr>
            <a:xfrm>
              <a:off x="10391506" y="4746192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0.40</a:t>
              </a:r>
            </a:p>
          </p:txBody>
        </p:sp>
        <p:sp>
          <p:nvSpPr>
            <p:cNvPr id="150" name="tx150"/>
            <p:cNvSpPr/>
            <p:nvPr/>
          </p:nvSpPr>
          <p:spPr>
            <a:xfrm>
              <a:off x="9086644" y="2136468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0.60</a:t>
              </a:r>
            </a:p>
          </p:txBody>
        </p:sp>
        <p:sp>
          <p:nvSpPr>
            <p:cNvPr id="151" name="tx151"/>
            <p:cNvSpPr/>
            <p:nvPr/>
          </p:nvSpPr>
          <p:spPr>
            <a:xfrm>
              <a:off x="9086644" y="2788899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0.65</a:t>
              </a:r>
            </a:p>
          </p:txBody>
        </p:sp>
        <p:sp>
          <p:nvSpPr>
            <p:cNvPr id="152" name="tx152"/>
            <p:cNvSpPr/>
            <p:nvPr/>
          </p:nvSpPr>
          <p:spPr>
            <a:xfrm>
              <a:off x="9086644" y="3441330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0.62</a:t>
              </a:r>
            </a:p>
          </p:txBody>
        </p:sp>
        <p:sp>
          <p:nvSpPr>
            <p:cNvPr id="153" name="tx153"/>
            <p:cNvSpPr/>
            <p:nvPr/>
          </p:nvSpPr>
          <p:spPr>
            <a:xfrm>
              <a:off x="9086644" y="4093761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154" name="tx154"/>
            <p:cNvSpPr/>
            <p:nvPr/>
          </p:nvSpPr>
          <p:spPr>
            <a:xfrm>
              <a:off x="9086644" y="4746192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0.41</a:t>
              </a:r>
            </a:p>
          </p:txBody>
        </p:sp>
        <p:sp>
          <p:nvSpPr>
            <p:cNvPr id="155" name="tx155"/>
            <p:cNvSpPr/>
            <p:nvPr/>
          </p:nvSpPr>
          <p:spPr>
            <a:xfrm>
              <a:off x="2179699" y="1662250"/>
              <a:ext cx="316616" cy="8272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BOTH</a:t>
              </a:r>
            </a:p>
          </p:txBody>
        </p:sp>
        <p:sp>
          <p:nvSpPr>
            <p:cNvPr id="156" name="tx156"/>
            <p:cNvSpPr/>
            <p:nvPr/>
          </p:nvSpPr>
          <p:spPr>
            <a:xfrm>
              <a:off x="5561192" y="1662195"/>
              <a:ext cx="478090" cy="8278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CRCSCA</a:t>
              </a:r>
            </a:p>
          </p:txBody>
        </p:sp>
        <p:sp>
          <p:nvSpPr>
            <p:cNvPr id="157" name="tx157"/>
            <p:cNvSpPr/>
            <p:nvPr/>
          </p:nvSpPr>
          <p:spPr>
            <a:xfrm>
              <a:off x="9076219" y="1663614"/>
              <a:ext cx="372496" cy="8136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UNIFAI</a:t>
              </a:r>
            </a:p>
          </p:txBody>
        </p:sp>
        <p:sp>
          <p:nvSpPr>
            <p:cNvPr id="158" name="tx158"/>
            <p:cNvSpPr/>
            <p:nvPr/>
          </p:nvSpPr>
          <p:spPr>
            <a:xfrm>
              <a:off x="924442" y="5267681"/>
              <a:ext cx="217408" cy="8000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</a:t>
              </a:r>
            </a:p>
          </p:txBody>
        </p:sp>
        <p:sp>
          <p:nvSpPr>
            <p:cNvPr id="159" name="tx159"/>
            <p:cNvSpPr/>
            <p:nvPr/>
          </p:nvSpPr>
          <p:spPr>
            <a:xfrm>
              <a:off x="1427814" y="5266371"/>
              <a:ext cx="515525" cy="81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ADL.lower</a:t>
              </a:r>
            </a:p>
          </p:txBody>
        </p:sp>
        <p:sp>
          <p:nvSpPr>
            <p:cNvPr id="160" name="tx160"/>
            <p:cNvSpPr/>
            <p:nvPr/>
          </p:nvSpPr>
          <p:spPr>
            <a:xfrm>
              <a:off x="2070859" y="5245470"/>
              <a:ext cx="534297" cy="1022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ADL.upper</a:t>
              </a:r>
            </a:p>
          </p:txBody>
        </p:sp>
        <p:sp>
          <p:nvSpPr>
            <p:cNvPr id="161" name="tx161"/>
            <p:cNvSpPr/>
            <p:nvPr/>
          </p:nvSpPr>
          <p:spPr>
            <a:xfrm>
              <a:off x="2710875" y="5266371"/>
              <a:ext cx="559127" cy="81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ADL.bulbar</a:t>
              </a:r>
            </a:p>
          </p:txBody>
        </p:sp>
        <p:sp>
          <p:nvSpPr>
            <p:cNvPr id="162" name="tx162"/>
            <p:cNvSpPr/>
            <p:nvPr/>
          </p:nvSpPr>
          <p:spPr>
            <a:xfrm>
              <a:off x="3391273" y="5266371"/>
              <a:ext cx="503192" cy="81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ADL.other</a:t>
              </a:r>
            </a:p>
          </p:txBody>
        </p:sp>
        <p:sp>
          <p:nvSpPr>
            <p:cNvPr id="163" name="tx163"/>
            <p:cNvSpPr/>
            <p:nvPr/>
          </p:nvSpPr>
          <p:spPr>
            <a:xfrm>
              <a:off x="4386671" y="5267681"/>
              <a:ext cx="217408" cy="8000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</a:t>
              </a:r>
            </a:p>
          </p:txBody>
        </p:sp>
        <p:sp>
          <p:nvSpPr>
            <p:cNvPr id="164" name="tx164"/>
            <p:cNvSpPr/>
            <p:nvPr/>
          </p:nvSpPr>
          <p:spPr>
            <a:xfrm>
              <a:off x="4890043" y="5266371"/>
              <a:ext cx="515525" cy="81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ADL.lower</a:t>
              </a:r>
            </a:p>
          </p:txBody>
        </p:sp>
        <p:sp>
          <p:nvSpPr>
            <p:cNvPr id="165" name="tx165"/>
            <p:cNvSpPr/>
            <p:nvPr/>
          </p:nvSpPr>
          <p:spPr>
            <a:xfrm>
              <a:off x="5533088" y="5245470"/>
              <a:ext cx="534297" cy="1022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ADL.upper</a:t>
              </a:r>
            </a:p>
          </p:txBody>
        </p:sp>
        <p:sp>
          <p:nvSpPr>
            <p:cNvPr id="166" name="tx166"/>
            <p:cNvSpPr/>
            <p:nvPr/>
          </p:nvSpPr>
          <p:spPr>
            <a:xfrm>
              <a:off x="6173104" y="5266371"/>
              <a:ext cx="559127" cy="81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ADL.bulbar</a:t>
              </a:r>
            </a:p>
          </p:txBody>
        </p:sp>
        <p:sp>
          <p:nvSpPr>
            <p:cNvPr id="167" name="tx167"/>
            <p:cNvSpPr/>
            <p:nvPr/>
          </p:nvSpPr>
          <p:spPr>
            <a:xfrm>
              <a:off x="6853503" y="5266371"/>
              <a:ext cx="503192" cy="81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ADL.other</a:t>
              </a:r>
            </a:p>
          </p:txBody>
        </p:sp>
        <p:sp>
          <p:nvSpPr>
            <p:cNvPr id="168" name="tx168"/>
            <p:cNvSpPr/>
            <p:nvPr/>
          </p:nvSpPr>
          <p:spPr>
            <a:xfrm>
              <a:off x="7848901" y="5267681"/>
              <a:ext cx="217408" cy="8000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</a:t>
              </a:r>
            </a:p>
          </p:txBody>
        </p:sp>
        <p:sp>
          <p:nvSpPr>
            <p:cNvPr id="169" name="tx169"/>
            <p:cNvSpPr/>
            <p:nvPr/>
          </p:nvSpPr>
          <p:spPr>
            <a:xfrm>
              <a:off x="8352273" y="5266371"/>
              <a:ext cx="515525" cy="81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ADL.lower</a:t>
              </a:r>
            </a:p>
          </p:txBody>
        </p:sp>
        <p:sp>
          <p:nvSpPr>
            <p:cNvPr id="170" name="tx170"/>
            <p:cNvSpPr/>
            <p:nvPr/>
          </p:nvSpPr>
          <p:spPr>
            <a:xfrm>
              <a:off x="8995318" y="5245470"/>
              <a:ext cx="534297" cy="1022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ADL.upper</a:t>
              </a:r>
            </a:p>
          </p:txBody>
        </p:sp>
        <p:sp>
          <p:nvSpPr>
            <p:cNvPr id="171" name="tx171"/>
            <p:cNvSpPr/>
            <p:nvPr/>
          </p:nvSpPr>
          <p:spPr>
            <a:xfrm>
              <a:off x="9635334" y="5266371"/>
              <a:ext cx="559127" cy="81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ADL.bulbar</a:t>
              </a:r>
            </a:p>
          </p:txBody>
        </p:sp>
        <p:sp>
          <p:nvSpPr>
            <p:cNvPr id="172" name="tx172"/>
            <p:cNvSpPr/>
            <p:nvPr/>
          </p:nvSpPr>
          <p:spPr>
            <a:xfrm>
              <a:off x="10315732" y="5266371"/>
              <a:ext cx="503192" cy="81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ADL.other</a:t>
              </a:r>
            </a:p>
          </p:txBody>
        </p:sp>
        <p:sp>
          <p:nvSpPr>
            <p:cNvPr id="173" name="tx173"/>
            <p:cNvSpPr/>
            <p:nvPr/>
          </p:nvSpPr>
          <p:spPr>
            <a:xfrm>
              <a:off x="69589" y="4751382"/>
              <a:ext cx="509468" cy="1022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s4.speech</a:t>
              </a:r>
            </a:p>
          </p:txBody>
        </p:sp>
        <p:sp>
          <p:nvSpPr>
            <p:cNvPr id="174" name="tx174"/>
            <p:cNvSpPr/>
            <p:nvPr/>
          </p:nvSpPr>
          <p:spPr>
            <a:xfrm>
              <a:off x="125632" y="4118432"/>
              <a:ext cx="453424" cy="8272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SARA.ku</a:t>
              </a:r>
            </a:p>
          </p:txBody>
        </p:sp>
        <p:sp>
          <p:nvSpPr>
            <p:cNvPr id="175" name="tx175"/>
            <p:cNvSpPr/>
            <p:nvPr/>
          </p:nvSpPr>
          <p:spPr>
            <a:xfrm>
              <a:off x="125632" y="3466001"/>
              <a:ext cx="453424" cy="8272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SARA.ax</a:t>
              </a:r>
            </a:p>
          </p:txBody>
        </p:sp>
        <p:sp>
          <p:nvSpPr>
            <p:cNvPr id="176" name="tx176"/>
            <p:cNvSpPr/>
            <p:nvPr/>
          </p:nvSpPr>
          <p:spPr>
            <a:xfrm>
              <a:off x="274718" y="2813571"/>
              <a:ext cx="304338" cy="8272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SARA</a:t>
              </a:r>
            </a:p>
          </p:txBody>
        </p:sp>
        <p:sp>
          <p:nvSpPr>
            <p:cNvPr id="177" name="tx177"/>
            <p:cNvSpPr/>
            <p:nvPr/>
          </p:nvSpPr>
          <p:spPr>
            <a:xfrm>
              <a:off x="349261" y="2161140"/>
              <a:ext cx="229795" cy="8272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USS</a:t>
              </a:r>
            </a:p>
          </p:txBody>
        </p:sp>
        <p:sp>
          <p:nvSpPr>
            <p:cNvPr id="178" name="tx178"/>
            <p:cNvSpPr/>
            <p:nvPr/>
          </p:nvSpPr>
          <p:spPr>
            <a:xfrm>
              <a:off x="11167555" y="2845827"/>
              <a:ext cx="885266" cy="12946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Spearman rho</a:t>
              </a:r>
            </a:p>
          </p:txBody>
        </p:sp>
        <p:pic>
          <p:nvPicPr>
            <p:cNvPr id="179" name="pic17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67555" y="3059584"/>
              <a:ext cx="219455" cy="1097280"/>
            </a:xfrm>
            <a:prstGeom prst="rect">
              <a:avLst/>
            </a:prstGeom>
          </p:spPr>
        </p:pic>
        <p:sp>
          <p:nvSpPr>
            <p:cNvPr id="180" name="pl180"/>
            <p:cNvSpPr/>
            <p:nvPr/>
          </p:nvSpPr>
          <p:spPr>
            <a:xfrm>
              <a:off x="11343119" y="3998804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1" name="pl181"/>
            <p:cNvSpPr/>
            <p:nvPr/>
          </p:nvSpPr>
          <p:spPr>
            <a:xfrm>
              <a:off x="11343119" y="3686340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2" name="pl182"/>
            <p:cNvSpPr/>
            <p:nvPr/>
          </p:nvSpPr>
          <p:spPr>
            <a:xfrm>
              <a:off x="11343119" y="3373877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3" name="pl183"/>
            <p:cNvSpPr/>
            <p:nvPr/>
          </p:nvSpPr>
          <p:spPr>
            <a:xfrm>
              <a:off x="11343119" y="3061413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4" name="pl184"/>
            <p:cNvSpPr/>
            <p:nvPr/>
          </p:nvSpPr>
          <p:spPr>
            <a:xfrm>
              <a:off x="11167555" y="3998804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5" name="pl185"/>
            <p:cNvSpPr/>
            <p:nvPr/>
          </p:nvSpPr>
          <p:spPr>
            <a:xfrm>
              <a:off x="11167555" y="3686340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6" name="pl186"/>
            <p:cNvSpPr/>
            <p:nvPr/>
          </p:nvSpPr>
          <p:spPr>
            <a:xfrm>
              <a:off x="11167555" y="3373877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7" name="pl187"/>
            <p:cNvSpPr/>
            <p:nvPr/>
          </p:nvSpPr>
          <p:spPr>
            <a:xfrm>
              <a:off x="11167555" y="3061413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8" name="tx188"/>
            <p:cNvSpPr/>
            <p:nvPr/>
          </p:nvSpPr>
          <p:spPr>
            <a:xfrm>
              <a:off x="11456600" y="3957112"/>
              <a:ext cx="15536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</a:t>
              </a:r>
            </a:p>
          </p:txBody>
        </p:sp>
        <p:sp>
          <p:nvSpPr>
            <p:cNvPr id="189" name="tx189"/>
            <p:cNvSpPr/>
            <p:nvPr/>
          </p:nvSpPr>
          <p:spPr>
            <a:xfrm>
              <a:off x="11456600" y="3644649"/>
              <a:ext cx="15536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0.6</a:t>
              </a:r>
            </a:p>
          </p:txBody>
        </p:sp>
        <p:sp>
          <p:nvSpPr>
            <p:cNvPr id="190" name="tx190"/>
            <p:cNvSpPr/>
            <p:nvPr/>
          </p:nvSpPr>
          <p:spPr>
            <a:xfrm>
              <a:off x="11456600" y="3332185"/>
              <a:ext cx="15536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0.8</a:t>
              </a:r>
            </a:p>
          </p:txBody>
        </p:sp>
        <p:sp>
          <p:nvSpPr>
            <p:cNvPr id="191" name="tx191"/>
            <p:cNvSpPr/>
            <p:nvPr/>
          </p:nvSpPr>
          <p:spPr>
            <a:xfrm>
              <a:off x="11456600" y="3019722"/>
              <a:ext cx="15536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1.0</a:t>
              </a:r>
            </a:p>
          </p:txBody>
        </p:sp>
      </p:grpSp>
      <p:sp>
        <p:nvSpPr>
          <p:cNvPr id="192" name="Title 1"/>
          <p:cNvSpPr>
            <a:spLocks noGrp="1"/>
          </p:cNvSpPr>
          <p:nvPr>
            <p:ph type="title"/>
          </p:nvPr>
        </p:nvSpPr>
        <p:spPr>
          <a:xfrm>
            <a:off x="9607379" y="0"/>
            <a:ext cx="2584622" cy="518984"/>
          </a:xfrm>
        </p:spPr>
        <p:txBody>
          <a:bodyPr/>
          <a:lstStyle/>
          <a:p>
            <a:r>
              <a:t>Pearson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Cambria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75395BB3-1528-4302-A15C-E6A06E822975}" vid="{DF592CA2-00DC-4ACA-BF02-8EB1A2F15D8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18761</TotalTime>
  <Words>416</Words>
  <Application>Microsoft Office PowerPoint</Application>
  <PresentationFormat>Widescreen</PresentationFormat>
  <Paragraphs>315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Tenorite</vt:lpstr>
      <vt:lpstr>Calibri</vt:lpstr>
      <vt:lpstr>Arial</vt:lpstr>
      <vt:lpstr>CR</vt:lpstr>
      <vt:lpstr>title</vt:lpstr>
      <vt:lpstr>Spearman</vt:lpstr>
      <vt:lpstr>Pearson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Christian Rummey</dc:creator>
  <cp:lastModifiedBy>Christian Rummey</cp:lastModifiedBy>
  <cp:revision>64</cp:revision>
  <dcterms:created xsi:type="dcterms:W3CDTF">2020-08-21T08:26:15Z</dcterms:created>
  <dcterms:modified xsi:type="dcterms:W3CDTF">2025-09-14T13:30:27Z</dcterms:modified>
</cp:coreProperties>
</file>
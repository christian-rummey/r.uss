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4"/>
  </p:sldIdLst>
  <p:sldSz cx="12192000" cy="6858000"/>
  <p:notesSz cx="6858000" cy="9144000"/>
  <p:embeddedFontLst>
    <p:embeddedFont>
      <p:font typeface="Tenorite" panose="00000500000000000000" pitchFamily="2" charset="0"/>
      <p:regular r:id="rId4"/>
      <p:bold r:id="rId5"/>
      <p:italic r:id="rId6"/>
      <p:boldItalic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4D9793-A2DD-4368-83B7-2992B2F3B1BA}" v="5" dt="2025-06-10T15:20:23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 varScale="1">
        <p:scale>
          <a:sx n="96" d="100"/>
          <a:sy n="96" d="100"/>
        </p:scale>
        <p:origin x="64" y="64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presProps" Target="presProps.xml"/>
<Relationship Id="rId13" Type="http://schemas.microsoft.com/office/2015/10/relationships/revisionInfo" Target="revisionInfo.xml"/>
<Relationship Id="rId3" Type="http://schemas.openxmlformats.org/officeDocument/2006/relationships/handoutMaster" Target="handoutMasters/handoutMaster1.xml"/>
<Relationship Id="rId7" Type="http://schemas.openxmlformats.org/officeDocument/2006/relationships/font" Target="fonts/font4.fntdata"/>
<Relationship Id="rId12" Type="http://schemas.microsoft.com/office/2016/11/relationships/changesInfo" Target="changesInfos/changesInfo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font" Target="fonts/font3.fntdata"/>
<Relationship Id="rId11" Type="http://schemas.openxmlformats.org/officeDocument/2006/relationships/tableStyles" Target="tableStyles.xml"/>
<Relationship Id="rId5" Type="http://schemas.openxmlformats.org/officeDocument/2006/relationships/font" Target="fonts/font2.fntdata"/>
<Relationship Id="rId10" Type="http://schemas.openxmlformats.org/officeDocument/2006/relationships/theme" Target="theme/theme1.xml"/>
<Relationship Id="rId4" Type="http://schemas.openxmlformats.org/officeDocument/2006/relationships/font" Target="fonts/font1.fntdata"/>
<Relationship Id="rId9" Type="http://schemas.openxmlformats.org/officeDocument/2006/relationships/viewProps" Target="viewProps.xml"/>
<Relationship Id="rId14" Type="http://schemas.openxmlformats.org/officeDocument/2006/relationships/slide" Target="slides/slide1.xml"/>
</Relationships>
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2" creationId="{F0CB0027-CAAB-A460-8537-923E442AB26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4" creationId="{83D3389A-D1B1-8045-AF5C-E936D5011CEE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5" creationId="{4B129F14-29DC-E5C7-B871-EFAFD4E6F8C4}"/>
            </ac:spMkLst>
          </pc:spChg>
          <pc:spChg chg="mod">
            <ac:chgData name="Christian Rummey" userId="1616f22b-5705-4d11-a330-2855031cc605" providerId="ADAL" clId="{A14D9793-A2DD-4368-83B7-2992B2F3B1BA}" dt="2025-06-10T15:20:09.826" v="7" actId="2711"/>
            <ac:spMkLst>
              <pc:docMk/>
              <pc:sldMasterMk cId="1297349460" sldId="2147483648"/>
              <pc:sldLayoutMk cId="4256017067" sldId="2147483698"/>
              <ac:spMk id="6" creationId="{2CAEB7E8-F4B2-F9B3-0EE7-B55EA21C5378}"/>
            </ac:spMkLst>
          </pc:spChg>
          <pc:spChg chg="mod">
            <ac:chgData name="Christian Rummey" userId="1616f22b-5705-4d11-a330-2855031cc605" providerId="ADAL" clId="{A14D9793-A2DD-4368-83B7-2992B2F3B1BA}" dt="2025-06-10T15:20:19.508" v="8" actId="255"/>
            <ac:spMkLst>
              <pc:docMk/>
              <pc:sldMasterMk cId="1297349460" sldId="2147483648"/>
              <pc:sldLayoutMk cId="4256017067" sldId="2147483698"/>
              <ac:spMk id="7" creationId="{9C0C1CB3-BE42-6AF9-C031-C43FC50879AF}"/>
            </ac:spMkLst>
          </pc:spChg>
          <pc:spChg chg="mod">
            <ac:chgData name="Christian Rummey" userId="1616f22b-5705-4d11-a330-2855031cc605" providerId="ADAL" clId="{A14D9793-A2DD-4368-83B7-2992B2F3B1BA}" dt="2025-06-10T15:20:23.221" v="9" actId="255"/>
            <ac:spMkLst>
              <pc:docMk/>
              <pc:sldMasterMk cId="1297349460" sldId="2147483648"/>
              <pc:sldLayoutMk cId="4256017067" sldId="2147483698"/>
              <ac:spMk id="11" creationId="{2F3A1677-D5FD-6F4F-982B-D234B3676989}"/>
            </ac:spMkLst>
          </pc:spChg>
          <pc:cxnChg chg="mod">
            <ac:chgData name="Christian Rummey" userId="1616f22b-5705-4d11-a330-2855031cc605" providerId="ADAL" clId="{A14D9793-A2DD-4368-83B7-2992B2F3B1BA}" dt="2025-06-10T15:20:09.826" v="7" actId="2711"/>
            <ac:cxnSpMkLst>
              <pc:docMk/>
              <pc:sldMasterMk cId="1297349460" sldId="2147483648"/>
              <pc:sldLayoutMk cId="4256017067" sldId="2147483698"/>
              <ac:cxnSpMk id="3" creationId="{220A93F4-9361-BE4A-BDFF-57F61D61B18D}"/>
            </ac:cxnSpMkLst>
          </pc:cxnChg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BA4FE7E3-BE8F-4020-926C-39CDD45D1D87}" dt="2025-04-22T11:05:18.004" v="6" actId="1076"/>
            <ac:spMkLst>
              <pc:docMk/>
              <pc:sldMasterMk cId="1297349460" sldId="2147483648"/>
              <pc:sldLayoutMk cId="1779765834" sldId="2147483662"/>
              <ac:spMk id="2" creationId="{EBBB5403-9242-AA00-FE6E-B41EFCD3044B}"/>
            </ac:spMkLst>
          </pc:spChg>
          <pc:spChg chg="mod">
            <ac:chgData name="Christian Rummey" userId="1616f22b-5705-4d11-a330-2855031cc605" providerId="ADAL" clId="{BA4FE7E3-BE8F-4020-926C-39CDD45D1D87}" dt="2025-04-22T11:05:11.857" v="5" actId="1076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  <pc:spChg chg="add mod">
            <ac:chgData name="Christian Rummey" userId="1616f22b-5705-4d11-a330-2855031cc605" providerId="ADAL" clId="{5F97B23C-B94D-4912-9497-32CCAC5D690D}" dt="2025-03-26T12:09:58.584" v="33"/>
            <ac:spMkLst>
              <pc:docMk/>
              <pc:sldMasterMk cId="1297349460" sldId="2147483648"/>
              <pc:sldLayoutMk cId="1779765834" sldId="2147483662"/>
              <ac:spMk id="4" creationId="{00000000-0000-0000-0000-000000000000}"/>
            </ac:spMkLst>
          </pc:spChg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  <pc:spChg chg="mod">
            <ac:chgData name="Christian Rummey" userId="1616f22b-5705-4d11-a330-2855031cc605" providerId="ADAL" clId="{5F97B23C-B94D-4912-9497-32CCAC5D690D}" dt="2025-03-28T11:37:21.372" v="46" actId="108"/>
            <ac:spMkLst>
              <pc:docMk/>
              <pc:sldMasterMk cId="1297349460" sldId="2147483648"/>
              <pc:sldLayoutMk cId="3753787485" sldId="2147483675"/>
              <ac:spMk id="4" creationId="{00000000-0000-0000-0000-000000000000}"/>
            </ac:spMkLst>
          </pc:spChg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2" creationId="{189450AF-5B3A-1BE3-45D6-60D099856B54}"/>
            </ac:spMkLst>
          </pc:spChg>
          <pc:spChg chg="add mod">
            <ac:chgData name="Christian Rummey" userId="1616f22b-5705-4d11-a330-2855031cc605" providerId="ADAL" clId="{5F97B23C-B94D-4912-9497-32CCAC5D690D}" dt="2025-03-26T12:09:23.783" v="24"/>
            <ac:spMkLst>
              <pc:docMk/>
              <pc:sldMasterMk cId="1297349460" sldId="2147483648"/>
              <pc:sldLayoutMk cId="3487979977" sldId="2147483685"/>
              <ac:spMk id="5" creationId="{F1CC33CE-F5D7-114C-2E5F-0BB1D6208940}"/>
            </ac:spMkLst>
          </pc:spChg>
          <pc:spChg chg="mod">
            <ac:chgData name="Christian Rummey" userId="1616f22b-5705-4d11-a330-2855031cc605" providerId="ADAL" clId="{5F97B23C-B94D-4912-9497-32CCAC5D690D}" dt="2025-03-28T11:37:41.348" v="49" actId="108"/>
            <ac:spMkLst>
              <pc:docMk/>
              <pc:sldMasterMk cId="1297349460" sldId="2147483648"/>
              <pc:sldLayoutMk cId="3487979977" sldId="2147483685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  <pc:spChg chg="add mod">
            <ac:chgData name="Christian Rummey" userId="1616f22b-5705-4d11-a330-2855031cc605" providerId="ADAL" clId="{5F97B23C-B94D-4912-9497-32CCAC5D690D}" dt="2025-03-28T11:37:44.999" v="50" actId="108"/>
            <ac:spMkLst>
              <pc:docMk/>
              <pc:sldMasterMk cId="1297349460" sldId="2147483648"/>
              <pc:sldLayoutMk cId="1567917209" sldId="2147483686"/>
              <ac:spMk id="9" creationId="{5CCC9ECA-AF17-77AA-3FBA-9C2ADA4E93EB}"/>
            </ac:spMkLst>
          </pc:spChg>
          <pc:spChg chg="add mod">
            <ac:chgData name="Christian Rummey" userId="1616f22b-5705-4d11-a330-2855031cc605" providerId="ADAL" clId="{5F97B23C-B94D-4912-9497-32CCAC5D690D}" dt="2025-03-26T12:08:06.003" v="20"/>
            <ac:spMkLst>
              <pc:docMk/>
              <pc:sldMasterMk cId="1297349460" sldId="2147483648"/>
              <pc:sldLayoutMk cId="1567917209" sldId="2147483686"/>
              <ac:spMk id="10" creationId="{00000000-0000-0000-0000-000000000000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2" creationId="{3C96B0EB-DC02-C3E4-27BE-B09618C53392}"/>
            </ac:spMkLst>
          </pc:spChg>
          <pc:spChg chg="mod">
            <ac:chgData name="Christian Rummey" userId="1616f22b-5705-4d11-a330-2855031cc605" providerId="ADAL" clId="{5F97B23C-B94D-4912-9497-32CCAC5D690D}" dt="2025-03-28T11:37:37.870" v="48" actId="108"/>
            <ac:spMkLst>
              <pc:docMk/>
              <pc:sldMasterMk cId="1297349460" sldId="2147483648"/>
              <pc:sldLayoutMk cId="3387880590" sldId="2147483694"/>
              <ac:spMk id="5" creationId="{F78D01E8-C1E8-530B-2B36-96123687E1F0}"/>
            </ac:spMkLst>
          </pc:spChg>
          <pc:spChg chg="add mod">
            <ac:chgData name="Christian Rummey" userId="1616f22b-5705-4d11-a330-2855031cc605" providerId="ADAL" clId="{5F97B23C-B94D-4912-9497-32CCAC5D690D}" dt="2025-03-26T12:09:28.790" v="26"/>
            <ac:spMkLst>
              <pc:docMk/>
              <pc:sldMasterMk cId="1297349460" sldId="2147483648"/>
              <pc:sldLayoutMk cId="3387880590" sldId="2147483694"/>
              <ac:spMk id="6" creationId="{353035CB-67F1-9F4F-38E1-119BC05B992D}"/>
            </ac:spMkLst>
          </pc:spChg>
          <pc:spChg chg="mod">
            <ac:chgData name="Christian Rummey" userId="1616f22b-5705-4d11-a330-2855031cc605" providerId="ADAL" clId="{5F97B23C-B94D-4912-9497-32CCAC5D690D}" dt="2025-03-28T11:37:35.668" v="47" actId="108"/>
            <ac:spMkLst>
              <pc:docMk/>
              <pc:sldMasterMk cId="1297349460" sldId="2147483648"/>
              <pc:sldLayoutMk cId="3387880590" sldId="2147483694"/>
              <ac:spMk id="11" creationId="{2F3A1677-D5FD-6F4F-982B-D234B3676989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  <pc:spChg chg="mod">
            <ac:chgData name="Christian Rummey" userId="1616f22b-5705-4d11-a330-2855031cc605" providerId="ADAL" clId="{5F97B23C-B94D-4912-9497-32CCAC5D690D}" dt="2025-03-26T12:08:53.659" v="22" actId="207"/>
            <ac:spMkLst>
              <pc:docMk/>
              <pc:sldMasterMk cId="1297349460" sldId="2147483648"/>
              <pc:sldLayoutMk cId="84449021" sldId="2147483695"/>
              <ac:spMk id="2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6T12:06:49.789" v="4" actId="404"/>
            <ac:spMkLst>
              <pc:docMk/>
              <pc:sldMasterMk cId="1297349460" sldId="2147483648"/>
              <pc:sldLayoutMk cId="84449021" sldId="2147483695"/>
              <ac:spMk id="3" creationId="{00000000-0000-0000-0000-000000000000}"/>
            </ac:spMkLst>
          </pc:spChg>
          <pc:spChg chg="mod">
            <ac:chgData name="Christian Rummey" userId="1616f22b-5705-4d11-a330-2855031cc605" providerId="ADAL" clId="{5F97B23C-B94D-4912-9497-32CCAC5D690D}" dt="2025-03-28T11:37:17.355" v="45" actId="108"/>
            <ac:spMkLst>
              <pc:docMk/>
              <pc:sldMasterMk cId="1297349460" sldId="2147483648"/>
              <pc:sldLayoutMk cId="84449021" sldId="2147483695"/>
              <ac:spMk id="9" creationId="{2F8024D3-1A65-0428-57F2-93033CA6A491}"/>
            </ac:spMkLst>
          </pc:spChg>
          <pc:spChg chg="add mod">
            <ac:chgData name="Christian Rummey" userId="1616f22b-5705-4d11-a330-2855031cc605" providerId="ADAL" clId="{5F97B23C-B94D-4912-9497-32CCAC5D690D}" dt="2025-03-26T12:09:45.755" v="30"/>
            <ac:spMkLst>
              <pc:docMk/>
              <pc:sldMasterMk cId="1297349460" sldId="2147483648"/>
              <pc:sldLayoutMk cId="84449021" sldId="2147483695"/>
              <ac:spMk id="11" creationId="{FD894503-3C12-466A-60EE-312759D093FB}"/>
            </ac:spMkLst>
          </pc:spChg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5F97B23C-B94D-4912-9497-32CCAC5D690D}" dt="2025-03-27T10:13:50.012" v="38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  <pc:spChg chg="add mod">
            <ac:chgData name="Christian Rummey" userId="1616f22b-5705-4d11-a330-2855031cc605" providerId="ADAL" clId="{5F97B23C-B94D-4912-9497-32CCAC5D690D}" dt="2025-03-27T10:13:59.609" v="41" actId="14100"/>
            <ac:spMkLst>
              <pc:docMk/>
              <pc:sldMasterMk cId="1297349460" sldId="2147483648"/>
              <pc:sldLayoutMk cId="775367414" sldId="2147483696"/>
              <ac:spMk id="9" creationId="{A3D7ED22-F98E-C2C8-4338-C3DCEAFE0DD6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0" creationId="{0813FBF2-EE6A-7F21-DA43-BEB4A4204A34}"/>
            </ac:spMkLst>
          </pc:spChg>
          <pc:spChg chg="add mod">
            <ac:chgData name="Christian Rummey" userId="1616f22b-5705-4d11-a330-2855031cc605" providerId="ADAL" clId="{5F97B23C-B94D-4912-9497-32CCAC5D690D}" dt="2025-03-27T10:14:21.413" v="43"/>
            <ac:spMkLst>
              <pc:docMk/>
              <pc:sldMasterMk cId="1297349460" sldId="2147483648"/>
              <pc:sldLayoutMk cId="775367414" sldId="2147483696"/>
              <ac:spMk id="12" creationId="{EAF21E59-6130-9132-479A-6011AFDD62FE}"/>
            </ac:spMkLst>
          </pc:spChg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  <pc:spChg chg="add mod">
            <ac:chgData name="Christian Rummey" userId="1616f22b-5705-4d11-a330-2855031cc605" providerId="ADAL" clId="{15F4C84D-1EF1-4114-9C4D-36D8254AFF84}" dt="2025-04-14T10:50:14.983" v="3" actId="14100"/>
            <ac:spMkLst>
              <pc:docMk/>
              <pc:sldMasterMk cId="1297349460" sldId="2147483648"/>
              <pc:sldLayoutMk cId="775367414" sldId="2147483696"/>
              <ac:spMk id="2" creationId="{4070C87E-DFA1-032D-5413-84B5C0EA6962}"/>
            </ac:spMkLst>
          </pc:spChg>
          <pc:spChg chg="mod">
            <ac:chgData name="Christian Rummey" userId="1616f22b-5705-4d11-a330-2855031cc605" providerId="ADAL" clId="{15F4C84D-1EF1-4114-9C4D-36D8254AFF84}" dt="2025-04-14T10:50:04.056" v="0" actId="14100"/>
            <ac:spMkLst>
              <pc:docMk/>
              <pc:sldMasterMk cId="1297349460" sldId="2147483648"/>
              <pc:sldLayoutMk cId="775367414" sldId="2147483696"/>
              <ac:spMk id="8" creationId="{0A197C6F-4D88-488A-50DD-5D7BF6013154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2025-06-10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Created at 2025-09-14 11-11-42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0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658139" y="275658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658139" y="219458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658139" y="1632574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658139" y="1070567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179810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970220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60631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58139" y="303759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58139" y="2475584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8139" y="191357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58139" y="135157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58139" y="789564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84605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575015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365426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155836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42687" y="789564"/>
              <a:ext cx="2371231" cy="2230464"/>
            </a:xfrm>
            <a:custGeom>
              <a:avLst/>
              <a:pathLst>
                <a:path w="2371231" h="2230464">
                  <a:moveTo>
                    <a:pt x="0" y="2230464"/>
                  </a:moveTo>
                  <a:lnTo>
                    <a:pt x="79041" y="2212901"/>
                  </a:lnTo>
                  <a:lnTo>
                    <a:pt x="237123" y="2195338"/>
                  </a:lnTo>
                  <a:lnTo>
                    <a:pt x="289817" y="2177776"/>
                  </a:lnTo>
                  <a:lnTo>
                    <a:pt x="316164" y="2160213"/>
                  </a:lnTo>
                  <a:lnTo>
                    <a:pt x="474246" y="2142650"/>
                  </a:lnTo>
                  <a:lnTo>
                    <a:pt x="553287" y="2107525"/>
                  </a:lnTo>
                  <a:lnTo>
                    <a:pt x="711369" y="2072399"/>
                  </a:lnTo>
                  <a:lnTo>
                    <a:pt x="737716" y="2054837"/>
                  </a:lnTo>
                  <a:lnTo>
                    <a:pt x="764063" y="2037274"/>
                  </a:lnTo>
                  <a:lnTo>
                    <a:pt x="790410" y="1984586"/>
                  </a:lnTo>
                  <a:lnTo>
                    <a:pt x="816757" y="1967023"/>
                  </a:lnTo>
                  <a:lnTo>
                    <a:pt x="922145" y="1914335"/>
                  </a:lnTo>
                  <a:lnTo>
                    <a:pt x="948492" y="1861647"/>
                  </a:lnTo>
                  <a:lnTo>
                    <a:pt x="1001186" y="1844084"/>
                  </a:lnTo>
                  <a:lnTo>
                    <a:pt x="1027533" y="1791396"/>
                  </a:lnTo>
                  <a:lnTo>
                    <a:pt x="1080227" y="1756271"/>
                  </a:lnTo>
                  <a:lnTo>
                    <a:pt x="1106574" y="1686020"/>
                  </a:lnTo>
                  <a:lnTo>
                    <a:pt x="1132921" y="1668457"/>
                  </a:lnTo>
                  <a:lnTo>
                    <a:pt x="1159268" y="1650894"/>
                  </a:lnTo>
                  <a:lnTo>
                    <a:pt x="1185615" y="1492830"/>
                  </a:lnTo>
                  <a:lnTo>
                    <a:pt x="1238309" y="1457705"/>
                  </a:lnTo>
                  <a:lnTo>
                    <a:pt x="1264656" y="1422579"/>
                  </a:lnTo>
                  <a:lnTo>
                    <a:pt x="1291003" y="1387454"/>
                  </a:lnTo>
                  <a:lnTo>
                    <a:pt x="1317350" y="1369891"/>
                  </a:lnTo>
                  <a:lnTo>
                    <a:pt x="1343697" y="1141576"/>
                  </a:lnTo>
                  <a:lnTo>
                    <a:pt x="1370044" y="1106450"/>
                  </a:lnTo>
                  <a:lnTo>
                    <a:pt x="1396391" y="1053762"/>
                  </a:lnTo>
                  <a:lnTo>
                    <a:pt x="1422738" y="930823"/>
                  </a:lnTo>
                  <a:lnTo>
                    <a:pt x="1449085" y="895698"/>
                  </a:lnTo>
                  <a:lnTo>
                    <a:pt x="1475432" y="843010"/>
                  </a:lnTo>
                  <a:lnTo>
                    <a:pt x="1501779" y="737633"/>
                  </a:lnTo>
                  <a:lnTo>
                    <a:pt x="1528126" y="720071"/>
                  </a:lnTo>
                  <a:lnTo>
                    <a:pt x="1580820" y="684945"/>
                  </a:lnTo>
                  <a:lnTo>
                    <a:pt x="1659861" y="667383"/>
                  </a:lnTo>
                  <a:lnTo>
                    <a:pt x="1712555" y="649820"/>
                  </a:lnTo>
                  <a:lnTo>
                    <a:pt x="1738902" y="544444"/>
                  </a:lnTo>
                  <a:lnTo>
                    <a:pt x="1765249" y="509318"/>
                  </a:lnTo>
                  <a:lnTo>
                    <a:pt x="1817943" y="439067"/>
                  </a:lnTo>
                  <a:lnTo>
                    <a:pt x="1870637" y="403942"/>
                  </a:lnTo>
                  <a:lnTo>
                    <a:pt x="1896984" y="351254"/>
                  </a:lnTo>
                  <a:lnTo>
                    <a:pt x="1923332" y="298566"/>
                  </a:lnTo>
                  <a:lnTo>
                    <a:pt x="1976026" y="263440"/>
                  </a:lnTo>
                  <a:lnTo>
                    <a:pt x="2055067" y="193189"/>
                  </a:lnTo>
                  <a:lnTo>
                    <a:pt x="2107761" y="175627"/>
                  </a:lnTo>
                  <a:lnTo>
                    <a:pt x="2134108" y="158064"/>
                  </a:lnTo>
                  <a:lnTo>
                    <a:pt x="2186802" y="140501"/>
                  </a:lnTo>
                  <a:lnTo>
                    <a:pt x="2265843" y="122938"/>
                  </a:lnTo>
                  <a:lnTo>
                    <a:pt x="2292190" y="52688"/>
                  </a:lnTo>
                  <a:lnTo>
                    <a:pt x="2371231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4125" y="789564"/>
              <a:ext cx="1896984" cy="2230464"/>
            </a:xfrm>
            <a:custGeom>
              <a:avLst/>
              <a:pathLst>
                <a:path w="1896984" h="2230464">
                  <a:moveTo>
                    <a:pt x="0" y="2230464"/>
                  </a:moveTo>
                  <a:lnTo>
                    <a:pt x="79041" y="2195338"/>
                  </a:lnTo>
                  <a:lnTo>
                    <a:pt x="158082" y="2177776"/>
                  </a:lnTo>
                  <a:lnTo>
                    <a:pt x="276643" y="2125088"/>
                  </a:lnTo>
                  <a:lnTo>
                    <a:pt x="316164" y="2107525"/>
                  </a:lnTo>
                  <a:lnTo>
                    <a:pt x="355684" y="2089962"/>
                  </a:lnTo>
                  <a:lnTo>
                    <a:pt x="395205" y="2037274"/>
                  </a:lnTo>
                  <a:lnTo>
                    <a:pt x="434725" y="1984586"/>
                  </a:lnTo>
                  <a:lnTo>
                    <a:pt x="474246" y="1931898"/>
                  </a:lnTo>
                  <a:lnTo>
                    <a:pt x="513766" y="1756271"/>
                  </a:lnTo>
                  <a:lnTo>
                    <a:pt x="553287" y="1668457"/>
                  </a:lnTo>
                  <a:lnTo>
                    <a:pt x="592807" y="1545518"/>
                  </a:lnTo>
                  <a:lnTo>
                    <a:pt x="632328" y="1440142"/>
                  </a:lnTo>
                  <a:lnTo>
                    <a:pt x="671848" y="1369891"/>
                  </a:lnTo>
                  <a:lnTo>
                    <a:pt x="711369" y="1246952"/>
                  </a:lnTo>
                  <a:lnTo>
                    <a:pt x="750889" y="1194264"/>
                  </a:lnTo>
                  <a:lnTo>
                    <a:pt x="790410" y="1053762"/>
                  </a:lnTo>
                  <a:lnTo>
                    <a:pt x="829930" y="983511"/>
                  </a:lnTo>
                  <a:lnTo>
                    <a:pt x="869451" y="930823"/>
                  </a:lnTo>
                  <a:lnTo>
                    <a:pt x="908971" y="790322"/>
                  </a:lnTo>
                  <a:lnTo>
                    <a:pt x="948492" y="720071"/>
                  </a:lnTo>
                  <a:lnTo>
                    <a:pt x="988013" y="649820"/>
                  </a:lnTo>
                  <a:lnTo>
                    <a:pt x="1027533" y="632257"/>
                  </a:lnTo>
                  <a:lnTo>
                    <a:pt x="1067054" y="614694"/>
                  </a:lnTo>
                  <a:lnTo>
                    <a:pt x="1106574" y="562006"/>
                  </a:lnTo>
                  <a:lnTo>
                    <a:pt x="1146095" y="474193"/>
                  </a:lnTo>
                  <a:lnTo>
                    <a:pt x="1185615" y="421505"/>
                  </a:lnTo>
                  <a:lnTo>
                    <a:pt x="1225136" y="351254"/>
                  </a:lnTo>
                  <a:lnTo>
                    <a:pt x="1264656" y="333691"/>
                  </a:lnTo>
                  <a:lnTo>
                    <a:pt x="1304177" y="298566"/>
                  </a:lnTo>
                  <a:lnTo>
                    <a:pt x="1343697" y="228315"/>
                  </a:lnTo>
                  <a:lnTo>
                    <a:pt x="1422738" y="175627"/>
                  </a:lnTo>
                  <a:lnTo>
                    <a:pt x="1541300" y="158064"/>
                  </a:lnTo>
                  <a:lnTo>
                    <a:pt x="1580820" y="122938"/>
                  </a:lnTo>
                  <a:lnTo>
                    <a:pt x="1659861" y="105376"/>
                  </a:lnTo>
                  <a:lnTo>
                    <a:pt x="1699382" y="70250"/>
                  </a:lnTo>
                  <a:lnTo>
                    <a:pt x="1778423" y="35125"/>
                  </a:lnTo>
                  <a:lnTo>
                    <a:pt x="1857464" y="17562"/>
                  </a:lnTo>
                  <a:lnTo>
                    <a:pt x="1896984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784605" y="789564"/>
              <a:ext cx="869451" cy="2054837"/>
            </a:xfrm>
            <a:custGeom>
              <a:avLst/>
              <a:pathLst>
                <a:path w="869451" h="2054837">
                  <a:moveTo>
                    <a:pt x="0" y="2054837"/>
                  </a:moveTo>
                  <a:lnTo>
                    <a:pt x="79041" y="1598206"/>
                  </a:lnTo>
                  <a:lnTo>
                    <a:pt x="158082" y="1053762"/>
                  </a:lnTo>
                  <a:lnTo>
                    <a:pt x="237123" y="632257"/>
                  </a:lnTo>
                  <a:lnTo>
                    <a:pt x="316164" y="403942"/>
                  </a:lnTo>
                  <a:lnTo>
                    <a:pt x="395205" y="316128"/>
                  </a:lnTo>
                  <a:lnTo>
                    <a:pt x="474246" y="263440"/>
                  </a:lnTo>
                  <a:lnTo>
                    <a:pt x="553287" y="175627"/>
                  </a:lnTo>
                  <a:lnTo>
                    <a:pt x="632328" y="105376"/>
                  </a:lnTo>
                  <a:lnTo>
                    <a:pt x="711369" y="52688"/>
                  </a:lnTo>
                  <a:lnTo>
                    <a:pt x="790410" y="17562"/>
                  </a:lnTo>
                  <a:lnTo>
                    <a:pt x="869451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784605" y="789564"/>
              <a:ext cx="1738902" cy="2140121"/>
            </a:xfrm>
            <a:custGeom>
              <a:avLst/>
              <a:pathLst>
                <a:path w="1738902" h="2140121">
                  <a:moveTo>
                    <a:pt x="0" y="2140121"/>
                  </a:moveTo>
                  <a:lnTo>
                    <a:pt x="79041" y="2068184"/>
                  </a:lnTo>
                  <a:lnTo>
                    <a:pt x="118561" y="2032216"/>
                  </a:lnTo>
                  <a:lnTo>
                    <a:pt x="158082" y="1924311"/>
                  </a:lnTo>
                  <a:lnTo>
                    <a:pt x="237123" y="1744468"/>
                  </a:lnTo>
                  <a:lnTo>
                    <a:pt x="276643" y="1726484"/>
                  </a:lnTo>
                  <a:lnTo>
                    <a:pt x="316164" y="1618579"/>
                  </a:lnTo>
                  <a:lnTo>
                    <a:pt x="395205" y="1546642"/>
                  </a:lnTo>
                  <a:lnTo>
                    <a:pt x="434725" y="1528658"/>
                  </a:lnTo>
                  <a:lnTo>
                    <a:pt x="474246" y="1456721"/>
                  </a:lnTo>
                  <a:lnTo>
                    <a:pt x="513766" y="1420753"/>
                  </a:lnTo>
                  <a:lnTo>
                    <a:pt x="553287" y="1312847"/>
                  </a:lnTo>
                  <a:lnTo>
                    <a:pt x="592807" y="1294863"/>
                  </a:lnTo>
                  <a:lnTo>
                    <a:pt x="632328" y="1115021"/>
                  </a:lnTo>
                  <a:lnTo>
                    <a:pt x="671848" y="1079052"/>
                  </a:lnTo>
                  <a:lnTo>
                    <a:pt x="711369" y="935179"/>
                  </a:lnTo>
                  <a:lnTo>
                    <a:pt x="750889" y="917195"/>
                  </a:lnTo>
                  <a:lnTo>
                    <a:pt x="790410" y="827273"/>
                  </a:lnTo>
                  <a:lnTo>
                    <a:pt x="829930" y="809289"/>
                  </a:lnTo>
                  <a:lnTo>
                    <a:pt x="869451" y="701384"/>
                  </a:lnTo>
                  <a:lnTo>
                    <a:pt x="908971" y="647431"/>
                  </a:lnTo>
                  <a:lnTo>
                    <a:pt x="948492" y="593479"/>
                  </a:lnTo>
                  <a:lnTo>
                    <a:pt x="988013" y="557510"/>
                  </a:lnTo>
                  <a:lnTo>
                    <a:pt x="1027533" y="431621"/>
                  </a:lnTo>
                  <a:lnTo>
                    <a:pt x="1067054" y="395652"/>
                  </a:lnTo>
                  <a:lnTo>
                    <a:pt x="1106574" y="377668"/>
                  </a:lnTo>
                  <a:lnTo>
                    <a:pt x="1146095" y="341700"/>
                  </a:lnTo>
                  <a:lnTo>
                    <a:pt x="1185615" y="269763"/>
                  </a:lnTo>
                  <a:lnTo>
                    <a:pt x="1225136" y="251779"/>
                  </a:lnTo>
                  <a:lnTo>
                    <a:pt x="1264656" y="197826"/>
                  </a:lnTo>
                  <a:lnTo>
                    <a:pt x="1304177" y="161857"/>
                  </a:lnTo>
                  <a:lnTo>
                    <a:pt x="1343697" y="125889"/>
                  </a:lnTo>
                  <a:lnTo>
                    <a:pt x="1422738" y="89921"/>
                  </a:lnTo>
                  <a:lnTo>
                    <a:pt x="1462259" y="53952"/>
                  </a:lnTo>
                  <a:lnTo>
                    <a:pt x="1541300" y="35968"/>
                  </a:lnTo>
                  <a:lnTo>
                    <a:pt x="1580820" y="17984"/>
                  </a:lnTo>
                  <a:lnTo>
                    <a:pt x="1738902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658139" y="5820275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58139" y="525826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58139" y="469626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58139" y="4134255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156563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900478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44394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388310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658139" y="610127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58139" y="5539272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658139" y="4977265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58139" y="441525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658139" y="385325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784605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1528520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272436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016352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58996" y="3853251"/>
              <a:ext cx="2454921" cy="2135625"/>
            </a:xfrm>
            <a:custGeom>
              <a:avLst/>
              <a:pathLst>
                <a:path w="2454921" h="2135625">
                  <a:moveTo>
                    <a:pt x="0" y="2135625"/>
                  </a:moveTo>
                  <a:lnTo>
                    <a:pt x="272769" y="2023224"/>
                  </a:lnTo>
                  <a:lnTo>
                    <a:pt x="421552" y="1910822"/>
                  </a:lnTo>
                  <a:lnTo>
                    <a:pt x="570335" y="1798421"/>
                  </a:lnTo>
                  <a:lnTo>
                    <a:pt x="644726" y="1686020"/>
                  </a:lnTo>
                  <a:lnTo>
                    <a:pt x="694321" y="1573618"/>
                  </a:lnTo>
                  <a:lnTo>
                    <a:pt x="743915" y="1461217"/>
                  </a:lnTo>
                  <a:lnTo>
                    <a:pt x="793510" y="1348816"/>
                  </a:lnTo>
                  <a:lnTo>
                    <a:pt x="818307" y="1236414"/>
                  </a:lnTo>
                  <a:lnTo>
                    <a:pt x="867901" y="1124013"/>
                  </a:lnTo>
                  <a:lnTo>
                    <a:pt x="1041481" y="899210"/>
                  </a:lnTo>
                  <a:lnTo>
                    <a:pt x="1413439" y="786809"/>
                  </a:lnTo>
                  <a:lnTo>
                    <a:pt x="1636614" y="674408"/>
                  </a:lnTo>
                  <a:lnTo>
                    <a:pt x="1785397" y="562006"/>
                  </a:lnTo>
                  <a:lnTo>
                    <a:pt x="2008572" y="449605"/>
                  </a:lnTo>
                  <a:lnTo>
                    <a:pt x="2157355" y="337204"/>
                  </a:lnTo>
                  <a:lnTo>
                    <a:pt x="2231747" y="112401"/>
                  </a:lnTo>
                  <a:lnTo>
                    <a:pt x="2454921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58996" y="3853251"/>
              <a:ext cx="1673810" cy="2023224"/>
            </a:xfrm>
            <a:custGeom>
              <a:avLst/>
              <a:pathLst>
                <a:path w="1673810" h="2023224">
                  <a:moveTo>
                    <a:pt x="0" y="2023224"/>
                  </a:moveTo>
                  <a:lnTo>
                    <a:pt x="260370" y="1910822"/>
                  </a:lnTo>
                  <a:lnTo>
                    <a:pt x="297566" y="1798421"/>
                  </a:lnTo>
                  <a:lnTo>
                    <a:pt x="371957" y="1686020"/>
                  </a:lnTo>
                  <a:lnTo>
                    <a:pt x="446349" y="1573618"/>
                  </a:lnTo>
                  <a:lnTo>
                    <a:pt x="483545" y="1461217"/>
                  </a:lnTo>
                  <a:lnTo>
                    <a:pt x="520740" y="1348816"/>
                  </a:lnTo>
                  <a:lnTo>
                    <a:pt x="557936" y="1236414"/>
                  </a:lnTo>
                  <a:lnTo>
                    <a:pt x="595132" y="1011612"/>
                  </a:lnTo>
                  <a:lnTo>
                    <a:pt x="706719" y="899210"/>
                  </a:lnTo>
                  <a:lnTo>
                    <a:pt x="818307" y="674408"/>
                  </a:lnTo>
                  <a:lnTo>
                    <a:pt x="1115873" y="562006"/>
                  </a:lnTo>
                  <a:lnTo>
                    <a:pt x="1227460" y="449605"/>
                  </a:lnTo>
                  <a:lnTo>
                    <a:pt x="1301852" y="337204"/>
                  </a:lnTo>
                  <a:lnTo>
                    <a:pt x="1376244" y="224802"/>
                  </a:lnTo>
                  <a:lnTo>
                    <a:pt x="1450635" y="112401"/>
                  </a:lnTo>
                  <a:lnTo>
                    <a:pt x="1673810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84605" y="3853251"/>
              <a:ext cx="818307" cy="1910822"/>
            </a:xfrm>
            <a:custGeom>
              <a:avLst/>
              <a:pathLst>
                <a:path w="818307" h="1910822">
                  <a:moveTo>
                    <a:pt x="0" y="1910822"/>
                  </a:moveTo>
                  <a:lnTo>
                    <a:pt x="74391" y="1798421"/>
                  </a:lnTo>
                  <a:lnTo>
                    <a:pt x="148783" y="1461217"/>
                  </a:lnTo>
                  <a:lnTo>
                    <a:pt x="223174" y="899210"/>
                  </a:lnTo>
                  <a:lnTo>
                    <a:pt x="297566" y="786809"/>
                  </a:lnTo>
                  <a:lnTo>
                    <a:pt x="371957" y="674408"/>
                  </a:lnTo>
                  <a:lnTo>
                    <a:pt x="520740" y="449605"/>
                  </a:lnTo>
                  <a:lnTo>
                    <a:pt x="669524" y="224802"/>
                  </a:lnTo>
                  <a:lnTo>
                    <a:pt x="743915" y="112401"/>
                  </a:lnTo>
                  <a:lnTo>
                    <a:pt x="818307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58996" y="3853251"/>
              <a:ext cx="1264656" cy="2023224"/>
            </a:xfrm>
            <a:custGeom>
              <a:avLst/>
              <a:pathLst>
                <a:path w="1264656" h="2023224">
                  <a:moveTo>
                    <a:pt x="0" y="2023224"/>
                  </a:moveTo>
                  <a:lnTo>
                    <a:pt x="37195" y="1910822"/>
                  </a:lnTo>
                  <a:lnTo>
                    <a:pt x="74391" y="1686020"/>
                  </a:lnTo>
                  <a:lnTo>
                    <a:pt x="223174" y="1573618"/>
                  </a:lnTo>
                  <a:lnTo>
                    <a:pt x="297566" y="1461217"/>
                  </a:lnTo>
                  <a:lnTo>
                    <a:pt x="371957" y="1348816"/>
                  </a:lnTo>
                  <a:lnTo>
                    <a:pt x="520740" y="1124013"/>
                  </a:lnTo>
                  <a:lnTo>
                    <a:pt x="595132" y="1011612"/>
                  </a:lnTo>
                  <a:lnTo>
                    <a:pt x="669524" y="786809"/>
                  </a:lnTo>
                  <a:lnTo>
                    <a:pt x="743915" y="674408"/>
                  </a:lnTo>
                  <a:lnTo>
                    <a:pt x="892698" y="562006"/>
                  </a:lnTo>
                  <a:lnTo>
                    <a:pt x="1041481" y="337204"/>
                  </a:lnTo>
                  <a:lnTo>
                    <a:pt x="1115873" y="224802"/>
                  </a:lnTo>
                  <a:lnTo>
                    <a:pt x="1190265" y="112401"/>
                  </a:lnTo>
                  <a:lnTo>
                    <a:pt x="1264656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3541604" y="275658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541604" y="219458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3541604" y="1632574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541604" y="1070567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104158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976335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848512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541604" y="303759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541604" y="2475584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541604" y="191357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541604" y="135157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541604" y="789564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668070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4540247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412424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6284601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784360" y="789564"/>
              <a:ext cx="2413023" cy="2023224"/>
            </a:xfrm>
            <a:custGeom>
              <a:avLst/>
              <a:pathLst>
                <a:path w="2413023" h="2023224">
                  <a:moveTo>
                    <a:pt x="0" y="2023224"/>
                  </a:moveTo>
                  <a:lnTo>
                    <a:pt x="1250120" y="1798421"/>
                  </a:lnTo>
                  <a:lnTo>
                    <a:pt x="1279192" y="1573618"/>
                  </a:lnTo>
                  <a:lnTo>
                    <a:pt x="1366410" y="1348816"/>
                  </a:lnTo>
                  <a:lnTo>
                    <a:pt x="1453628" y="1124013"/>
                  </a:lnTo>
                  <a:lnTo>
                    <a:pt x="2064152" y="899210"/>
                  </a:lnTo>
                  <a:lnTo>
                    <a:pt x="2122297" y="674408"/>
                  </a:lnTo>
                  <a:lnTo>
                    <a:pt x="2238587" y="449605"/>
                  </a:lnTo>
                  <a:lnTo>
                    <a:pt x="2325805" y="224802"/>
                  </a:lnTo>
                  <a:lnTo>
                    <a:pt x="2413023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755288" y="789564"/>
              <a:ext cx="1569918" cy="2023224"/>
            </a:xfrm>
            <a:custGeom>
              <a:avLst/>
              <a:pathLst>
                <a:path w="1569918" h="2023224">
                  <a:moveTo>
                    <a:pt x="0" y="2023224"/>
                  </a:moveTo>
                  <a:lnTo>
                    <a:pt x="566915" y="1798421"/>
                  </a:lnTo>
                  <a:lnTo>
                    <a:pt x="784959" y="1348816"/>
                  </a:lnTo>
                  <a:lnTo>
                    <a:pt x="1046612" y="1124013"/>
                  </a:lnTo>
                  <a:lnTo>
                    <a:pt x="1177438" y="899210"/>
                  </a:lnTo>
                  <a:lnTo>
                    <a:pt x="1221047" y="449605"/>
                  </a:lnTo>
                  <a:lnTo>
                    <a:pt x="1439092" y="224802"/>
                  </a:lnTo>
                  <a:lnTo>
                    <a:pt x="1569918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668070" y="789564"/>
              <a:ext cx="784959" cy="2023224"/>
            </a:xfrm>
            <a:custGeom>
              <a:avLst/>
              <a:pathLst>
                <a:path w="784959" h="2023224">
                  <a:moveTo>
                    <a:pt x="0" y="2023224"/>
                  </a:moveTo>
                  <a:lnTo>
                    <a:pt x="174435" y="1573618"/>
                  </a:lnTo>
                  <a:lnTo>
                    <a:pt x="261653" y="1348816"/>
                  </a:lnTo>
                  <a:lnTo>
                    <a:pt x="436088" y="899210"/>
                  </a:lnTo>
                  <a:lnTo>
                    <a:pt x="523306" y="449605"/>
                  </a:lnTo>
                  <a:lnTo>
                    <a:pt x="610523" y="224802"/>
                  </a:lnTo>
                  <a:lnTo>
                    <a:pt x="784959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929723" y="789564"/>
              <a:ext cx="784959" cy="2023224"/>
            </a:xfrm>
            <a:custGeom>
              <a:avLst/>
              <a:pathLst>
                <a:path w="784959" h="2023224">
                  <a:moveTo>
                    <a:pt x="0" y="2023224"/>
                  </a:moveTo>
                  <a:lnTo>
                    <a:pt x="87217" y="1798421"/>
                  </a:lnTo>
                  <a:lnTo>
                    <a:pt x="261653" y="1573618"/>
                  </a:lnTo>
                  <a:lnTo>
                    <a:pt x="348870" y="1348816"/>
                  </a:lnTo>
                  <a:lnTo>
                    <a:pt x="436088" y="1124013"/>
                  </a:lnTo>
                  <a:lnTo>
                    <a:pt x="523306" y="449605"/>
                  </a:lnTo>
                  <a:lnTo>
                    <a:pt x="784959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541604" y="5820275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541604" y="525826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541604" y="469626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541604" y="4134255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4063275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853686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5644096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541604" y="610127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541604" y="5539272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541604" y="4977265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541604" y="441525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541604" y="385325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668070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4458480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248891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039301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668070" y="3853251"/>
              <a:ext cx="2529313" cy="2177776"/>
            </a:xfrm>
            <a:custGeom>
              <a:avLst/>
              <a:pathLst>
                <a:path w="2529313" h="2177776">
                  <a:moveTo>
                    <a:pt x="0" y="2177776"/>
                  </a:moveTo>
                  <a:lnTo>
                    <a:pt x="368858" y="2107525"/>
                  </a:lnTo>
                  <a:lnTo>
                    <a:pt x="395205" y="1967023"/>
                  </a:lnTo>
                  <a:lnTo>
                    <a:pt x="474246" y="1896772"/>
                  </a:lnTo>
                  <a:lnTo>
                    <a:pt x="658675" y="1826521"/>
                  </a:lnTo>
                  <a:lnTo>
                    <a:pt x="895798" y="1756271"/>
                  </a:lnTo>
                  <a:lnTo>
                    <a:pt x="948492" y="1686020"/>
                  </a:lnTo>
                  <a:lnTo>
                    <a:pt x="1027533" y="1615769"/>
                  </a:lnTo>
                  <a:lnTo>
                    <a:pt x="1053880" y="1545518"/>
                  </a:lnTo>
                  <a:lnTo>
                    <a:pt x="1106574" y="1405016"/>
                  </a:lnTo>
                  <a:lnTo>
                    <a:pt x="1159268" y="1334766"/>
                  </a:lnTo>
                  <a:lnTo>
                    <a:pt x="1185615" y="1194264"/>
                  </a:lnTo>
                  <a:lnTo>
                    <a:pt x="1317350" y="1124013"/>
                  </a:lnTo>
                  <a:lnTo>
                    <a:pt x="1422738" y="843010"/>
                  </a:lnTo>
                  <a:lnTo>
                    <a:pt x="1501779" y="772759"/>
                  </a:lnTo>
                  <a:lnTo>
                    <a:pt x="1580820" y="632257"/>
                  </a:lnTo>
                  <a:lnTo>
                    <a:pt x="1607167" y="562006"/>
                  </a:lnTo>
                  <a:lnTo>
                    <a:pt x="1659861" y="491755"/>
                  </a:lnTo>
                  <a:lnTo>
                    <a:pt x="1738902" y="421505"/>
                  </a:lnTo>
                  <a:lnTo>
                    <a:pt x="1870637" y="351254"/>
                  </a:lnTo>
                  <a:lnTo>
                    <a:pt x="2055067" y="281003"/>
                  </a:lnTo>
                  <a:lnTo>
                    <a:pt x="2213149" y="210752"/>
                  </a:lnTo>
                  <a:lnTo>
                    <a:pt x="2502966" y="140501"/>
                  </a:lnTo>
                  <a:lnTo>
                    <a:pt x="2529313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786631" y="3853251"/>
              <a:ext cx="2015546" cy="2107525"/>
            </a:xfrm>
            <a:custGeom>
              <a:avLst/>
              <a:pathLst>
                <a:path w="2015546" h="2107525">
                  <a:moveTo>
                    <a:pt x="0" y="2107525"/>
                  </a:moveTo>
                  <a:lnTo>
                    <a:pt x="79041" y="2037274"/>
                  </a:lnTo>
                  <a:lnTo>
                    <a:pt x="237123" y="1896772"/>
                  </a:lnTo>
                  <a:lnTo>
                    <a:pt x="276643" y="1826521"/>
                  </a:lnTo>
                  <a:lnTo>
                    <a:pt x="316164" y="1756271"/>
                  </a:lnTo>
                  <a:lnTo>
                    <a:pt x="355684" y="1686020"/>
                  </a:lnTo>
                  <a:lnTo>
                    <a:pt x="434725" y="1615769"/>
                  </a:lnTo>
                  <a:lnTo>
                    <a:pt x="513766" y="1475267"/>
                  </a:lnTo>
                  <a:lnTo>
                    <a:pt x="671848" y="1264515"/>
                  </a:lnTo>
                  <a:lnTo>
                    <a:pt x="750889" y="1124013"/>
                  </a:lnTo>
                  <a:lnTo>
                    <a:pt x="829930" y="1053762"/>
                  </a:lnTo>
                  <a:lnTo>
                    <a:pt x="869451" y="983511"/>
                  </a:lnTo>
                  <a:lnTo>
                    <a:pt x="908971" y="843010"/>
                  </a:lnTo>
                  <a:lnTo>
                    <a:pt x="1027533" y="772759"/>
                  </a:lnTo>
                  <a:lnTo>
                    <a:pt x="1067054" y="632257"/>
                  </a:lnTo>
                  <a:lnTo>
                    <a:pt x="1106574" y="491755"/>
                  </a:lnTo>
                  <a:lnTo>
                    <a:pt x="1146095" y="351254"/>
                  </a:lnTo>
                  <a:lnTo>
                    <a:pt x="1383218" y="281003"/>
                  </a:lnTo>
                  <a:lnTo>
                    <a:pt x="1422738" y="210752"/>
                  </a:lnTo>
                  <a:lnTo>
                    <a:pt x="1857464" y="140501"/>
                  </a:lnTo>
                  <a:lnTo>
                    <a:pt x="1976026" y="70250"/>
                  </a:lnTo>
                  <a:lnTo>
                    <a:pt x="2015546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668070" y="3853251"/>
              <a:ext cx="948492" cy="1826521"/>
            </a:xfrm>
            <a:custGeom>
              <a:avLst/>
              <a:pathLst>
                <a:path w="948492" h="1826521">
                  <a:moveTo>
                    <a:pt x="0" y="1826521"/>
                  </a:moveTo>
                  <a:lnTo>
                    <a:pt x="79041" y="1686020"/>
                  </a:lnTo>
                  <a:lnTo>
                    <a:pt x="158082" y="1475267"/>
                  </a:lnTo>
                  <a:lnTo>
                    <a:pt x="237123" y="1053762"/>
                  </a:lnTo>
                  <a:lnTo>
                    <a:pt x="316164" y="702508"/>
                  </a:lnTo>
                  <a:lnTo>
                    <a:pt x="395205" y="491755"/>
                  </a:lnTo>
                  <a:lnTo>
                    <a:pt x="474246" y="351254"/>
                  </a:lnTo>
                  <a:lnTo>
                    <a:pt x="553287" y="281003"/>
                  </a:lnTo>
                  <a:lnTo>
                    <a:pt x="632328" y="210752"/>
                  </a:lnTo>
                  <a:lnTo>
                    <a:pt x="869451" y="140501"/>
                  </a:lnTo>
                  <a:lnTo>
                    <a:pt x="948492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668070" y="3853251"/>
              <a:ext cx="1817943" cy="2030476"/>
            </a:xfrm>
            <a:custGeom>
              <a:avLst/>
              <a:pathLst>
                <a:path w="1817943" h="2030476">
                  <a:moveTo>
                    <a:pt x="0" y="2030476"/>
                  </a:moveTo>
                  <a:lnTo>
                    <a:pt x="79041" y="1885442"/>
                  </a:lnTo>
                  <a:lnTo>
                    <a:pt x="158082" y="1740408"/>
                  </a:lnTo>
                  <a:lnTo>
                    <a:pt x="237123" y="1522857"/>
                  </a:lnTo>
                  <a:lnTo>
                    <a:pt x="395205" y="1450340"/>
                  </a:lnTo>
                  <a:lnTo>
                    <a:pt x="474246" y="1232789"/>
                  </a:lnTo>
                  <a:lnTo>
                    <a:pt x="553287" y="1087755"/>
                  </a:lnTo>
                  <a:lnTo>
                    <a:pt x="592807" y="1015238"/>
                  </a:lnTo>
                  <a:lnTo>
                    <a:pt x="671848" y="942721"/>
                  </a:lnTo>
                  <a:lnTo>
                    <a:pt x="711369" y="652653"/>
                  </a:lnTo>
                  <a:lnTo>
                    <a:pt x="790410" y="580136"/>
                  </a:lnTo>
                  <a:lnTo>
                    <a:pt x="829930" y="507619"/>
                  </a:lnTo>
                  <a:lnTo>
                    <a:pt x="948492" y="435102"/>
                  </a:lnTo>
                  <a:lnTo>
                    <a:pt x="1027533" y="362585"/>
                  </a:lnTo>
                  <a:lnTo>
                    <a:pt x="1106574" y="290068"/>
                  </a:lnTo>
                  <a:lnTo>
                    <a:pt x="1185615" y="217551"/>
                  </a:lnTo>
                  <a:lnTo>
                    <a:pt x="1422738" y="145034"/>
                  </a:lnTo>
                  <a:lnTo>
                    <a:pt x="1817943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6425069" y="275658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6425069" y="219458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6425069" y="1632574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6425069" y="1070567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973087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816192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659296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6425069" y="303759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6425069" y="2475584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6425069" y="191357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6425069" y="135157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6425069" y="789564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6551535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7394639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237744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9080848" y="678041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6551535" y="789564"/>
              <a:ext cx="2529313" cy="2170508"/>
            </a:xfrm>
            <a:custGeom>
              <a:avLst/>
              <a:pathLst>
                <a:path w="2529313" h="2170508">
                  <a:moveTo>
                    <a:pt x="0" y="2170508"/>
                  </a:moveTo>
                  <a:lnTo>
                    <a:pt x="28103" y="2092990"/>
                  </a:lnTo>
                  <a:lnTo>
                    <a:pt x="168620" y="1937954"/>
                  </a:lnTo>
                  <a:lnTo>
                    <a:pt x="224827" y="1860436"/>
                  </a:lnTo>
                  <a:lnTo>
                    <a:pt x="505862" y="1705399"/>
                  </a:lnTo>
                  <a:lnTo>
                    <a:pt x="562069" y="1627881"/>
                  </a:lnTo>
                  <a:lnTo>
                    <a:pt x="590173" y="1550363"/>
                  </a:lnTo>
                  <a:lnTo>
                    <a:pt x="730690" y="1472845"/>
                  </a:lnTo>
                  <a:lnTo>
                    <a:pt x="758793" y="1395327"/>
                  </a:lnTo>
                  <a:lnTo>
                    <a:pt x="815000" y="1317808"/>
                  </a:lnTo>
                  <a:lnTo>
                    <a:pt x="927414" y="1240290"/>
                  </a:lnTo>
                  <a:lnTo>
                    <a:pt x="955518" y="1162772"/>
                  </a:lnTo>
                  <a:lnTo>
                    <a:pt x="983621" y="1085254"/>
                  </a:lnTo>
                  <a:lnTo>
                    <a:pt x="1011725" y="775181"/>
                  </a:lnTo>
                  <a:lnTo>
                    <a:pt x="1067932" y="697663"/>
                  </a:lnTo>
                  <a:lnTo>
                    <a:pt x="1152242" y="542627"/>
                  </a:lnTo>
                  <a:lnTo>
                    <a:pt x="1320863" y="465109"/>
                  </a:lnTo>
                  <a:lnTo>
                    <a:pt x="1433277" y="310072"/>
                  </a:lnTo>
                  <a:lnTo>
                    <a:pt x="1517587" y="232554"/>
                  </a:lnTo>
                  <a:lnTo>
                    <a:pt x="1686208" y="155036"/>
                  </a:lnTo>
                  <a:lnTo>
                    <a:pt x="2192071" y="77518"/>
                  </a:lnTo>
                  <a:lnTo>
                    <a:pt x="2529313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551535" y="789564"/>
              <a:ext cx="1391122" cy="2015472"/>
            </a:xfrm>
            <a:custGeom>
              <a:avLst/>
              <a:pathLst>
                <a:path w="1391122" h="2015472">
                  <a:moveTo>
                    <a:pt x="0" y="2015472"/>
                  </a:moveTo>
                  <a:lnTo>
                    <a:pt x="42155" y="1937954"/>
                  </a:lnTo>
                  <a:lnTo>
                    <a:pt x="84310" y="1860436"/>
                  </a:lnTo>
                  <a:lnTo>
                    <a:pt x="210776" y="1627881"/>
                  </a:lnTo>
                  <a:lnTo>
                    <a:pt x="252931" y="1550363"/>
                  </a:lnTo>
                  <a:lnTo>
                    <a:pt x="295086" y="1317808"/>
                  </a:lnTo>
                  <a:lnTo>
                    <a:pt x="337241" y="1240290"/>
                  </a:lnTo>
                  <a:lnTo>
                    <a:pt x="379396" y="1085254"/>
                  </a:lnTo>
                  <a:lnTo>
                    <a:pt x="421552" y="1007736"/>
                  </a:lnTo>
                  <a:lnTo>
                    <a:pt x="463707" y="852699"/>
                  </a:lnTo>
                  <a:lnTo>
                    <a:pt x="548017" y="775181"/>
                  </a:lnTo>
                  <a:lnTo>
                    <a:pt x="590173" y="697663"/>
                  </a:lnTo>
                  <a:lnTo>
                    <a:pt x="632328" y="620145"/>
                  </a:lnTo>
                  <a:lnTo>
                    <a:pt x="674483" y="542627"/>
                  </a:lnTo>
                  <a:lnTo>
                    <a:pt x="716638" y="387590"/>
                  </a:lnTo>
                  <a:lnTo>
                    <a:pt x="758793" y="155036"/>
                  </a:lnTo>
                  <a:lnTo>
                    <a:pt x="927414" y="77518"/>
                  </a:lnTo>
                  <a:lnTo>
                    <a:pt x="1391122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6551535" y="789564"/>
              <a:ext cx="505862" cy="1395327"/>
            </a:xfrm>
            <a:custGeom>
              <a:avLst/>
              <a:pathLst>
                <a:path w="505862" h="1395327">
                  <a:moveTo>
                    <a:pt x="0" y="1395327"/>
                  </a:moveTo>
                  <a:lnTo>
                    <a:pt x="84310" y="697663"/>
                  </a:lnTo>
                  <a:lnTo>
                    <a:pt x="168620" y="310072"/>
                  </a:lnTo>
                  <a:lnTo>
                    <a:pt x="252931" y="155036"/>
                  </a:lnTo>
                  <a:lnTo>
                    <a:pt x="337241" y="77518"/>
                  </a:lnTo>
                  <a:lnTo>
                    <a:pt x="505862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551535" y="789564"/>
              <a:ext cx="1517587" cy="2092990"/>
            </a:xfrm>
            <a:custGeom>
              <a:avLst/>
              <a:pathLst>
                <a:path w="1517587" h="2092990">
                  <a:moveTo>
                    <a:pt x="0" y="2092990"/>
                  </a:moveTo>
                  <a:lnTo>
                    <a:pt x="42155" y="2015472"/>
                  </a:lnTo>
                  <a:lnTo>
                    <a:pt x="84310" y="1937954"/>
                  </a:lnTo>
                  <a:lnTo>
                    <a:pt x="126465" y="1860436"/>
                  </a:lnTo>
                  <a:lnTo>
                    <a:pt x="168620" y="1705399"/>
                  </a:lnTo>
                  <a:lnTo>
                    <a:pt x="210776" y="1550363"/>
                  </a:lnTo>
                  <a:lnTo>
                    <a:pt x="252931" y="1472845"/>
                  </a:lnTo>
                  <a:lnTo>
                    <a:pt x="337241" y="1395327"/>
                  </a:lnTo>
                  <a:lnTo>
                    <a:pt x="463707" y="1317808"/>
                  </a:lnTo>
                  <a:lnTo>
                    <a:pt x="505862" y="1007736"/>
                  </a:lnTo>
                  <a:lnTo>
                    <a:pt x="590173" y="930218"/>
                  </a:lnTo>
                  <a:lnTo>
                    <a:pt x="632328" y="852699"/>
                  </a:lnTo>
                  <a:lnTo>
                    <a:pt x="758793" y="697663"/>
                  </a:lnTo>
                  <a:lnTo>
                    <a:pt x="843104" y="542627"/>
                  </a:lnTo>
                  <a:lnTo>
                    <a:pt x="885259" y="465109"/>
                  </a:lnTo>
                  <a:lnTo>
                    <a:pt x="1053880" y="310072"/>
                  </a:lnTo>
                  <a:lnTo>
                    <a:pt x="1348967" y="232554"/>
                  </a:lnTo>
                  <a:lnTo>
                    <a:pt x="1391122" y="155036"/>
                  </a:lnTo>
                  <a:lnTo>
                    <a:pt x="1517587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425069" y="5820275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425069" y="525826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425069" y="469626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25069" y="4134255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923493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7667409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411324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9155240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6425069" y="610127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6425069" y="5539272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6425069" y="4977265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6425069" y="441525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6425069" y="385325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6551535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7295451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039366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783282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625927" y="3853251"/>
              <a:ext cx="2454921" cy="2193197"/>
            </a:xfrm>
            <a:custGeom>
              <a:avLst/>
              <a:pathLst>
                <a:path w="2454921" h="2193197">
                  <a:moveTo>
                    <a:pt x="0" y="2193197"/>
                  </a:moveTo>
                  <a:lnTo>
                    <a:pt x="74391" y="2138367"/>
                  </a:lnTo>
                  <a:lnTo>
                    <a:pt x="99188" y="2083537"/>
                  </a:lnTo>
                  <a:lnTo>
                    <a:pt x="148783" y="2028707"/>
                  </a:lnTo>
                  <a:lnTo>
                    <a:pt x="223174" y="1973877"/>
                  </a:lnTo>
                  <a:lnTo>
                    <a:pt x="545538" y="1864217"/>
                  </a:lnTo>
                  <a:lnTo>
                    <a:pt x="595132" y="1809387"/>
                  </a:lnTo>
                  <a:lnTo>
                    <a:pt x="669524" y="1699727"/>
                  </a:lnTo>
                  <a:lnTo>
                    <a:pt x="743915" y="1644897"/>
                  </a:lnTo>
                  <a:lnTo>
                    <a:pt x="818307" y="1535237"/>
                  </a:lnTo>
                  <a:lnTo>
                    <a:pt x="892698" y="1480408"/>
                  </a:lnTo>
                  <a:lnTo>
                    <a:pt x="967090" y="1425578"/>
                  </a:lnTo>
                  <a:lnTo>
                    <a:pt x="1016684" y="1370748"/>
                  </a:lnTo>
                  <a:lnTo>
                    <a:pt x="1041481" y="1261088"/>
                  </a:lnTo>
                  <a:lnTo>
                    <a:pt x="1115873" y="1151428"/>
                  </a:lnTo>
                  <a:lnTo>
                    <a:pt x="1190265" y="1096598"/>
                  </a:lnTo>
                  <a:lnTo>
                    <a:pt x="1264656" y="1041768"/>
                  </a:lnTo>
                  <a:lnTo>
                    <a:pt x="1289453" y="986938"/>
                  </a:lnTo>
                  <a:lnTo>
                    <a:pt x="1363845" y="932108"/>
                  </a:lnTo>
                  <a:lnTo>
                    <a:pt x="1413439" y="822448"/>
                  </a:lnTo>
                  <a:lnTo>
                    <a:pt x="1463034" y="767618"/>
                  </a:lnTo>
                  <a:lnTo>
                    <a:pt x="1487831" y="712789"/>
                  </a:lnTo>
                  <a:lnTo>
                    <a:pt x="1636614" y="657959"/>
                  </a:lnTo>
                  <a:lnTo>
                    <a:pt x="1711006" y="548299"/>
                  </a:lnTo>
                  <a:lnTo>
                    <a:pt x="1785397" y="493469"/>
                  </a:lnTo>
                  <a:lnTo>
                    <a:pt x="1884586" y="438639"/>
                  </a:lnTo>
                  <a:lnTo>
                    <a:pt x="1934180" y="383809"/>
                  </a:lnTo>
                  <a:lnTo>
                    <a:pt x="1983775" y="328979"/>
                  </a:lnTo>
                  <a:lnTo>
                    <a:pt x="2008572" y="164489"/>
                  </a:lnTo>
                  <a:lnTo>
                    <a:pt x="2082963" y="109659"/>
                  </a:lnTo>
                  <a:lnTo>
                    <a:pt x="2306138" y="54829"/>
                  </a:lnTo>
                  <a:lnTo>
                    <a:pt x="2454921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51535" y="3853251"/>
              <a:ext cx="2045768" cy="2193197"/>
            </a:xfrm>
            <a:custGeom>
              <a:avLst/>
              <a:pathLst>
                <a:path w="2045768" h="2193197">
                  <a:moveTo>
                    <a:pt x="0" y="2193197"/>
                  </a:moveTo>
                  <a:lnTo>
                    <a:pt x="74391" y="2138367"/>
                  </a:lnTo>
                  <a:lnTo>
                    <a:pt x="223174" y="2083537"/>
                  </a:lnTo>
                  <a:lnTo>
                    <a:pt x="297566" y="1973877"/>
                  </a:lnTo>
                  <a:lnTo>
                    <a:pt x="334762" y="1919047"/>
                  </a:lnTo>
                  <a:lnTo>
                    <a:pt x="409153" y="1754557"/>
                  </a:lnTo>
                  <a:lnTo>
                    <a:pt x="446349" y="1699727"/>
                  </a:lnTo>
                  <a:lnTo>
                    <a:pt x="483545" y="1644897"/>
                  </a:lnTo>
                  <a:lnTo>
                    <a:pt x="520740" y="1590067"/>
                  </a:lnTo>
                  <a:lnTo>
                    <a:pt x="557936" y="1535237"/>
                  </a:lnTo>
                  <a:lnTo>
                    <a:pt x="632328" y="1480408"/>
                  </a:lnTo>
                  <a:lnTo>
                    <a:pt x="669524" y="1425578"/>
                  </a:lnTo>
                  <a:lnTo>
                    <a:pt x="743915" y="1261088"/>
                  </a:lnTo>
                  <a:lnTo>
                    <a:pt x="855503" y="1206258"/>
                  </a:lnTo>
                  <a:lnTo>
                    <a:pt x="892698" y="1151428"/>
                  </a:lnTo>
                  <a:lnTo>
                    <a:pt x="929894" y="1096598"/>
                  </a:lnTo>
                  <a:lnTo>
                    <a:pt x="967090" y="1041768"/>
                  </a:lnTo>
                  <a:lnTo>
                    <a:pt x="1004286" y="877278"/>
                  </a:lnTo>
                  <a:lnTo>
                    <a:pt x="1041481" y="822448"/>
                  </a:lnTo>
                  <a:lnTo>
                    <a:pt x="1078677" y="712789"/>
                  </a:lnTo>
                  <a:lnTo>
                    <a:pt x="1153069" y="657959"/>
                  </a:lnTo>
                  <a:lnTo>
                    <a:pt x="1190265" y="548299"/>
                  </a:lnTo>
                  <a:lnTo>
                    <a:pt x="1227460" y="438639"/>
                  </a:lnTo>
                  <a:lnTo>
                    <a:pt x="1264656" y="383809"/>
                  </a:lnTo>
                  <a:lnTo>
                    <a:pt x="1339048" y="328979"/>
                  </a:lnTo>
                  <a:lnTo>
                    <a:pt x="1376244" y="274149"/>
                  </a:lnTo>
                  <a:lnTo>
                    <a:pt x="1487831" y="164489"/>
                  </a:lnTo>
                  <a:lnTo>
                    <a:pt x="1711006" y="54829"/>
                  </a:lnTo>
                  <a:lnTo>
                    <a:pt x="2045768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51535" y="3853251"/>
              <a:ext cx="967090" cy="1973877"/>
            </a:xfrm>
            <a:custGeom>
              <a:avLst/>
              <a:pathLst>
                <a:path w="967090" h="1973877">
                  <a:moveTo>
                    <a:pt x="0" y="1973877"/>
                  </a:moveTo>
                  <a:lnTo>
                    <a:pt x="74391" y="1699727"/>
                  </a:lnTo>
                  <a:lnTo>
                    <a:pt x="148783" y="1590067"/>
                  </a:lnTo>
                  <a:lnTo>
                    <a:pt x="223174" y="1151428"/>
                  </a:lnTo>
                  <a:lnTo>
                    <a:pt x="297566" y="986938"/>
                  </a:lnTo>
                  <a:lnTo>
                    <a:pt x="371957" y="548299"/>
                  </a:lnTo>
                  <a:lnTo>
                    <a:pt x="446349" y="438639"/>
                  </a:lnTo>
                  <a:lnTo>
                    <a:pt x="520740" y="383809"/>
                  </a:lnTo>
                  <a:lnTo>
                    <a:pt x="595132" y="219319"/>
                  </a:lnTo>
                  <a:lnTo>
                    <a:pt x="669524" y="109659"/>
                  </a:lnTo>
                  <a:lnTo>
                    <a:pt x="743915" y="54829"/>
                  </a:lnTo>
                  <a:lnTo>
                    <a:pt x="967090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551535" y="3853251"/>
              <a:ext cx="1450635" cy="2188868"/>
            </a:xfrm>
            <a:custGeom>
              <a:avLst/>
              <a:pathLst>
                <a:path w="1450635" h="2188868">
                  <a:moveTo>
                    <a:pt x="0" y="2188868"/>
                  </a:moveTo>
                  <a:lnTo>
                    <a:pt x="74391" y="2070551"/>
                  </a:lnTo>
                  <a:lnTo>
                    <a:pt x="148783" y="2011392"/>
                  </a:lnTo>
                  <a:lnTo>
                    <a:pt x="185978" y="1952234"/>
                  </a:lnTo>
                  <a:lnTo>
                    <a:pt x="223174" y="1774758"/>
                  </a:lnTo>
                  <a:lnTo>
                    <a:pt x="297566" y="1656440"/>
                  </a:lnTo>
                  <a:lnTo>
                    <a:pt x="446349" y="1419806"/>
                  </a:lnTo>
                  <a:lnTo>
                    <a:pt x="483545" y="1360647"/>
                  </a:lnTo>
                  <a:lnTo>
                    <a:pt x="520740" y="1242330"/>
                  </a:lnTo>
                  <a:lnTo>
                    <a:pt x="595132" y="1183172"/>
                  </a:lnTo>
                  <a:lnTo>
                    <a:pt x="706719" y="1124013"/>
                  </a:lnTo>
                  <a:lnTo>
                    <a:pt x="743915" y="946537"/>
                  </a:lnTo>
                  <a:lnTo>
                    <a:pt x="818307" y="769061"/>
                  </a:lnTo>
                  <a:lnTo>
                    <a:pt x="892698" y="709903"/>
                  </a:lnTo>
                  <a:lnTo>
                    <a:pt x="929894" y="650744"/>
                  </a:lnTo>
                  <a:lnTo>
                    <a:pt x="967090" y="532427"/>
                  </a:lnTo>
                  <a:lnTo>
                    <a:pt x="1041481" y="473268"/>
                  </a:lnTo>
                  <a:lnTo>
                    <a:pt x="1115873" y="236634"/>
                  </a:lnTo>
                  <a:lnTo>
                    <a:pt x="1339048" y="118317"/>
                  </a:lnTo>
                  <a:lnTo>
                    <a:pt x="1376244" y="59158"/>
                  </a:lnTo>
                  <a:lnTo>
                    <a:pt x="1450635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9308534" y="275658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9308534" y="219458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9308534" y="1632574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9308534" y="1070567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9308534" y="303759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9308534" y="2475584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9308534" y="191357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9308534" y="135157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9308534" y="789564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9308534" y="5820275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9308534" y="525826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9308534" y="469626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9308534" y="4134255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9830205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10620616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11411026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9308534" y="610127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9308534" y="5539272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9308534" y="4977265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9308534" y="4415258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9308534" y="3853251"/>
              <a:ext cx="2782244" cy="0"/>
            </a:xfrm>
            <a:custGeom>
              <a:avLst/>
              <a:pathLst>
                <a:path w="2782244" h="0">
                  <a:moveTo>
                    <a:pt x="0" y="0"/>
                  </a:moveTo>
                  <a:lnTo>
                    <a:pt x="2782244" y="0"/>
                  </a:lnTo>
                  <a:lnTo>
                    <a:pt x="2782244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9435000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0225410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1015821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11806231" y="3741728"/>
              <a:ext cx="0" cy="2453510"/>
            </a:xfrm>
            <a:custGeom>
              <a:avLst/>
              <a:pathLst>
                <a:path w="0" h="2453510">
                  <a:moveTo>
                    <a:pt x="0" y="24535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9435000" y="3853251"/>
              <a:ext cx="2529313" cy="2092990"/>
            </a:xfrm>
            <a:custGeom>
              <a:avLst/>
              <a:pathLst>
                <a:path w="2529313" h="2092990">
                  <a:moveTo>
                    <a:pt x="0" y="2092990"/>
                  </a:moveTo>
                  <a:lnTo>
                    <a:pt x="158082" y="2015472"/>
                  </a:lnTo>
                  <a:lnTo>
                    <a:pt x="316164" y="1937954"/>
                  </a:lnTo>
                  <a:lnTo>
                    <a:pt x="553287" y="1860436"/>
                  </a:lnTo>
                  <a:lnTo>
                    <a:pt x="711369" y="1782918"/>
                  </a:lnTo>
                  <a:lnTo>
                    <a:pt x="869451" y="1627881"/>
                  </a:lnTo>
                  <a:lnTo>
                    <a:pt x="948492" y="1395327"/>
                  </a:lnTo>
                  <a:lnTo>
                    <a:pt x="1027533" y="1317808"/>
                  </a:lnTo>
                  <a:lnTo>
                    <a:pt x="1106574" y="1162772"/>
                  </a:lnTo>
                  <a:lnTo>
                    <a:pt x="1185615" y="1085254"/>
                  </a:lnTo>
                  <a:lnTo>
                    <a:pt x="1238309" y="1007736"/>
                  </a:lnTo>
                  <a:lnTo>
                    <a:pt x="1343697" y="930218"/>
                  </a:lnTo>
                  <a:lnTo>
                    <a:pt x="1422738" y="775181"/>
                  </a:lnTo>
                  <a:lnTo>
                    <a:pt x="1528126" y="697663"/>
                  </a:lnTo>
                  <a:lnTo>
                    <a:pt x="1659861" y="620145"/>
                  </a:lnTo>
                  <a:lnTo>
                    <a:pt x="1791596" y="542627"/>
                  </a:lnTo>
                  <a:lnTo>
                    <a:pt x="1817943" y="465109"/>
                  </a:lnTo>
                  <a:lnTo>
                    <a:pt x="1870637" y="387590"/>
                  </a:lnTo>
                  <a:lnTo>
                    <a:pt x="1976026" y="310072"/>
                  </a:lnTo>
                  <a:lnTo>
                    <a:pt x="2344884" y="232554"/>
                  </a:lnTo>
                  <a:lnTo>
                    <a:pt x="2450272" y="155036"/>
                  </a:lnTo>
                  <a:lnTo>
                    <a:pt x="2502966" y="77518"/>
                  </a:lnTo>
                  <a:lnTo>
                    <a:pt x="2529313" y="0"/>
                  </a:lnTo>
                </a:path>
              </a:pathLst>
            </a:custGeom>
            <a:ln w="27101" cap="flat">
              <a:solidFill>
                <a:srgbClr val="66C2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9474521" y="3853251"/>
              <a:ext cx="1699382" cy="2170508"/>
            </a:xfrm>
            <a:custGeom>
              <a:avLst/>
              <a:pathLst>
                <a:path w="1699382" h="2170508">
                  <a:moveTo>
                    <a:pt x="0" y="2170508"/>
                  </a:moveTo>
                  <a:lnTo>
                    <a:pt x="79041" y="2092990"/>
                  </a:lnTo>
                  <a:lnTo>
                    <a:pt x="118561" y="2015472"/>
                  </a:lnTo>
                  <a:lnTo>
                    <a:pt x="158082" y="1937954"/>
                  </a:lnTo>
                  <a:lnTo>
                    <a:pt x="316164" y="1860436"/>
                  </a:lnTo>
                  <a:lnTo>
                    <a:pt x="355684" y="1705399"/>
                  </a:lnTo>
                  <a:lnTo>
                    <a:pt x="474246" y="1627881"/>
                  </a:lnTo>
                  <a:lnTo>
                    <a:pt x="553287" y="1395327"/>
                  </a:lnTo>
                  <a:lnTo>
                    <a:pt x="671848" y="1317808"/>
                  </a:lnTo>
                  <a:lnTo>
                    <a:pt x="711369" y="1240290"/>
                  </a:lnTo>
                  <a:lnTo>
                    <a:pt x="790410" y="1162772"/>
                  </a:lnTo>
                  <a:lnTo>
                    <a:pt x="829930" y="1085254"/>
                  </a:lnTo>
                  <a:lnTo>
                    <a:pt x="869451" y="1007736"/>
                  </a:lnTo>
                  <a:lnTo>
                    <a:pt x="908971" y="775181"/>
                  </a:lnTo>
                  <a:lnTo>
                    <a:pt x="1067054" y="620145"/>
                  </a:lnTo>
                  <a:lnTo>
                    <a:pt x="1106574" y="542627"/>
                  </a:lnTo>
                  <a:lnTo>
                    <a:pt x="1146095" y="465109"/>
                  </a:lnTo>
                  <a:lnTo>
                    <a:pt x="1225136" y="310072"/>
                  </a:lnTo>
                  <a:lnTo>
                    <a:pt x="1383218" y="232554"/>
                  </a:lnTo>
                  <a:lnTo>
                    <a:pt x="1462259" y="155036"/>
                  </a:lnTo>
                  <a:lnTo>
                    <a:pt x="1541300" y="77518"/>
                  </a:lnTo>
                  <a:lnTo>
                    <a:pt x="1699382" y="0"/>
                  </a:lnTo>
                </a:path>
              </a:pathLst>
            </a:custGeom>
            <a:ln w="27101" cap="flat">
              <a:solidFill>
                <a:srgbClr val="FC8D6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9435000" y="3853251"/>
              <a:ext cx="711369" cy="1937954"/>
            </a:xfrm>
            <a:custGeom>
              <a:avLst/>
              <a:pathLst>
                <a:path w="711369" h="1937954">
                  <a:moveTo>
                    <a:pt x="0" y="1937954"/>
                  </a:moveTo>
                  <a:lnTo>
                    <a:pt x="79041" y="1705399"/>
                  </a:lnTo>
                  <a:lnTo>
                    <a:pt x="158082" y="1395327"/>
                  </a:lnTo>
                  <a:lnTo>
                    <a:pt x="237123" y="930218"/>
                  </a:lnTo>
                  <a:lnTo>
                    <a:pt x="316164" y="542627"/>
                  </a:lnTo>
                  <a:lnTo>
                    <a:pt x="395205" y="387590"/>
                  </a:lnTo>
                  <a:lnTo>
                    <a:pt x="474246" y="310072"/>
                  </a:lnTo>
                  <a:lnTo>
                    <a:pt x="553287" y="232554"/>
                  </a:lnTo>
                  <a:lnTo>
                    <a:pt x="632328" y="77518"/>
                  </a:lnTo>
                  <a:lnTo>
                    <a:pt x="711369" y="0"/>
                  </a:lnTo>
                </a:path>
              </a:pathLst>
            </a:custGeom>
            <a:ln w="27101" cap="flat">
              <a:solidFill>
                <a:srgbClr val="8DA0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9435000" y="3853251"/>
              <a:ext cx="1580820" cy="2170508"/>
            </a:xfrm>
            <a:custGeom>
              <a:avLst/>
              <a:pathLst>
                <a:path w="1580820" h="2170508">
                  <a:moveTo>
                    <a:pt x="0" y="2170508"/>
                  </a:moveTo>
                  <a:lnTo>
                    <a:pt x="158082" y="2092990"/>
                  </a:lnTo>
                  <a:lnTo>
                    <a:pt x="316164" y="2015472"/>
                  </a:lnTo>
                  <a:lnTo>
                    <a:pt x="355684" y="1937954"/>
                  </a:lnTo>
                  <a:lnTo>
                    <a:pt x="395205" y="1860436"/>
                  </a:lnTo>
                  <a:lnTo>
                    <a:pt x="434725" y="1782918"/>
                  </a:lnTo>
                  <a:lnTo>
                    <a:pt x="474246" y="1705399"/>
                  </a:lnTo>
                  <a:lnTo>
                    <a:pt x="513766" y="1627881"/>
                  </a:lnTo>
                  <a:lnTo>
                    <a:pt x="553287" y="1550363"/>
                  </a:lnTo>
                  <a:lnTo>
                    <a:pt x="632328" y="1395327"/>
                  </a:lnTo>
                  <a:lnTo>
                    <a:pt x="711369" y="1317808"/>
                  </a:lnTo>
                  <a:lnTo>
                    <a:pt x="750889" y="1240290"/>
                  </a:lnTo>
                  <a:lnTo>
                    <a:pt x="790410" y="930218"/>
                  </a:lnTo>
                  <a:lnTo>
                    <a:pt x="869451" y="852699"/>
                  </a:lnTo>
                  <a:lnTo>
                    <a:pt x="988013" y="697663"/>
                  </a:lnTo>
                  <a:lnTo>
                    <a:pt x="1027533" y="542627"/>
                  </a:lnTo>
                  <a:lnTo>
                    <a:pt x="1067054" y="465109"/>
                  </a:lnTo>
                  <a:lnTo>
                    <a:pt x="1106574" y="310072"/>
                  </a:lnTo>
                  <a:lnTo>
                    <a:pt x="1146095" y="232554"/>
                  </a:lnTo>
                  <a:lnTo>
                    <a:pt x="1422738" y="155036"/>
                  </a:lnTo>
                  <a:lnTo>
                    <a:pt x="1501779" y="77518"/>
                  </a:lnTo>
                  <a:lnTo>
                    <a:pt x="1580820" y="0"/>
                  </a:lnTo>
                </a:path>
              </a:pathLst>
            </a:custGeom>
            <a:ln w="27101" cap="flat">
              <a:solidFill>
                <a:srgbClr val="E78A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tx156"/>
            <p:cNvSpPr/>
            <p:nvPr/>
          </p:nvSpPr>
          <p:spPr>
            <a:xfrm>
              <a:off x="1865826" y="3545301"/>
              <a:ext cx="366871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SCA1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4749291" y="3545301"/>
              <a:ext cx="366871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SCA2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7632756" y="3545301"/>
              <a:ext cx="366871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SCA3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0516221" y="3545301"/>
              <a:ext cx="366871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SCA6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858285" y="483280"/>
              <a:ext cx="381952" cy="984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FRDA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4751752" y="481852"/>
              <a:ext cx="361950" cy="99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RFC1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7543459" y="481614"/>
              <a:ext cx="545465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SCA27B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10674257" y="581705"/>
              <a:ext cx="508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/>
                  <a:cs typeface="Tenorite"/>
                </a:rPr>
                <a:t> 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742060" y="6283956"/>
              <a:ext cx="8509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443430" y="6283956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2187346" y="6283956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2931262" y="6283797"/>
              <a:ext cx="170180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3625525" y="6283956"/>
              <a:ext cx="8509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373390" y="6283956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5163801" y="6283956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5954211" y="6283797"/>
              <a:ext cx="170180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6508990" y="6283956"/>
              <a:ext cx="8509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7210361" y="6283956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7954276" y="6283956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8698192" y="6283797"/>
              <a:ext cx="170180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9392455" y="6283956"/>
              <a:ext cx="8509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0140320" y="6283956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0930731" y="6283956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1721141" y="6283797"/>
              <a:ext cx="170180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742060" y="3220269"/>
              <a:ext cx="8509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489925" y="3220269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2280336" y="3220269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3070746" y="3220110"/>
              <a:ext cx="170180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3625525" y="3220269"/>
              <a:ext cx="8509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4455157" y="3220269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5327334" y="3220269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6199511" y="3220110"/>
              <a:ext cx="170180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6508990" y="3220269"/>
              <a:ext cx="8509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7309549" y="3220269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8152654" y="3220269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8995758" y="3220110"/>
              <a:ext cx="170180" cy="9977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30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481951" y="2986593"/>
              <a:ext cx="8509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396861" y="2424586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25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396861" y="1862579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50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396861" y="1302080"/>
              <a:ext cx="170180" cy="981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75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311771" y="738566"/>
              <a:ext cx="25527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100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481951" y="6050280"/>
              <a:ext cx="8509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0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396861" y="5488273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25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396861" y="4926266"/>
              <a:ext cx="17018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50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396861" y="4365768"/>
              <a:ext cx="170180" cy="981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75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311771" y="3802253"/>
              <a:ext cx="255270" cy="996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/>
                  <a:cs typeface="Tenorite"/>
                </a:rPr>
                <a:t>100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6134300" y="6461328"/>
              <a:ext cx="480317" cy="125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Score</a:t>
              </a:r>
            </a:p>
          </p:txBody>
        </p:sp>
        <p:sp>
          <p:nvSpPr>
            <p:cNvPr id="203" name="tx203"/>
            <p:cNvSpPr/>
            <p:nvPr/>
          </p:nvSpPr>
          <p:spPr>
            <a:xfrm rot="-5400000">
              <a:off x="-1402836" y="3350270"/>
              <a:ext cx="3078460" cy="172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Tenorite"/>
                  <a:cs typeface="Tenorite"/>
                </a:rPr>
                <a:t>Cumulative Proportions of Patients</a:t>
              </a:r>
            </a:p>
          </p:txBody>
        </p:sp>
      </p:grpSp>
      <p:sp>
        <p:nvSpPr>
          <p:cNvPr id="204" name="Title 1"/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/>
          <a:lstStyle/>
          <a:p>
            <a:r>
              <a:rPr/>
              <a:t>Ceiling by Genotype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18749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Tenorite</vt:lpstr>
      <vt:lpstr>Arial</vt:lpstr>
      <vt:lpstr>Calibri</vt:lpstr>
      <vt:lpstr>CR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Presentation Title</dc:title>
  <dc:creator>Christian Rummey</dc:creator>
  <cp:lastModifiedBy/>
  <cp:revision>64</cp:revision>
  <dcterms:created xsi:type="dcterms:W3CDTF">2020-08-21T08:26:15Z</dcterms:created>
  <dcterms:modified xsi:type="dcterms:W3CDTF">2025-09-14T11:11:42Z</dcterms:modified>
</cp:coreProperties>
</file>
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14"/>
  </p:sldIdLst>
  <p:sldSz cx="12192000" cy="6858000"/>
  <p:notesSz cx="6858000" cy="9144000"/>
  <p:embeddedFontLst>
    <p:embeddedFont>
      <p:font typeface="Tenorite" panose="00000500000000000000" pitchFamily="2" charset="0"/>
      <p:regular r:id="rId4"/>
      <p:bold r:id="rId5"/>
      <p:italic r:id="rId6"/>
      <p:boldItalic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FFFFFF"/>
    <a:srgbClr val="D21145"/>
    <a:srgbClr val="CCCCCC"/>
    <a:srgbClr val="F4A582"/>
    <a:srgbClr val="4A4A4A"/>
    <a:srgbClr val="FFA07A"/>
    <a:srgbClr val="A3B18A"/>
    <a:srgbClr val="FFCC99"/>
    <a:srgbClr val="66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4E7916-0D77-468F-8E39-981533599714}" v="3" dt="2025-09-14T11:25:02.6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90" autoAdjust="0"/>
    <p:restoredTop sz="95861" autoAdjust="0"/>
  </p:normalViewPr>
  <p:slideViewPr>
    <p:cSldViewPr snapToGrid="0" snapToObjects="1">
      <p:cViewPr varScale="1">
        <p:scale>
          <a:sx n="77" d="100"/>
          <a:sy n="77" d="100"/>
        </p:scale>
        <p:origin x="60" y="1060"/>
      </p:cViewPr>
      <p:guideLst/>
    </p:cSldViewPr>
  </p:slideViewPr>
  <p:outlineViewPr>
    <p:cViewPr>
      <p:scale>
        <a:sx n="33" d="100"/>
        <a:sy n="33" d="100"/>
      </p:scale>
      <p:origin x="0" y="-262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109" d="100"/>
          <a:sy n="109" d="100"/>
        </p:scale>
        <p:origin x="3144" y="84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presProps" Target="presProps.xml"/>
<Relationship Id="rId13" Type="http://schemas.microsoft.com/office/2015/10/relationships/revisionInfo" Target="revisionInfo.xml"/>
<Relationship Id="rId3" Type="http://schemas.openxmlformats.org/officeDocument/2006/relationships/handoutMaster" Target="handoutMasters/handoutMaster1.xml"/>
<Relationship Id="rId7" Type="http://schemas.openxmlformats.org/officeDocument/2006/relationships/font" Target="fonts/font4.fntdata"/>
<Relationship Id="rId12" Type="http://schemas.microsoft.com/office/2016/11/relationships/changesInfo" Target="changesInfos/changesInfo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font" Target="fonts/font3.fntdata"/>
<Relationship Id="rId11" Type="http://schemas.openxmlformats.org/officeDocument/2006/relationships/tableStyles" Target="tableStyles.xml"/>
<Relationship Id="rId5" Type="http://schemas.openxmlformats.org/officeDocument/2006/relationships/font" Target="fonts/font2.fntdata"/>
<Relationship Id="rId10" Type="http://schemas.openxmlformats.org/officeDocument/2006/relationships/theme" Target="theme/theme1.xml"/>
<Relationship Id="rId4" Type="http://schemas.openxmlformats.org/officeDocument/2006/relationships/font" Target="fonts/font1.fntdata"/>
<Relationship Id="rId9" Type="http://schemas.openxmlformats.org/officeDocument/2006/relationships/viewProps" Target="viewProps.xml"/>
<Relationship Id="rId14" Type="http://schemas.openxmlformats.org/officeDocument/2006/relationships/slide" Target="slides/slide1.xml"/>
</Relationships>
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Rummey" userId="1616f22b-5705-4d11-a330-2855031cc605" providerId="ADAL" clId="{A14D9793-A2DD-4368-83B7-2992B2F3B1BA}"/>
    <pc:docChg chg="undo custSel addSld delSld modMainMaster">
      <pc:chgData name="Christian Rummey" userId="1616f22b-5705-4d11-a330-2855031cc605" providerId="ADAL" clId="{A14D9793-A2DD-4368-83B7-2992B2F3B1BA}" dt="2025-06-10T15:20:23.221" v="9" actId="255"/>
      <pc:docMkLst>
        <pc:docMk/>
      </pc:docMkLst>
      <pc:sldChg chg="new del">
        <pc:chgData name="Christian Rummey" userId="1616f22b-5705-4d11-a330-2855031cc605" providerId="ADAL" clId="{A14D9793-A2DD-4368-83B7-2992B2F3B1BA}" dt="2025-06-09T17:30:43.180" v="6" actId="47"/>
        <pc:sldMkLst>
          <pc:docMk/>
          <pc:sldMk cId="1725867823" sldId="256"/>
        </pc:sldMkLst>
      </pc:sldChg>
      <pc:sldMasterChg chg="modSldLayout">
        <pc:chgData name="Christian Rummey" userId="1616f22b-5705-4d11-a330-2855031cc605" providerId="ADAL" clId="{A14D9793-A2DD-4368-83B7-2992B2F3B1BA}" dt="2025-06-10T15:20:23.221" v="9" actId="255"/>
        <pc:sldMasterMkLst>
          <pc:docMk/>
          <pc:sldMasterMk cId="1297349460" sldId="2147483648"/>
        </pc:sldMasterMkLst>
        <pc:sldLayoutChg chg="modSp mod">
          <pc:chgData name="Christian Rummey" userId="1616f22b-5705-4d11-a330-2855031cc605" providerId="ADAL" clId="{A14D9793-A2DD-4368-83B7-2992B2F3B1BA}" dt="2025-06-10T15:20:23.221" v="9" actId="255"/>
          <pc:sldLayoutMkLst>
            <pc:docMk/>
            <pc:sldMasterMk cId="1297349460" sldId="2147483648"/>
            <pc:sldLayoutMk cId="4256017067" sldId="2147483698"/>
          </pc:sldLayoutMkLst>
        </pc:sldLayoutChg>
      </pc:sldMasterChg>
    </pc:docChg>
  </pc:docChgLst>
  <pc:docChgLst>
    <pc:chgData name="Christian Rummey" userId="1616f22b-5705-4d11-a330-2855031cc605" providerId="ADAL" clId="{BA4FE7E3-BE8F-4020-926C-39CDD45D1D87}"/>
    <pc:docChg chg="undo custSel modMainMaster">
      <pc:chgData name="Christian Rummey" userId="1616f22b-5705-4d11-a330-2855031cc605" providerId="ADAL" clId="{BA4FE7E3-BE8F-4020-926C-39CDD45D1D87}" dt="2025-04-22T11:05:18.004" v="6" actId="1076"/>
      <pc:docMkLst>
        <pc:docMk/>
      </pc:docMkLst>
      <pc:sldMasterChg chg="modSldLayout">
        <pc:chgData name="Christian Rummey" userId="1616f22b-5705-4d11-a330-2855031cc605" providerId="ADAL" clId="{BA4FE7E3-BE8F-4020-926C-39CDD45D1D87}" dt="2025-04-22T11:05:18.004" v="6" actId="1076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BA4FE7E3-BE8F-4020-926C-39CDD45D1D87}" dt="2025-04-22T11:05:18.004" v="6" actId="1076"/>
          <pc:sldLayoutMkLst>
            <pc:docMk/>
            <pc:sldMasterMk cId="1297349460" sldId="2147483648"/>
            <pc:sldLayoutMk cId="1779765834" sldId="2147483662"/>
          </pc:sldLayoutMkLst>
        </pc:sldLayoutChg>
      </pc:sldMasterChg>
    </pc:docChg>
  </pc:docChgLst>
  <pc:docChgLst>
    <pc:chgData name="Christian Rummey" userId="1616f22b-5705-4d11-a330-2855031cc605" providerId="ADAL" clId="{5F97B23C-B94D-4912-9497-32CCAC5D690D}"/>
    <pc:docChg chg="undo custSel modMainMaster">
      <pc:chgData name="Christian Rummey" userId="1616f22b-5705-4d11-a330-2855031cc605" providerId="ADAL" clId="{5F97B23C-B94D-4912-9497-32CCAC5D690D}" dt="2025-03-28T11:37:44.999" v="50" actId="108"/>
      <pc:docMkLst>
        <pc:docMk/>
      </pc:docMkLst>
      <pc:sldMasterChg chg="modSldLayout">
        <pc:chgData name="Christian Rummey" userId="1616f22b-5705-4d11-a330-2855031cc605" providerId="ADAL" clId="{5F97B23C-B94D-4912-9497-32CCAC5D690D}" dt="2025-03-28T11:37:44.999" v="50" actId="108"/>
        <pc:sldMasterMkLst>
          <pc:docMk/>
          <pc:sldMasterMk cId="1297349460" sldId="2147483648"/>
        </pc:sldMasterMkLst>
        <pc:sldLayoutChg chg="addSp delSp modSp mod">
          <pc:chgData name="Christian Rummey" userId="1616f22b-5705-4d11-a330-2855031cc605" providerId="ADAL" clId="{5F97B23C-B94D-4912-9497-32CCAC5D690D}" dt="2025-03-26T12:09:58.584" v="33"/>
          <pc:sldLayoutMkLst>
            <pc:docMk/>
            <pc:sldMasterMk cId="1297349460" sldId="2147483648"/>
            <pc:sldLayoutMk cId="1779765834" sldId="2147483662"/>
          </pc:sldLayoutMkLst>
        </pc:sldLayoutChg>
        <pc:sldLayoutChg chg="modSp">
          <pc:chgData name="Christian Rummey" userId="1616f22b-5705-4d11-a330-2855031cc605" providerId="ADAL" clId="{5F97B23C-B94D-4912-9497-32CCAC5D690D}" dt="2025-03-28T11:37:21.372" v="46" actId="108"/>
          <pc:sldLayoutMkLst>
            <pc:docMk/>
            <pc:sldMasterMk cId="1297349460" sldId="2147483648"/>
            <pc:sldLayoutMk cId="3753787485" sldId="2147483675"/>
          </pc:sldLayoutMkLst>
        </pc:sldLayoutChg>
        <pc:sldLayoutChg chg="delSp mod">
          <pc:chgData name="Christian Rummey" userId="1616f22b-5705-4d11-a330-2855031cc605" providerId="ADAL" clId="{5F97B23C-B94D-4912-9497-32CCAC5D690D}" dt="2025-03-26T12:08:15.576" v="21" actId="478"/>
          <pc:sldLayoutMkLst>
            <pc:docMk/>
            <pc:sldMasterMk cId="1297349460" sldId="2147483648"/>
            <pc:sldLayoutMk cId="2951539814" sldId="2147483683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6T12:06:31.871" v="1"/>
          <pc:sldLayoutMkLst>
            <pc:docMk/>
            <pc:sldMasterMk cId="1297349460" sldId="2147483648"/>
            <pc:sldLayoutMk cId="2778995209" sldId="214748368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1.348" v="49" actId="108"/>
          <pc:sldLayoutMkLst>
            <pc:docMk/>
            <pc:sldMasterMk cId="1297349460" sldId="2147483648"/>
            <pc:sldLayoutMk cId="3487979977" sldId="2147483685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4.999" v="50" actId="108"/>
          <pc:sldLayoutMkLst>
            <pc:docMk/>
            <pc:sldMasterMk cId="1297349460" sldId="2147483648"/>
            <pc:sldLayoutMk cId="1567917209" sldId="2147483686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37.870" v="48" actId="108"/>
          <pc:sldLayoutMkLst>
            <pc:docMk/>
            <pc:sldMasterMk cId="1297349460" sldId="2147483648"/>
            <pc:sldLayoutMk cId="3387880590" sldId="214748369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17.355" v="45" actId="108"/>
          <pc:sldLayoutMkLst>
            <pc:docMk/>
            <pc:sldMasterMk cId="1297349460" sldId="2147483648"/>
            <pc:sldLayoutMk cId="84449021" sldId="2147483695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7T10:14:21.413" v="43"/>
          <pc:sldLayoutMkLst>
            <pc:docMk/>
            <pc:sldMasterMk cId="1297349460" sldId="2147483648"/>
            <pc:sldLayoutMk cId="775367414" sldId="2147483696"/>
          </pc:sldLayoutMkLst>
        </pc:sldLayoutChg>
      </pc:sldMasterChg>
    </pc:docChg>
  </pc:docChgLst>
  <pc:docChgLst>
    <pc:chgData name="Christian Rummey" userId="1616f22b-5705-4d11-a330-2855031cc605" providerId="ADAL" clId="{15F4C84D-1EF1-4114-9C4D-36D8254AFF84}"/>
    <pc:docChg chg="modMainMaster">
      <pc:chgData name="Christian Rummey" userId="1616f22b-5705-4d11-a330-2855031cc605" providerId="ADAL" clId="{15F4C84D-1EF1-4114-9C4D-36D8254AFF84}" dt="2025-04-14T10:50:14.983" v="3" actId="14100"/>
      <pc:docMkLst>
        <pc:docMk/>
      </pc:docMkLst>
      <pc:sldMasterChg chg="modSldLayout">
        <pc:chgData name="Christian Rummey" userId="1616f22b-5705-4d11-a330-2855031cc605" providerId="ADAL" clId="{15F4C84D-1EF1-4114-9C4D-36D8254AFF84}" dt="2025-04-14T10:50:14.983" v="3" actId="14100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15F4C84D-1EF1-4114-9C4D-36D8254AFF84}" dt="2025-04-14T10:50:14.983" v="3" actId="14100"/>
          <pc:sldLayoutMkLst>
            <pc:docMk/>
            <pc:sldMasterMk cId="1297349460" sldId="2147483648"/>
            <pc:sldLayoutMk cId="775367414" sldId="2147483696"/>
          </pc:sldLayoutMkLst>
        </pc:sldLayoutChg>
      </pc:sldMasterChg>
    </pc:docChg>
  </pc:docChgLst>
  <pc:docChgLst>
    <pc:chgData name="Christian Rummey" userId="1616f22b-5705-4d11-a330-2855031cc605" providerId="ADAL" clId="{8AFA1528-CF22-4F7C-B96F-03281A2A1DDB}"/>
    <pc:docChg chg="addSld delSld modMainMaster">
      <pc:chgData name="Christian Rummey" userId="1616f22b-5705-4d11-a330-2855031cc605" providerId="ADAL" clId="{8AFA1528-CF22-4F7C-B96F-03281A2A1DDB}" dt="2025-09-14T11:25:19.975" v="7" actId="47"/>
      <pc:docMkLst>
        <pc:docMk/>
      </pc:docMkLst>
      <pc:sldChg chg="new del">
        <pc:chgData name="Christian Rummey" userId="1616f22b-5705-4d11-a330-2855031cc605" providerId="ADAL" clId="{8AFA1528-CF22-4F7C-B96F-03281A2A1DDB}" dt="2025-09-14T11:25:19.975" v="7" actId="47"/>
        <pc:sldMkLst>
          <pc:docMk/>
          <pc:sldMk cId="2061475379" sldId="256"/>
        </pc:sldMkLst>
      </pc:sldChg>
      <pc:sldMasterChg chg="modSldLayout">
        <pc:chgData name="Christian Rummey" userId="1616f22b-5705-4d11-a330-2855031cc605" providerId="ADAL" clId="{8AFA1528-CF22-4F7C-B96F-03281A2A1DDB}" dt="2025-09-14T11:25:02.616" v="5" actId="255"/>
        <pc:sldMasterMkLst>
          <pc:docMk/>
          <pc:sldMasterMk cId="1297349460" sldId="2147483648"/>
        </pc:sldMasterMkLst>
        <pc:sldLayoutChg chg="modSp mod">
          <pc:chgData name="Christian Rummey" userId="1616f22b-5705-4d11-a330-2855031cc605" providerId="ADAL" clId="{8AFA1528-CF22-4F7C-B96F-03281A2A1DDB}" dt="2025-09-14T11:25:02.616" v="5" actId="255"/>
          <pc:sldLayoutMkLst>
            <pc:docMk/>
            <pc:sldMasterMk cId="1297349460" sldId="2147483648"/>
            <pc:sldLayoutMk cId="1779765834" sldId="2147483662"/>
          </pc:sldLayoutMkLst>
          <pc:spChg chg="mod">
            <ac:chgData name="Christian Rummey" userId="1616f22b-5705-4d11-a330-2855031cc605" providerId="ADAL" clId="{8AFA1528-CF22-4F7C-B96F-03281A2A1DDB}" dt="2025-09-14T11:25:02.616" v="5" actId="255"/>
            <ac:spMkLst>
              <pc:docMk/>
              <pc:sldMasterMk cId="1297349460" sldId="2147483648"/>
              <pc:sldLayoutMk cId="1779765834" sldId="2147483662"/>
              <ac:spMk id="2" creationId="{EBBB5403-9242-AA00-FE6E-B41EFCD3044B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A492B1-D0E8-4066-8DC1-F40744AE62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A53BC-9DD4-4B5D-A18C-F4610F5B99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B9F4C-C8D0-46E8-90C7-9F3ADA02B81A}" type="datetimeFigureOut">
              <a:rPr lang="en-US" smtClean="0"/>
              <a:t>2025-09-14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8AFA9-FC76-4083-9FF9-28E93E1BD9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C296C-2E56-4970-8FE6-DA808391A2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C8586-BA3B-4CFE-9E9B-579F1A69C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13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603C9-0024-46CF-87BE-1939A334CBB0}" type="datetimeFigureOut">
              <a:rPr lang="en-US" smtClean="0"/>
              <a:t>2025-09-14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0F714-9B13-41E9-A60E-D61BD25D5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13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1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Created at 2025-09-14 15-31-40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3" y="4643120"/>
            <a:ext cx="10515600" cy="14465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4A4A4A"/>
                </a:solidFill>
                <a:latin typeface="Tenorite" panose="00000500000000000000" pitchFamily="2" charset="0"/>
              </a:defRPr>
            </a:lvl1pPr>
            <a:lvl2pPr marL="4572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3120" y="4599431"/>
            <a:ext cx="10515600" cy="0"/>
          </a:xfrm>
          <a:prstGeom prst="line">
            <a:avLst/>
          </a:prstGeom>
          <a:ln w="38100">
            <a:solidFill>
              <a:srgbClr val="C02F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539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20" y="179883"/>
            <a:ext cx="10515600" cy="305049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1852" y="3288312"/>
            <a:ext cx="10515600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CCC9ECA-AF17-77AA-3FBA-9C2ADA4E93E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4547" y="3359464"/>
            <a:ext cx="10515600" cy="3041334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91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1173175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89450AF-5B3A-1BE3-45D6-60D09985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C33CE-F5D7-114C-2E5F-0BB1D6208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97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_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8666544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070C87E-DFA1-032D-5413-84B5C0EA696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874152" y="1143000"/>
            <a:ext cx="6079222" cy="31627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536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11731752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66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5867400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78D01E8-C1E8-530B-2B36-96123687E1F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096000" y="1783830"/>
            <a:ext cx="586740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C96B0EB-DC02-C3E4-27BE-B09618C5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53035CB-67F1-9F4F-38E1-119BC05B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88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97" y="142929"/>
            <a:ext cx="4814636" cy="1692275"/>
          </a:xfrm>
        </p:spPr>
        <p:txBody>
          <a:bodyPr anchor="ctr">
            <a:normAutofit/>
          </a:bodyPr>
          <a:lstStyle>
            <a:lvl1pPr>
              <a:defRPr lang="en-US" sz="32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2929"/>
            <a:ext cx="6770187" cy="6606360"/>
          </a:xfrm>
          <a:prstGeom prst="rect">
            <a:avLst/>
          </a:prstGeom>
        </p:spPr>
        <p:txBody>
          <a:bodyPr/>
          <a:lstStyle>
            <a:lvl1pPr marL="274320">
              <a:defRPr sz="2400">
                <a:latin typeface="Tenorite" panose="00000500000000000000" pitchFamily="2" charset="0"/>
              </a:defRPr>
            </a:lvl1pPr>
            <a:lvl2pPr marL="548640">
              <a:buClr>
                <a:srgbClr val="D21145"/>
              </a:buClr>
              <a:defRPr sz="2000">
                <a:latin typeface="Tenorite" panose="00000500000000000000" pitchFamily="2" charset="0"/>
              </a:defRPr>
            </a:lvl2pPr>
            <a:lvl3pPr marL="822960">
              <a:buClr>
                <a:srgbClr val="003366"/>
              </a:buClr>
              <a:defRPr sz="1800">
                <a:latin typeface="Tenorite" panose="00000500000000000000" pitchFamily="2" charset="0"/>
              </a:defRPr>
            </a:lvl3pPr>
            <a:lvl4pPr marL="1097280">
              <a:buClr>
                <a:srgbClr val="D21145"/>
              </a:buClr>
              <a:defRPr sz="1600">
                <a:latin typeface="Tenorite" panose="00000500000000000000" pitchFamily="2" charset="0"/>
              </a:defRPr>
            </a:lvl4pPr>
            <a:lvl5pPr marL="1371600">
              <a:defRPr sz="16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73" y="6492876"/>
            <a:ext cx="3912268" cy="256413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2F4DEA-5591-BB7D-6249-5D291621BA1D}"/>
              </a:ext>
            </a:extLst>
          </p:cNvPr>
          <p:cNvCxnSpPr>
            <a:cxnSpLocks/>
          </p:cNvCxnSpPr>
          <p:nvPr userDrawn="1"/>
        </p:nvCxnSpPr>
        <p:spPr>
          <a:xfrm>
            <a:off x="1" y="1992643"/>
            <a:ext cx="5074023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8024D3-1A65-0428-57F2-93033CA6A49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61220" y="2150083"/>
            <a:ext cx="4804612" cy="4222141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Click to 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D894503-3C12-466A-60EE-312759D0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"/>
            <a:ext cx="11963400" cy="1033271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rgbClr val="105FAD"/>
                </a:solidFill>
                <a:latin typeface="Tenorite" panose="000005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143000"/>
            <a:ext cx="3338065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1pPr>
            <a:lvl2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2pPr>
            <a:lvl3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3pPr>
            <a:lvl4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4pPr>
            <a:lvl5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0CB0027-CAAB-A460-8537-923E442AB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626" y="6490446"/>
            <a:ext cx="3215774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29F14-29DC-E5C7-B871-EFAFD4E6F8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490446"/>
            <a:ext cx="3860800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EB7E8-F4B2-F9B3-0EE7-B55EA21C5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599" y="6490446"/>
            <a:ext cx="3215775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fld id="{C5EF2332-01BF-834F-8236-50238282D5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585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0C1CB3-BE42-6AF9-C031-C43FC50879A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677808" y="1142999"/>
            <a:ext cx="8275567" cy="5257801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Tenorite" panose="00000500000000000000" pitchFamily="2" charset="0"/>
              </a:defRPr>
            </a:lvl1pPr>
            <a:lvl2pPr>
              <a:defRPr sz="2000">
                <a:latin typeface="Tenorite" panose="00000500000000000000" pitchFamily="2" charset="0"/>
              </a:defRPr>
            </a:lvl2pPr>
            <a:lvl3pPr>
              <a:defRPr sz="20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601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2577"/>
            <a:ext cx="2865265" cy="1692274"/>
          </a:xfrm>
        </p:spPr>
        <p:txBody>
          <a:bodyPr anchor="ctr"/>
          <a:lstStyle>
            <a:lvl1pPr>
              <a:defRPr sz="3200">
                <a:latin typeface="Tenorite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9455" y="226437"/>
            <a:ext cx="8823919" cy="6522849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Tenorite" panose="00000500000000000000" pitchFamily="2" charset="0"/>
              </a:defRPr>
            </a:lvl1pPr>
            <a:lvl2pPr>
              <a:defRPr sz="2800">
                <a:latin typeface="Tenorite" panose="00000500000000000000" pitchFamily="2" charset="0"/>
              </a:defRPr>
            </a:lvl2pPr>
            <a:lvl3pPr>
              <a:defRPr sz="24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627" y="2057399"/>
            <a:ext cx="2859298" cy="4307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Tenorite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69" y="6492874"/>
            <a:ext cx="2328252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8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  <a:lvl2pPr>
              <a:defRPr>
                <a:latin typeface="Tenorite" panose="00000500000000000000" pitchFamily="2" charset="0"/>
              </a:defRPr>
            </a:lvl2pPr>
            <a:lvl3pPr>
              <a:defRPr>
                <a:latin typeface="Tenorite" panose="00000500000000000000" pitchFamily="2" charset="0"/>
              </a:defRPr>
            </a:lvl3pPr>
            <a:lvl4pPr>
              <a:defRPr>
                <a:latin typeface="Tenorite" panose="00000500000000000000" pitchFamily="2" charset="0"/>
              </a:defRPr>
            </a:lvl4pPr>
            <a:lvl5pPr>
              <a:defRPr>
                <a:latin typeface="Tenorite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B5403-9242-AA00-FE6E-B41EFCD30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7379" y="0"/>
            <a:ext cx="2584622" cy="518984"/>
          </a:xfrm>
        </p:spPr>
        <p:txBody>
          <a:bodyPr anchor="ctr">
            <a:noAutofit/>
          </a:bodyPr>
          <a:lstStyle>
            <a:lvl1pPr>
              <a:defRPr lang="en-US" sz="12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9765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8626" y="226438"/>
            <a:ext cx="11724774" cy="909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90020" y="6760161"/>
            <a:ext cx="601980" cy="97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r>
              <a:rPr lang="en-US"/>
              <a:t>8/27/2020 1:52:14 PM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968" y="6492874"/>
            <a:ext cx="10822406" cy="256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8626" y="6492874"/>
            <a:ext cx="892342" cy="256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34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6" r:id="rId2"/>
    <p:sldLayoutId id="2147483685" r:id="rId3"/>
    <p:sldLayoutId id="2147483696" r:id="rId4"/>
    <p:sldLayoutId id="2147483697" r:id="rId5"/>
    <p:sldLayoutId id="2147483694" r:id="rId6"/>
    <p:sldLayoutId id="2147483695" r:id="rId7"/>
    <p:sldLayoutId id="2147483698" r:id="rId8"/>
    <p:sldLayoutId id="2147483675" r:id="rId9"/>
    <p:sldLayoutId id="2147483662" r:id="rId10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lang="en-US" sz="4400" b="1" kern="1200" dirty="0">
          <a:solidFill>
            <a:srgbClr val="2A3E75"/>
          </a:solidFill>
          <a:latin typeface="Tenorite" panose="00000500000000000000" pitchFamily="2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0.xml"/>
<Relationship Id="rId2" Type="http://schemas.openxmlformats.org/officeDocument/2006/relationships/notesSlide" Target="../notesSlides/notesSlide1.xml"/>
<Relationship Id="rId3" Type="http://schemas.openxmlformats.org/officeDocument/2006/relationships/image" Target="../media/044ab414d4650fe7a766c396250a37b965603c61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1263278"/>
              <a:ext cx="12192000" cy="43314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709270" y="1819169"/>
              <a:ext cx="675824" cy="675824"/>
            </a:xfrm>
            <a:prstGeom prst="rect">
              <a:avLst/>
            </a:prstGeom>
            <a:solidFill>
              <a:srgbClr val="9E72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709270" y="2494993"/>
              <a:ext cx="675824" cy="675824"/>
            </a:xfrm>
            <a:prstGeom prst="rect">
              <a:avLst/>
            </a:prstGeom>
            <a:solidFill>
              <a:srgbClr val="8E61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709270" y="3170818"/>
              <a:ext cx="675824" cy="675824"/>
            </a:xfrm>
            <a:prstGeom prst="rect">
              <a:avLst/>
            </a:prstGeom>
            <a:solidFill>
              <a:srgbClr val="9366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709270" y="3846642"/>
              <a:ext cx="675824" cy="675824"/>
            </a:xfrm>
            <a:prstGeom prst="rect">
              <a:avLst/>
            </a:prstGeom>
            <a:solidFill>
              <a:srgbClr val="BE9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709270" y="4522467"/>
              <a:ext cx="675824" cy="675824"/>
            </a:xfrm>
            <a:prstGeom prst="rect">
              <a:avLst/>
            </a:prstGeom>
            <a:solidFill>
              <a:srgbClr val="BD9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736743" y="1819169"/>
              <a:ext cx="675824" cy="675824"/>
            </a:xfrm>
            <a:prstGeom prst="rect">
              <a:avLst/>
            </a:prstGeom>
            <a:solidFill>
              <a:srgbClr val="E6D5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736743" y="2494993"/>
              <a:ext cx="675824" cy="675824"/>
            </a:xfrm>
            <a:prstGeom prst="rect">
              <a:avLst/>
            </a:prstGeom>
            <a:solidFill>
              <a:srgbClr val="D3B7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736743" y="3170818"/>
              <a:ext cx="675824" cy="675824"/>
            </a:xfrm>
            <a:prstGeom prst="rect">
              <a:avLst/>
            </a:prstGeom>
            <a:solidFill>
              <a:srgbClr val="DFC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736743" y="3846642"/>
              <a:ext cx="675824" cy="675824"/>
            </a:xfrm>
            <a:prstGeom prst="rect">
              <a:avLst/>
            </a:prstGeom>
            <a:solidFill>
              <a:srgbClr val="E9DA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736743" y="4522467"/>
              <a:ext cx="675824" cy="675824"/>
            </a:xfrm>
            <a:prstGeom prst="rect">
              <a:avLst/>
            </a:prstGeom>
            <a:solidFill>
              <a:srgbClr val="C7A5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1385094" y="1819169"/>
              <a:ext cx="675824" cy="675824"/>
            </a:xfrm>
            <a:prstGeom prst="rect">
              <a:avLst/>
            </a:prstGeom>
            <a:solidFill>
              <a:srgbClr val="996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1385094" y="2494993"/>
              <a:ext cx="675824" cy="675824"/>
            </a:xfrm>
            <a:prstGeom prst="rect">
              <a:avLst/>
            </a:prstGeom>
            <a:solidFill>
              <a:srgbClr val="9B6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1385094" y="3170818"/>
              <a:ext cx="675824" cy="675824"/>
            </a:xfrm>
            <a:prstGeom prst="rect">
              <a:avLst/>
            </a:prstGeom>
            <a:solidFill>
              <a:srgbClr val="9063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385094" y="3846642"/>
              <a:ext cx="675824" cy="675824"/>
            </a:xfrm>
            <a:prstGeom prst="rect">
              <a:avLst/>
            </a:prstGeom>
            <a:solidFill>
              <a:srgbClr val="D3B7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1385094" y="4522467"/>
              <a:ext cx="675824" cy="675824"/>
            </a:xfrm>
            <a:prstGeom prst="rect">
              <a:avLst/>
            </a:prstGeom>
            <a:solidFill>
              <a:srgbClr val="D1B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412567" y="1819169"/>
              <a:ext cx="675824" cy="675824"/>
            </a:xfrm>
            <a:prstGeom prst="rect">
              <a:avLst/>
            </a:prstGeom>
            <a:solidFill>
              <a:srgbClr val="E9D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412567" y="2494993"/>
              <a:ext cx="675824" cy="675824"/>
            </a:xfrm>
            <a:prstGeom prst="rect">
              <a:avLst/>
            </a:prstGeom>
            <a:solidFill>
              <a:srgbClr val="DBC3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412567" y="3170818"/>
              <a:ext cx="675824" cy="675824"/>
            </a:xfrm>
            <a:prstGeom prst="rect">
              <a:avLst/>
            </a:prstGeom>
            <a:solidFill>
              <a:srgbClr val="DBC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412567" y="3846642"/>
              <a:ext cx="675824" cy="675824"/>
            </a:xfrm>
            <a:prstGeom prst="rect">
              <a:avLst/>
            </a:prstGeom>
            <a:solidFill>
              <a:srgbClr val="F3E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412567" y="4522467"/>
              <a:ext cx="675824" cy="675824"/>
            </a:xfrm>
            <a:prstGeom prst="rect">
              <a:avLst/>
            </a:prstGeom>
            <a:solidFill>
              <a:srgbClr val="F3E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060918" y="1819169"/>
              <a:ext cx="675824" cy="675824"/>
            </a:xfrm>
            <a:prstGeom prst="rect">
              <a:avLst/>
            </a:prstGeom>
            <a:solidFill>
              <a:srgbClr val="AF86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2060918" y="2494993"/>
              <a:ext cx="675824" cy="675824"/>
            </a:xfrm>
            <a:prstGeom prst="rect">
              <a:avLst/>
            </a:prstGeom>
            <a:solidFill>
              <a:srgbClr val="A378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2060918" y="3170818"/>
              <a:ext cx="675824" cy="675824"/>
            </a:xfrm>
            <a:prstGeom prst="rect">
              <a:avLst/>
            </a:prstGeom>
            <a:solidFill>
              <a:srgbClr val="AC83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2060918" y="3846642"/>
              <a:ext cx="675824" cy="675824"/>
            </a:xfrm>
            <a:prstGeom prst="rect">
              <a:avLst/>
            </a:prstGeom>
            <a:solidFill>
              <a:srgbClr val="BE9A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060918" y="4522467"/>
              <a:ext cx="675824" cy="675824"/>
            </a:xfrm>
            <a:prstGeom prst="rect">
              <a:avLst/>
            </a:prstGeom>
            <a:solidFill>
              <a:srgbClr val="D8B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871359" y="2089593"/>
              <a:ext cx="35164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871359" y="2765505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0.78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871359" y="3441330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0.76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871359" y="4117154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0.61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71359" y="4792979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0.61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898832" y="2089593"/>
              <a:ext cx="35164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0.43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898832" y="2765505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0.52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2898832" y="3441330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0.46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2898832" y="4117154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2898832" y="4792979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0.57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1547183" y="2089681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47183" y="2765505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547183" y="3441330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0.77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547183" y="4117154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0.52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547183" y="4792890"/>
              <a:ext cx="35164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0.53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574657" y="2089681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0.41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574657" y="2765505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0.48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574657" y="3441330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0.48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3574657" y="4117066"/>
              <a:ext cx="35164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0.36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574657" y="4792890"/>
              <a:ext cx="35164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0.36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2223008" y="2089681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0.67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223008" y="2765505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0.71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223008" y="3441330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0.68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2223008" y="4117154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2223008" y="4792979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0.49</a:t>
              </a:r>
            </a:p>
          </p:txBody>
        </p:sp>
        <p:sp>
          <p:nvSpPr>
            <p:cNvPr id="55" name="rc55"/>
            <p:cNvSpPr/>
            <p:nvPr/>
          </p:nvSpPr>
          <p:spPr>
            <a:xfrm>
              <a:off x="4293146" y="1819169"/>
              <a:ext cx="675824" cy="675824"/>
            </a:xfrm>
            <a:prstGeom prst="rect">
              <a:avLst/>
            </a:prstGeom>
            <a:solidFill>
              <a:srgbClr val="9A6E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4293146" y="2494993"/>
              <a:ext cx="675824" cy="675824"/>
            </a:xfrm>
            <a:prstGeom prst="rect">
              <a:avLst/>
            </a:prstGeom>
            <a:solidFill>
              <a:srgbClr val="916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4293146" y="3170818"/>
              <a:ext cx="675824" cy="675824"/>
            </a:xfrm>
            <a:prstGeom prst="rect">
              <a:avLst/>
            </a:prstGeom>
            <a:solidFill>
              <a:srgbClr val="9568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4293146" y="3846642"/>
              <a:ext cx="675824" cy="675824"/>
            </a:xfrm>
            <a:prstGeom prst="rect">
              <a:avLst/>
            </a:prstGeom>
            <a:solidFill>
              <a:srgbClr val="B48C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4293146" y="4522467"/>
              <a:ext cx="675824" cy="675824"/>
            </a:xfrm>
            <a:prstGeom prst="rect">
              <a:avLst/>
            </a:prstGeom>
            <a:solidFill>
              <a:srgbClr val="B28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6320619" y="1819169"/>
              <a:ext cx="675824" cy="675824"/>
            </a:xfrm>
            <a:prstGeom prst="rect">
              <a:avLst/>
            </a:prstGeom>
            <a:solidFill>
              <a:srgbClr val="D0B3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6320619" y="2494993"/>
              <a:ext cx="675824" cy="675824"/>
            </a:xfrm>
            <a:prstGeom prst="rect">
              <a:avLst/>
            </a:prstGeom>
            <a:solidFill>
              <a:srgbClr val="C4A2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6320619" y="3170818"/>
              <a:ext cx="675824" cy="675824"/>
            </a:xfrm>
            <a:prstGeom prst="rect">
              <a:avLst/>
            </a:prstGeom>
            <a:solidFill>
              <a:srgbClr val="D1B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6320619" y="3846642"/>
              <a:ext cx="675824" cy="675824"/>
            </a:xfrm>
            <a:prstGeom prst="rect">
              <a:avLst/>
            </a:prstGeom>
            <a:solidFill>
              <a:srgbClr val="D6B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6320619" y="4522467"/>
              <a:ext cx="675824" cy="675824"/>
            </a:xfrm>
            <a:prstGeom prst="rect">
              <a:avLst/>
            </a:prstGeom>
            <a:solidFill>
              <a:srgbClr val="C3A0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4968970" y="1819169"/>
              <a:ext cx="675824" cy="675824"/>
            </a:xfrm>
            <a:prstGeom prst="rect">
              <a:avLst/>
            </a:prstGeom>
            <a:solidFill>
              <a:srgbClr val="9E72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4968970" y="2494993"/>
              <a:ext cx="675824" cy="675824"/>
            </a:xfrm>
            <a:prstGeom prst="rect">
              <a:avLst/>
            </a:prstGeom>
            <a:solidFill>
              <a:srgbClr val="A77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4968970" y="3170818"/>
              <a:ext cx="675824" cy="675824"/>
            </a:xfrm>
            <a:prstGeom prst="rect">
              <a:avLst/>
            </a:prstGeom>
            <a:solidFill>
              <a:srgbClr val="9A6E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4968970" y="3846642"/>
              <a:ext cx="675824" cy="675824"/>
            </a:xfrm>
            <a:prstGeom prst="rect">
              <a:avLst/>
            </a:prstGeom>
            <a:solidFill>
              <a:srgbClr val="D2B5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4968970" y="4522467"/>
              <a:ext cx="675824" cy="675824"/>
            </a:xfrm>
            <a:prstGeom prst="rect">
              <a:avLst/>
            </a:prstGeom>
            <a:solidFill>
              <a:srgbClr val="C8A8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6996443" y="1819169"/>
              <a:ext cx="675824" cy="675824"/>
            </a:xfrm>
            <a:prstGeom prst="rect">
              <a:avLst/>
            </a:prstGeom>
            <a:solidFill>
              <a:srgbClr val="E6D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6996443" y="2494993"/>
              <a:ext cx="675824" cy="675824"/>
            </a:xfrm>
            <a:prstGeom prst="rect">
              <a:avLst/>
            </a:prstGeom>
            <a:solidFill>
              <a:srgbClr val="E2CE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6996443" y="3170818"/>
              <a:ext cx="675824" cy="675824"/>
            </a:xfrm>
            <a:prstGeom prst="rect">
              <a:avLst/>
            </a:prstGeom>
            <a:solidFill>
              <a:srgbClr val="E3C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6996443" y="3846642"/>
              <a:ext cx="675824" cy="675824"/>
            </a:xfrm>
            <a:prstGeom prst="rect">
              <a:avLst/>
            </a:prstGeom>
            <a:solidFill>
              <a:srgbClr val="EDE0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6996443" y="4522467"/>
              <a:ext cx="675824" cy="675824"/>
            </a:xfrm>
            <a:prstGeom prst="rect">
              <a:avLst/>
            </a:prstGeom>
            <a:solidFill>
              <a:srgbClr val="F8F3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5644795" y="1819169"/>
              <a:ext cx="675824" cy="675824"/>
            </a:xfrm>
            <a:prstGeom prst="rect">
              <a:avLst/>
            </a:prstGeom>
            <a:solidFill>
              <a:srgbClr val="B28A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5644795" y="2494993"/>
              <a:ext cx="675824" cy="675824"/>
            </a:xfrm>
            <a:prstGeom prst="rect">
              <a:avLst/>
            </a:prstGeom>
            <a:solidFill>
              <a:srgbClr val="A176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5644795" y="3170818"/>
              <a:ext cx="675824" cy="675824"/>
            </a:xfrm>
            <a:prstGeom prst="rect">
              <a:avLst/>
            </a:prstGeom>
            <a:solidFill>
              <a:srgbClr val="AA80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5644795" y="3846642"/>
              <a:ext cx="675824" cy="675824"/>
            </a:xfrm>
            <a:prstGeom prst="rect">
              <a:avLst/>
            </a:prstGeom>
            <a:solidFill>
              <a:srgbClr val="B58E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5644795" y="4522467"/>
              <a:ext cx="675824" cy="675824"/>
            </a:xfrm>
            <a:prstGeom prst="rect">
              <a:avLst/>
            </a:prstGeom>
            <a:solidFill>
              <a:srgbClr val="C29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tx80"/>
            <p:cNvSpPr/>
            <p:nvPr/>
          </p:nvSpPr>
          <p:spPr>
            <a:xfrm>
              <a:off x="4455235" y="2089681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0.74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455235" y="2765505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0.77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455235" y="3441330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0.76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455235" y="4117154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0.65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455235" y="4792979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0.65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6482708" y="2089593"/>
              <a:ext cx="35164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0.53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6482708" y="2765505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0.58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6482708" y="3441242"/>
              <a:ext cx="35164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0.53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6482708" y="4117154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6482708" y="4792979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0.59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5131059" y="2089593"/>
              <a:ext cx="35164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0.73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5131059" y="2765505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0.69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5131059" y="3441330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0.74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5131059" y="4117154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0.52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5131059" y="4792979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0.56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7158533" y="2089593"/>
              <a:ext cx="35164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0.43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7158533" y="2765505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0.45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7158533" y="3441330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0.44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7158533" y="4117066"/>
              <a:ext cx="35164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0.39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7158533" y="4792890"/>
              <a:ext cx="35164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0.34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5806884" y="2089681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0.65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5806884" y="2765505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0.72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5806884" y="3441330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0.68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5806884" y="4117154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0.64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5806884" y="4792979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0.59</a:t>
              </a:r>
            </a:p>
          </p:txBody>
        </p:sp>
        <p:sp>
          <p:nvSpPr>
            <p:cNvPr id="105" name="rc105"/>
            <p:cNvSpPr/>
            <p:nvPr/>
          </p:nvSpPr>
          <p:spPr>
            <a:xfrm>
              <a:off x="7877022" y="1819169"/>
              <a:ext cx="675824" cy="675824"/>
            </a:xfrm>
            <a:prstGeom prst="rect">
              <a:avLst/>
            </a:prstGeom>
            <a:solidFill>
              <a:srgbClr val="A77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7877022" y="2494993"/>
              <a:ext cx="675824" cy="675824"/>
            </a:xfrm>
            <a:prstGeom prst="rect">
              <a:avLst/>
            </a:prstGeom>
            <a:solidFill>
              <a:srgbClr val="916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7877022" y="3170818"/>
              <a:ext cx="675824" cy="675824"/>
            </a:xfrm>
            <a:prstGeom prst="rect">
              <a:avLst/>
            </a:prstGeom>
            <a:solidFill>
              <a:srgbClr val="966A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7877022" y="3846642"/>
              <a:ext cx="675824" cy="675824"/>
            </a:xfrm>
            <a:prstGeom prst="rect">
              <a:avLst/>
            </a:prstGeom>
            <a:solidFill>
              <a:srgbClr val="D4B8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7877022" y="4522467"/>
              <a:ext cx="675824" cy="675824"/>
            </a:xfrm>
            <a:prstGeom prst="rect">
              <a:avLst/>
            </a:prstGeom>
            <a:solidFill>
              <a:srgbClr val="C7A5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9904495" y="1819169"/>
              <a:ext cx="675824" cy="675824"/>
            </a:xfrm>
            <a:prstGeom prst="rect">
              <a:avLst/>
            </a:prstGeom>
            <a:solidFill>
              <a:srgbClr val="F1E7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9904495" y="2494993"/>
              <a:ext cx="675824" cy="675824"/>
            </a:xfrm>
            <a:prstGeom prst="rect">
              <a:avLst/>
            </a:prstGeom>
            <a:solidFill>
              <a:srgbClr val="D9B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9904495" y="3170818"/>
              <a:ext cx="675824" cy="675824"/>
            </a:xfrm>
            <a:prstGeom prst="rect">
              <a:avLst/>
            </a:prstGeom>
            <a:solidFill>
              <a:srgbClr val="E3C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9904495" y="3846642"/>
              <a:ext cx="675824" cy="675824"/>
            </a:xfrm>
            <a:prstGeom prst="rect">
              <a:avLst/>
            </a:prstGeom>
            <a:solidFill>
              <a:srgbClr val="FBF8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9904495" y="4522467"/>
              <a:ext cx="675824" cy="675824"/>
            </a:xfrm>
            <a:prstGeom prst="rect">
              <a:avLst/>
            </a:prstGeom>
            <a:solidFill>
              <a:srgbClr val="CBA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8552846" y="1819169"/>
              <a:ext cx="675824" cy="675824"/>
            </a:xfrm>
            <a:prstGeom prst="rect">
              <a:avLst/>
            </a:prstGeom>
            <a:solidFill>
              <a:srgbClr val="9C70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8552846" y="2494993"/>
              <a:ext cx="675824" cy="675824"/>
            </a:xfrm>
            <a:prstGeom prst="rect">
              <a:avLst/>
            </a:prstGeom>
            <a:solidFill>
              <a:srgbClr val="966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8552846" y="3170818"/>
              <a:ext cx="675824" cy="675824"/>
            </a:xfrm>
            <a:prstGeom prst="rect">
              <a:avLst/>
            </a:prstGeom>
            <a:solidFill>
              <a:srgbClr val="8E61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8552846" y="3846642"/>
              <a:ext cx="675824" cy="675824"/>
            </a:xfrm>
            <a:prstGeom prst="rect">
              <a:avLst/>
            </a:prstGeom>
            <a:solidFill>
              <a:srgbClr val="E3C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8552846" y="4522467"/>
              <a:ext cx="675824" cy="675824"/>
            </a:xfrm>
            <a:prstGeom prst="rect">
              <a:avLst/>
            </a:prstGeom>
            <a:solidFill>
              <a:srgbClr val="D7B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10580319" y="1819169"/>
              <a:ext cx="675824" cy="675824"/>
            </a:xfrm>
            <a:prstGeom prst="rect">
              <a:avLst/>
            </a:prstGeom>
            <a:solidFill>
              <a:srgbClr val="DDC6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10580319" y="2494993"/>
              <a:ext cx="675824" cy="675824"/>
            </a:xfrm>
            <a:prstGeom prst="rect">
              <a:avLst/>
            </a:prstGeom>
            <a:solidFill>
              <a:srgbClr val="CAA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10580319" y="3170818"/>
              <a:ext cx="675824" cy="675824"/>
            </a:xfrm>
            <a:prstGeom prst="rect">
              <a:avLst/>
            </a:prstGeom>
            <a:solidFill>
              <a:srgbClr val="CCA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10580319" y="3846642"/>
              <a:ext cx="675824" cy="675824"/>
            </a:xfrm>
            <a:prstGeom prst="rect">
              <a:avLst/>
            </a:prstGeom>
            <a:solidFill>
              <a:srgbClr val="F6E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10580319" y="4522467"/>
              <a:ext cx="675824" cy="675824"/>
            </a:xfrm>
            <a:prstGeom prst="rect">
              <a:avLst/>
            </a:prstGeom>
            <a:solidFill>
              <a:srgbClr val="ECD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9228671" y="1819169"/>
              <a:ext cx="675824" cy="675824"/>
            </a:xfrm>
            <a:prstGeom prst="rect">
              <a:avLst/>
            </a:prstGeom>
            <a:solidFill>
              <a:srgbClr val="BF9C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9228671" y="2494993"/>
              <a:ext cx="675824" cy="675824"/>
            </a:xfrm>
            <a:prstGeom prst="rect">
              <a:avLst/>
            </a:prstGeom>
            <a:solidFill>
              <a:srgbClr val="B38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9228671" y="3170818"/>
              <a:ext cx="675824" cy="675824"/>
            </a:xfrm>
            <a:prstGeom prst="rect">
              <a:avLst/>
            </a:prstGeom>
            <a:solidFill>
              <a:srgbClr val="BB96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9228671" y="3846642"/>
              <a:ext cx="675824" cy="675824"/>
            </a:xfrm>
            <a:prstGeom prst="rect">
              <a:avLst/>
            </a:prstGeom>
            <a:solidFill>
              <a:srgbClr val="D7B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9228671" y="4522467"/>
              <a:ext cx="675824" cy="675824"/>
            </a:xfrm>
            <a:prstGeom prst="rect">
              <a:avLst/>
            </a:prstGeom>
            <a:solidFill>
              <a:srgbClr val="E9D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tx130"/>
            <p:cNvSpPr/>
            <p:nvPr/>
          </p:nvSpPr>
          <p:spPr>
            <a:xfrm>
              <a:off x="8039111" y="2089681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0.69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8039111" y="2765505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0.77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8039111" y="3441330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8039111" y="4117154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0.51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8039111" y="4792979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0.57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10066584" y="2089593"/>
              <a:ext cx="35164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0.37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10066584" y="2765505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0.49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10066584" y="3441330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0.44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10066584" y="4117066"/>
              <a:ext cx="35164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0.32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10066584" y="4792979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0.55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8714936" y="2089593"/>
              <a:ext cx="35164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0.73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8714936" y="2765505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8714936" y="3441330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0.78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8714936" y="4117154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0.44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8714936" y="4792979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10742409" y="2089681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0.47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10742409" y="2765505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0.55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10742409" y="3441330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0.55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10742409" y="4117066"/>
              <a:ext cx="35164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0.35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10742409" y="4792979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0.40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9390760" y="2089681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0.60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9390760" y="2765505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0.65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9390760" y="3441330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0.62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9390760" y="4117154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9390760" y="4792979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0.41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2240522" y="1601427"/>
              <a:ext cx="316616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BOTH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5743661" y="1601372"/>
              <a:ext cx="478090" cy="82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CRCSCA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9380334" y="1602791"/>
              <a:ext cx="372496" cy="813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UNIFAI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938478" y="5328504"/>
              <a:ext cx="217408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1465243" y="5327194"/>
              <a:ext cx="515525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ADL.lower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2131682" y="5306294"/>
              <a:ext cx="534297" cy="1022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ADL.upper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2795091" y="5327194"/>
              <a:ext cx="559127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ADL.bulbar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3498883" y="5327194"/>
              <a:ext cx="503192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ADL.other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4522354" y="5328504"/>
              <a:ext cx="217408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5049119" y="5327194"/>
              <a:ext cx="515525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ADL.lower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5715558" y="5306294"/>
              <a:ext cx="534297" cy="1022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ADL.upper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6378967" y="5327194"/>
              <a:ext cx="559127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ADL.bulbar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7082759" y="5327194"/>
              <a:ext cx="503192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ADL.other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8106230" y="5328504"/>
              <a:ext cx="217408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8632996" y="5327194"/>
              <a:ext cx="515525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ADL.lower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9299434" y="5306294"/>
              <a:ext cx="534297" cy="1022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ADL.upper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9962844" y="5327194"/>
              <a:ext cx="559127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ADL.bulbar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10666635" y="5327194"/>
              <a:ext cx="503192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ADL.other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69589" y="4798169"/>
              <a:ext cx="509468" cy="1022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s4.speech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125632" y="4141826"/>
              <a:ext cx="453424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SARA.ku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125632" y="3466001"/>
              <a:ext cx="453424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SARA.ax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274718" y="2790177"/>
              <a:ext cx="304338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349261" y="2114353"/>
              <a:ext cx="229795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USS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11532493" y="2873658"/>
              <a:ext cx="520327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Pearson</a:t>
              </a:r>
            </a:p>
          </p:txBody>
        </p:sp>
        <p:pic>
          <p:nvPicPr>
            <p:cNvPr id="179" name="pic17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32493" y="3059584"/>
              <a:ext cx="219455" cy="1097280"/>
            </a:xfrm>
            <a:prstGeom prst="rect">
              <a:avLst/>
            </a:prstGeom>
          </p:spPr>
        </p:pic>
        <p:sp>
          <p:nvSpPr>
            <p:cNvPr id="180" name="pl180"/>
            <p:cNvSpPr/>
            <p:nvPr/>
          </p:nvSpPr>
          <p:spPr>
            <a:xfrm>
              <a:off x="11708058" y="399880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11708058" y="3686340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11708058" y="337387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11708058" y="3061413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11532493" y="399880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11532493" y="3686340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11532493" y="337387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11532493" y="3061413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tx188"/>
            <p:cNvSpPr/>
            <p:nvPr/>
          </p:nvSpPr>
          <p:spPr>
            <a:xfrm>
              <a:off x="11821539" y="395711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11821539" y="3644649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11821539" y="333218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0.8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11821539" y="301972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</p:grpSp>
      <p:sp>
        <p:nvSpPr>
          <p:cNvPr id="192" name="Title 1"/>
          <p:cNvSpPr>
            <a:spLocks noGrp="1"/>
          </p:cNvSpPr>
          <p:nvPr>
            <p:ph type="title"/>
          </p:nvPr>
        </p:nvSpPr>
        <p:spPr>
          <a:xfrm>
            <a:off x="9607379" y="0"/>
            <a:ext cx="2584622" cy="518984"/>
          </a:xfrm>
        </p:spPr>
        <p:txBody>
          <a:bodyPr/>
          <a:lstStyle/>
          <a:p>
            <a:r>
              <a:rPr/>
              <a:t>Pearson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Cambria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5395BB3-1528-4302-A15C-E6A06E822975}" vid="{DF592CA2-00DC-4ACA-BF02-8EB1A2F15D8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18749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Tenorite</vt:lpstr>
      <vt:lpstr>Calibri</vt:lpstr>
      <vt:lpstr>Arial</vt:lpstr>
      <vt:lpstr>CR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Presentation Title</dc:title>
  <dc:creator>Christian Rummey</dc:creator>
  <cp:lastModifiedBy/>
  <cp:revision>64</cp:revision>
  <dcterms:created xsi:type="dcterms:W3CDTF">2020-08-21T08:26:15Z</dcterms:created>
  <dcterms:modified xsi:type="dcterms:W3CDTF">2025-09-14T15:31:40Z</dcterms:modified>
</cp:coreProperties>
</file>
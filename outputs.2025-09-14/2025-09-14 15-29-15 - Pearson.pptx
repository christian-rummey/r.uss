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7916-0D77-468F-8E39-981533599714}" v="3" dt="2025-09-14T11:25:02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77" d="100"/>
          <a:sy n="77" d="100"/>
        </p:scale>
        <p:origin x="60" y="1060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addSld delSld modMainMaster">
      <pc:chgData name="Christian Rummey" userId="1616f22b-5705-4d11-a330-2855031cc605" providerId="ADAL" clId="{8AFA1528-CF22-4F7C-B96F-03281A2A1DDB}" dt="2025-09-14T11:25:19.975" v="7" actId="47"/>
      <pc:docMkLst>
        <pc:docMk/>
      </pc:docMkLst>
      <pc:sldChg chg="new del">
        <pc:chgData name="Christian Rummey" userId="1616f22b-5705-4d11-a330-2855031cc605" providerId="ADAL" clId="{8AFA1528-CF22-4F7C-B96F-03281A2A1DDB}" dt="2025-09-14T11:25:19.975" v="7" actId="47"/>
        <pc:sldMkLst>
          <pc:docMk/>
          <pc:sldMk cId="2061475379" sldId="256"/>
        </pc:sldMkLst>
      </pc:sldChg>
      <pc:sldMasterChg chg="modSldLayout">
        <pc:chgData name="Christian Rummey" userId="1616f22b-5705-4d11-a330-2855031cc605" providerId="ADAL" clId="{8AFA1528-CF22-4F7C-B96F-03281A2A1DDB}" dt="2025-09-14T11:25:02.616" v="5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8AFA1528-CF22-4F7C-B96F-03281A2A1DDB}" dt="2025-09-14T11:25:02.616" v="5" actId="255"/>
          <pc:sldLayoutMkLst>
            <pc:docMk/>
            <pc:sldMasterMk cId="1297349460" sldId="2147483648"/>
            <pc:sldLayoutMk cId="1779765834" sldId="2147483662"/>
          </pc:sldLayoutMkLst>
          <pc:spChg chg="mod">
            <ac:chgData name="Christian Rummey" userId="1616f22b-5705-4d11-a330-2855031cc605" providerId="ADAL" clId="{8AFA1528-CF22-4F7C-B96F-03281A2A1DDB}" dt="2025-09-14T11:25:02.616" v="5" actId="255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2025-09-14 15-29-16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 anchor="ctr">
            <a:noAutofit/>
          </a:bodyPr>
          <a:lstStyle>
            <a:lvl1pPr>
              <a:defRPr lang="en-US" sz="1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Relationship Id="rId2" Type="http://schemas.openxmlformats.org/officeDocument/2006/relationships/notesSlide" Target="../notesSlides/notesSlide1.xml"/>
<Relationship Id="rId3" Type="http://schemas.openxmlformats.org/officeDocument/2006/relationships/image" Target="../media/044ab414d4650fe7a766c396250a37b965603c61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1324101"/>
              <a:ext cx="12191999" cy="42097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06930" y="1877653"/>
              <a:ext cx="652430" cy="652430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706930" y="2530084"/>
              <a:ext cx="652430" cy="652430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706930" y="3182515"/>
              <a:ext cx="652430" cy="652430"/>
            </a:xfrm>
            <a:prstGeom prst="rect">
              <a:avLst/>
            </a:prstGeom>
            <a:solidFill>
              <a:srgbClr val="936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706930" y="3834945"/>
              <a:ext cx="652430" cy="652430"/>
            </a:xfrm>
            <a:prstGeom prst="rect">
              <a:avLst/>
            </a:prstGeom>
            <a:solidFill>
              <a:srgbClr val="BE9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706930" y="4487376"/>
              <a:ext cx="652430" cy="652430"/>
            </a:xfrm>
            <a:prstGeom prst="rect">
              <a:avLst/>
            </a:prstGeom>
            <a:solidFill>
              <a:srgbClr val="BD9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664223" y="1877653"/>
              <a:ext cx="652430" cy="652430"/>
            </a:xfrm>
            <a:prstGeom prst="rect">
              <a:avLst/>
            </a:prstGeom>
            <a:solidFill>
              <a:srgbClr val="E6D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664223" y="2530084"/>
              <a:ext cx="652430" cy="652430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664223" y="3182515"/>
              <a:ext cx="652430" cy="652430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664223" y="3834945"/>
              <a:ext cx="652430" cy="652430"/>
            </a:xfrm>
            <a:prstGeom prst="rect">
              <a:avLst/>
            </a:prstGeom>
            <a:solidFill>
              <a:srgbClr val="E9D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64223" y="4487376"/>
              <a:ext cx="652430" cy="652430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359361" y="1877653"/>
              <a:ext cx="652430" cy="652430"/>
            </a:xfrm>
            <a:prstGeom prst="rect">
              <a:avLst/>
            </a:prstGeom>
            <a:solidFill>
              <a:srgbClr val="996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359361" y="2530084"/>
              <a:ext cx="652430" cy="652430"/>
            </a:xfrm>
            <a:prstGeom prst="rect">
              <a:avLst/>
            </a:prstGeom>
            <a:solidFill>
              <a:srgbClr val="9B6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359361" y="3182515"/>
              <a:ext cx="652430" cy="652430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359361" y="3834945"/>
              <a:ext cx="652430" cy="652430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359361" y="4487376"/>
              <a:ext cx="652430" cy="652430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316654" y="1877653"/>
              <a:ext cx="652430" cy="652430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16654" y="2530084"/>
              <a:ext cx="652430" cy="652430"/>
            </a:xfrm>
            <a:prstGeom prst="rect">
              <a:avLst/>
            </a:prstGeom>
            <a:solidFill>
              <a:srgbClr val="DBC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316654" y="3182515"/>
              <a:ext cx="652430" cy="652430"/>
            </a:xfrm>
            <a:prstGeom prst="rect">
              <a:avLst/>
            </a:prstGeom>
            <a:solidFill>
              <a:srgbClr val="DBC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316654" y="3834945"/>
              <a:ext cx="652430" cy="652430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316654" y="4487376"/>
              <a:ext cx="652430" cy="652430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011792" y="1877653"/>
              <a:ext cx="652430" cy="652430"/>
            </a:xfrm>
            <a:prstGeom prst="rect">
              <a:avLst/>
            </a:prstGeom>
            <a:solidFill>
              <a:srgbClr val="AF8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011792" y="2530084"/>
              <a:ext cx="652430" cy="652430"/>
            </a:xfrm>
            <a:prstGeom prst="rect">
              <a:avLst/>
            </a:prstGeom>
            <a:solidFill>
              <a:srgbClr val="A37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011792" y="3182515"/>
              <a:ext cx="652430" cy="652430"/>
            </a:xfrm>
            <a:prstGeom prst="rect">
              <a:avLst/>
            </a:prstGeom>
            <a:solidFill>
              <a:srgbClr val="AC8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011792" y="3834945"/>
              <a:ext cx="652430" cy="652430"/>
            </a:xfrm>
            <a:prstGeom prst="rect">
              <a:avLst/>
            </a:prstGeom>
            <a:solidFill>
              <a:srgbClr val="BE9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011792" y="4487376"/>
              <a:ext cx="652430" cy="652430"/>
            </a:xfrm>
            <a:prstGeom prst="rect">
              <a:avLst/>
            </a:prstGeom>
            <a:solidFill>
              <a:srgbClr val="D8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857323" y="213638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57323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57323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57323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57323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814616" y="213638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814616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814616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814616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14616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09754" y="2136468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09754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09754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09754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09754" y="474610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467046" y="2136468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467046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467046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467046" y="4093672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467046" y="474610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162185" y="2136468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162185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162185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162185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162185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4169160" y="1877653"/>
              <a:ext cx="652430" cy="652430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169160" y="2530084"/>
              <a:ext cx="652430" cy="652430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4169160" y="3182515"/>
              <a:ext cx="652430" cy="652430"/>
            </a:xfrm>
            <a:prstGeom prst="rect">
              <a:avLst/>
            </a:prstGeom>
            <a:solidFill>
              <a:srgbClr val="956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169160" y="3834945"/>
              <a:ext cx="652430" cy="652430"/>
            </a:xfrm>
            <a:prstGeom prst="rect">
              <a:avLst/>
            </a:prstGeom>
            <a:solidFill>
              <a:srgbClr val="B48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4169160" y="4487376"/>
              <a:ext cx="652430" cy="652430"/>
            </a:xfrm>
            <a:prstGeom prst="rect">
              <a:avLst/>
            </a:prstGeom>
            <a:solidFill>
              <a:srgbClr val="B2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126453" y="1877653"/>
              <a:ext cx="652430" cy="652430"/>
            </a:xfrm>
            <a:prstGeom prst="rect">
              <a:avLst/>
            </a:prstGeom>
            <a:solidFill>
              <a:srgbClr val="D0B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126453" y="2530084"/>
              <a:ext cx="652430" cy="652430"/>
            </a:xfrm>
            <a:prstGeom prst="rect">
              <a:avLst/>
            </a:prstGeom>
            <a:solidFill>
              <a:srgbClr val="C4A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126453" y="3182515"/>
              <a:ext cx="652430" cy="652430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126453" y="3834945"/>
              <a:ext cx="652430" cy="652430"/>
            </a:xfrm>
            <a:prstGeom prst="rect">
              <a:avLst/>
            </a:prstGeom>
            <a:solidFill>
              <a:srgbClr val="D6B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6126453" y="4487376"/>
              <a:ext cx="652430" cy="652430"/>
            </a:xfrm>
            <a:prstGeom prst="rect">
              <a:avLst/>
            </a:prstGeom>
            <a:solidFill>
              <a:srgbClr val="C3A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4821591" y="1877653"/>
              <a:ext cx="652430" cy="652430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821591" y="2530084"/>
              <a:ext cx="652430" cy="652430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821591" y="3182515"/>
              <a:ext cx="652430" cy="652430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4821591" y="3834945"/>
              <a:ext cx="652430" cy="652430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4821591" y="4487376"/>
              <a:ext cx="652430" cy="652430"/>
            </a:xfrm>
            <a:prstGeom prst="rect">
              <a:avLst/>
            </a:prstGeom>
            <a:solidFill>
              <a:srgbClr val="C8A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778884" y="1877653"/>
              <a:ext cx="652430" cy="652430"/>
            </a:xfrm>
            <a:prstGeom prst="rect">
              <a:avLst/>
            </a:prstGeom>
            <a:solidFill>
              <a:srgbClr val="E6D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778884" y="2530084"/>
              <a:ext cx="652430" cy="652430"/>
            </a:xfrm>
            <a:prstGeom prst="rect">
              <a:avLst/>
            </a:prstGeom>
            <a:solidFill>
              <a:srgbClr val="E2C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6778884" y="3182515"/>
              <a:ext cx="652430" cy="652430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6778884" y="3834945"/>
              <a:ext cx="652430" cy="652430"/>
            </a:xfrm>
            <a:prstGeom prst="rect">
              <a:avLst/>
            </a:prstGeom>
            <a:solidFill>
              <a:srgbClr val="EDE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6778884" y="4487376"/>
              <a:ext cx="652430" cy="652430"/>
            </a:xfrm>
            <a:prstGeom prst="rect">
              <a:avLst/>
            </a:prstGeom>
            <a:solidFill>
              <a:srgbClr val="F8F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474022" y="1877653"/>
              <a:ext cx="652430" cy="652430"/>
            </a:xfrm>
            <a:prstGeom prst="rect">
              <a:avLst/>
            </a:prstGeom>
            <a:solidFill>
              <a:srgbClr val="B28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5474022" y="2530084"/>
              <a:ext cx="652430" cy="652430"/>
            </a:xfrm>
            <a:prstGeom prst="rect">
              <a:avLst/>
            </a:prstGeom>
            <a:solidFill>
              <a:srgbClr val="A17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474022" y="3182515"/>
              <a:ext cx="652430" cy="652430"/>
            </a:xfrm>
            <a:prstGeom prst="rect">
              <a:avLst/>
            </a:prstGeom>
            <a:solidFill>
              <a:srgbClr val="AA8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474022" y="3834945"/>
              <a:ext cx="652430" cy="652430"/>
            </a:xfrm>
            <a:prstGeom prst="rect">
              <a:avLst/>
            </a:prstGeom>
            <a:solidFill>
              <a:srgbClr val="B58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474022" y="4487376"/>
              <a:ext cx="652430" cy="652430"/>
            </a:xfrm>
            <a:prstGeom prst="rect">
              <a:avLst/>
            </a:prstGeom>
            <a:solidFill>
              <a:srgbClr val="C29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4319553" y="2136468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319553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319553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319553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319553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276845" y="213638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276845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276845" y="3441242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276845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276845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971983" y="213638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971983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971983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971983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971983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929276" y="213638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929276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929276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929276" y="4093672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929276" y="4746103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624414" y="2136468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624414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624414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624414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624414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7631390" y="1877653"/>
              <a:ext cx="652430" cy="652430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631390" y="2530084"/>
              <a:ext cx="652430" cy="652430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631390" y="3182515"/>
              <a:ext cx="652430" cy="652430"/>
            </a:xfrm>
            <a:prstGeom prst="rect">
              <a:avLst/>
            </a:prstGeom>
            <a:solidFill>
              <a:srgbClr val="966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631390" y="3834945"/>
              <a:ext cx="652430" cy="652430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7631390" y="4487376"/>
              <a:ext cx="652430" cy="652430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9588682" y="1877653"/>
              <a:ext cx="652430" cy="652430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9588682" y="2530084"/>
              <a:ext cx="652430" cy="652430"/>
            </a:xfrm>
            <a:prstGeom prst="rect">
              <a:avLst/>
            </a:prstGeom>
            <a:solidFill>
              <a:srgbClr val="D9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9588682" y="3182515"/>
              <a:ext cx="652430" cy="652430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9588682" y="3834945"/>
              <a:ext cx="652430" cy="652430"/>
            </a:xfrm>
            <a:prstGeom prst="rect">
              <a:avLst/>
            </a:prstGeom>
            <a:solidFill>
              <a:srgbClr val="FBF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9588682" y="4487376"/>
              <a:ext cx="652430" cy="652430"/>
            </a:xfrm>
            <a:prstGeom prst="rect">
              <a:avLst/>
            </a:prstGeom>
            <a:solidFill>
              <a:srgbClr val="CB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8283821" y="1877653"/>
              <a:ext cx="652430" cy="652430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8283821" y="2530084"/>
              <a:ext cx="652430" cy="652430"/>
            </a:xfrm>
            <a:prstGeom prst="rect">
              <a:avLst/>
            </a:prstGeom>
            <a:solidFill>
              <a:srgbClr val="966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8283821" y="3182515"/>
              <a:ext cx="652430" cy="652430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8283821" y="3834945"/>
              <a:ext cx="652430" cy="652430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8283821" y="4487376"/>
              <a:ext cx="652430" cy="652430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10241113" y="1877653"/>
              <a:ext cx="652430" cy="652430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10241113" y="2530084"/>
              <a:ext cx="652430" cy="652430"/>
            </a:xfrm>
            <a:prstGeom prst="rect">
              <a:avLst/>
            </a:prstGeom>
            <a:solidFill>
              <a:srgbClr val="CA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10241113" y="3182515"/>
              <a:ext cx="652430" cy="652430"/>
            </a:xfrm>
            <a:prstGeom prst="rect">
              <a:avLst/>
            </a:prstGeom>
            <a:solidFill>
              <a:srgbClr val="CCA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10241113" y="3834945"/>
              <a:ext cx="652430" cy="652430"/>
            </a:xfrm>
            <a:prstGeom prst="rect">
              <a:avLst/>
            </a:prstGeom>
            <a:solidFill>
              <a:srgbClr val="F6E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10241113" y="4487376"/>
              <a:ext cx="652430" cy="652430"/>
            </a:xfrm>
            <a:prstGeom prst="rect">
              <a:avLst/>
            </a:prstGeom>
            <a:solidFill>
              <a:srgbClr val="ECD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8936252" y="1877653"/>
              <a:ext cx="652430" cy="652430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8936252" y="2530084"/>
              <a:ext cx="652430" cy="652430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8936252" y="3182515"/>
              <a:ext cx="652430" cy="652430"/>
            </a:xfrm>
            <a:prstGeom prst="rect">
              <a:avLst/>
            </a:prstGeom>
            <a:solidFill>
              <a:srgbClr val="BB9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8936252" y="3834945"/>
              <a:ext cx="652430" cy="652430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8936252" y="4487376"/>
              <a:ext cx="652430" cy="652430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7781782" y="2136468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781782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781782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781782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781782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9739075" y="213638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9739075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9739075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9739075" y="4093672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0.32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9739075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434213" y="2136380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434213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434213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434213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8434213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391506" y="2136468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0391506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391506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391506" y="4093672"/>
              <a:ext cx="35164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391506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086644" y="2136468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086644" y="2788899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086644" y="3441330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086644" y="4093761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9086644" y="4746192"/>
              <a:ext cx="35164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179699" y="1662250"/>
              <a:ext cx="316616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BOTH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561192" y="1662195"/>
              <a:ext cx="478090" cy="82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9076219" y="1663614"/>
              <a:ext cx="372496" cy="813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24442" y="5267681"/>
              <a:ext cx="21740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427814" y="5266371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070859" y="5245470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710875" y="5266371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391273" y="5266371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386671" y="5267681"/>
              <a:ext cx="21740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890043" y="5266371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533088" y="5245470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173104" y="5266371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6853503" y="5266371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7848901" y="5267681"/>
              <a:ext cx="217408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352273" y="5266371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8995318" y="5245470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635334" y="5266371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0315732" y="5266371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9589" y="4751382"/>
              <a:ext cx="509468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5632" y="4118432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25632" y="3466001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74718" y="2813571"/>
              <a:ext cx="30433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49261" y="2161140"/>
              <a:ext cx="22979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167555" y="2845827"/>
              <a:ext cx="885266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 rho</a:t>
              </a:r>
            </a:p>
          </p:txBody>
        </p:sp>
        <p:pic>
          <p:nvPicPr>
            <p:cNvPr id="179" name="pic1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7555" y="3059584"/>
              <a:ext cx="219455" cy="1097280"/>
            </a:xfrm>
            <a:prstGeom prst="rect">
              <a:avLst/>
            </a:prstGeom>
          </p:spPr>
        </p:pic>
        <p:sp>
          <p:nvSpPr>
            <p:cNvPr id="180" name="pl180"/>
            <p:cNvSpPr/>
            <p:nvPr/>
          </p:nvSpPr>
          <p:spPr>
            <a:xfrm>
              <a:off x="11343119" y="39988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11343119" y="368634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11343119" y="337387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11343119" y="306141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11167555" y="39988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11167555" y="368634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1167555" y="337387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1167555" y="306141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11456600" y="395711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1456600" y="364464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1456600" y="333218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1456600" y="301972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92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rPr/>
              <a:t>Pearson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Calibri</vt:lpstr>
      <vt:lpstr>Arial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2025-09-14T15:29:16Z</dcterms:modified>
</cp:coreProperties>
</file>